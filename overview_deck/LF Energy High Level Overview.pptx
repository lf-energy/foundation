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217C5FA-F24E-4946-A7E5-C609FEC9EE2F}">
  <a:tblStyle styleId="{5217C5FA-F24E-4946-A7E5-C609FEC9EE2F}"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9.png"/><Relationship Id="rId5" Type="http://schemas.openxmlformats.org/officeDocument/2006/relationships/image" Target="../media/image14.png"/><Relationship Id="rId6" Type="http://schemas.openxmlformats.org/officeDocument/2006/relationships/image" Target="../media/image13.png"/><Relationship Id="rId7" Type="http://schemas.openxmlformats.org/officeDocument/2006/relationships/image" Target="../media/image2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21.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4.png"/><Relationship Id="rId8"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3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9.png"/><Relationship Id="rId5" Type="http://schemas.openxmlformats.org/officeDocument/2006/relationships/hyperlink" Target="mailto:membership@lfenergy.org" TargetMode="External"/><Relationship Id="rId6" Type="http://schemas.openxmlformats.org/officeDocument/2006/relationships/image" Target="../media/image35.png"/><Relationship Id="rId7" Type="http://schemas.openxmlformats.org/officeDocument/2006/relationships/image" Target="../media/image39.png"/><Relationship Id="rId8"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{5217C5FA-F24E-4946-A7E5-C609FEC9EE2F}</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{5217C5FA-F24E-4946-A7E5-C609FEC9EE2F}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{5217C5FA-F24E-4946-A7E5-C609FEC9EE2F}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{5217C5FA-F24E-4946-A7E5-C609FEC9EE2F}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{5217C5FA-F24E-4946-A7E5-C609FEC9EE2F}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{5217C5FA-F24E-4946-A7E5-C609FEC9EE2F}</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