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8502C29-3553-4BAF-B1CC-F77AE910112B}">
  <a:tblStyle styleId="{E8502C29-3553-4BAF-B1CC-F77AE910112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33.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34.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{E8502C29-3553-4BAF-B1CC-F77AE910112B}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{E8502C29-3553-4BAF-B1CC-F77AE910112B}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{E8502C29-3553-4BAF-B1CC-F77AE910112B}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{E8502C29-3553-4BAF-B1CC-F77AE910112B}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{E8502C29-3553-4BAF-B1CC-F77AE910112B}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{E8502C29-3553-4BAF-B1CC-F77AE910112B}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