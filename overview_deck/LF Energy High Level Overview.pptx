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C961B20-E160-4AF8-BBD0-4030F190D49B}">
  <a:tblStyle styleId="{5C961B20-E160-4AF8-BBD0-4030F190D49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30.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32.png"/><Relationship Id="rId6" Type="http://schemas.openxmlformats.org/officeDocument/2006/relationships/image" Target="../media/image24.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37.png"/><Relationship Id="rId5" Type="http://schemas.openxmlformats.org/officeDocument/2006/relationships/image" Target="../media/image23.png"/><Relationship Id="rId6" Type="http://schemas.openxmlformats.org/officeDocument/2006/relationships/image" Target="../media/image19.png"/><Relationship Id="rId7" Type="http://schemas.openxmlformats.org/officeDocument/2006/relationships/image" Target="../media/image34.png"/><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25.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{5C961B20-E160-4AF8-BBD0-4030F190D49B}</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{5C961B20-E160-4AF8-BBD0-4030F190D49B}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{5C961B20-E160-4AF8-BBD0-4030F190D49B}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{5C961B20-E160-4AF8-BBD0-4030F190D49B}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{5C961B20-E160-4AF8-BBD0-4030F190D49B}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{5C961B20-E160-4AF8-BBD0-4030F190D49B}</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