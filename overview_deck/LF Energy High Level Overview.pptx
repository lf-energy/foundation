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2677059-7A92-4BBF-B04D-53B70365A6EE}">
  <a:tblStyle styleId="{72677059-7A92-4BBF-B04D-53B70365A6E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27.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0.png"/><Relationship Id="rId7" Type="http://schemas.openxmlformats.org/officeDocument/2006/relationships/image" Target="../media/image22.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{72677059-7A92-4BBF-B04D-53B70365A6EE}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{72677059-7A92-4BBF-B04D-53B70365A6EE}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{72677059-7A92-4BBF-B04D-53B70365A6EE}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{72677059-7A92-4BBF-B04D-53B70365A6EE}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{72677059-7A92-4BBF-B04D-53B70365A6EE}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{72677059-7A92-4BBF-B04D-53B70365A6EE}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