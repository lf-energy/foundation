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8B5218F-D495-47A4-A4EA-027BFB719ED7}">
  <a:tblStyle styleId="{88B5218F-D495-47A4-A4EA-027BFB719ED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25.png"/><Relationship Id="rId6" Type="http://schemas.openxmlformats.org/officeDocument/2006/relationships/image" Target="../media/image8.png"/><Relationship Id="rId7"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26.png"/><Relationship Id="rId5" Type="http://schemas.openxmlformats.org/officeDocument/2006/relationships/image" Target="../media/image18.png"/><Relationship Id="rId6" Type="http://schemas.openxmlformats.org/officeDocument/2006/relationships/image" Target="../media/image20.png"/><Relationship Id="rId7" Type="http://schemas.openxmlformats.org/officeDocument/2006/relationships/image" Target="../media/image34.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4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3.png"/><Relationship Id="rId7" Type="http://schemas.openxmlformats.org/officeDocument/2006/relationships/image" Target="../media/image29.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{88B5218F-D495-47A4-A4EA-027BFB719ED7}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{88B5218F-D495-47A4-A4EA-027BFB719ED7}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{88B5218F-D495-47A4-A4EA-027BFB719ED7}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{88B5218F-D495-47A4-A4EA-027BFB719ED7}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{88B5218F-D495-47A4-A4EA-027BFB719ED7}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{88B5218F-D495-47A4-A4EA-027BFB719ED7}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