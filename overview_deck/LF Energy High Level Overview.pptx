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4D6172C-3AE5-4C72-A130-F543654E9682}">
  <a:tblStyle styleId="{04D6172C-3AE5-4C72-A130-F543654E968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0.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40.png"/><Relationship Id="rId5" Type="http://schemas.openxmlformats.org/officeDocument/2006/relationships/hyperlink" Target="mailto:membership@lfenergy.org" TargetMode="External"/><Relationship Id="rId6" Type="http://schemas.openxmlformats.org/officeDocument/2006/relationships/image" Target="../media/image36.png"/><Relationship Id="rId7" Type="http://schemas.openxmlformats.org/officeDocument/2006/relationships/image" Target="../media/image39.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{04D6172C-3AE5-4C72-A130-F543654E9682}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{04D6172C-3AE5-4C72-A130-F543654E9682}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{04D6172C-3AE5-4C72-A130-F543654E9682}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{04D6172C-3AE5-4C72-A130-F543654E9682}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{04D6172C-3AE5-4C72-A130-F543654E9682}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{04D6172C-3AE5-4C72-A130-F543654E9682}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