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1B90F65-DB56-41BB-9CFC-D2D1A12217CA}">
  <a:tblStyle styleId="{21B90F65-DB56-41BB-9CFC-D2D1A12217C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26.png"/><Relationship Id="rId5" Type="http://schemas.openxmlformats.org/officeDocument/2006/relationships/image" Target="../media/image22.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37.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{21B90F65-DB56-41BB-9CFC-D2D1A12217CA}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{21B90F65-DB56-41BB-9CFC-D2D1A12217CA}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{21B90F65-DB56-41BB-9CFC-D2D1A12217CA}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{21B90F65-DB56-41BB-9CFC-D2D1A12217CA}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{21B90F65-DB56-41BB-9CFC-D2D1A12217CA}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{21B90F65-DB56-41BB-9CFC-D2D1A12217CA}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