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7CCD006-CB68-44EF-8F73-6356A743C068}">
  <a:tblStyle styleId="{27CCD006-CB68-44EF-8F73-6356A743C06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6.png"/><Relationship Id="rId4"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17.png"/><Relationship Id="rId6" Type="http://schemas.openxmlformats.org/officeDocument/2006/relationships/image" Target="../media/image21.png"/><Relationship Id="rId7" Type="http://schemas.openxmlformats.org/officeDocument/2006/relationships/image" Target="../media/image23.png"/><Relationship Id="rId8"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30.png"/><Relationship Id="rId8"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{27CCD006-CB68-44EF-8F73-6356A743C068}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{27CCD006-CB68-44EF-8F73-6356A743C068}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{27CCD006-CB68-44EF-8F73-6356A743C068}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{27CCD006-CB68-44EF-8F73-6356A743C068}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{27CCD006-CB68-44EF-8F73-6356A743C068}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{27CCD006-CB68-44EF-8F73-6356A743C068}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