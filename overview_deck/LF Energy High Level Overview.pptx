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3422685-B6F3-45DD-8EDD-84C0DF6D1B59}">
  <a:tblStyle styleId="{F3422685-B6F3-45DD-8EDD-84C0DF6D1B5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8.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18.png"/><Relationship Id="rId5" Type="http://schemas.openxmlformats.org/officeDocument/2006/relationships/image" Target="../media/image16.png"/><Relationship Id="rId6" Type="http://schemas.openxmlformats.org/officeDocument/2006/relationships/image" Target="../media/image13.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22.png"/><Relationship Id="rId6" Type="http://schemas.openxmlformats.org/officeDocument/2006/relationships/image" Target="../media/image31.png"/><Relationship Id="rId7" Type="http://schemas.openxmlformats.org/officeDocument/2006/relationships/image" Target="../media/image40.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4.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{F3422685-B6F3-45DD-8EDD-84C0DF6D1B59}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{F3422685-B6F3-45DD-8EDD-84C0DF6D1B59}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{F3422685-B6F3-45DD-8EDD-84C0DF6D1B59}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{F3422685-B6F3-45DD-8EDD-84C0DF6D1B59}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{F3422685-B6F3-45DD-8EDD-84C0DF6D1B59}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{F3422685-B6F3-45DD-8EDD-84C0DF6D1B59}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