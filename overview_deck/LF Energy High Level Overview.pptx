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47D844C-8A1E-49F3-8C7D-FF5C5254FA68}">
  <a:tblStyle styleId="{E47D844C-8A1E-49F3-8C7D-FF5C5254FA6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image" Target="../media/image17.png"/><Relationship Id="rId7" Type="http://schemas.openxmlformats.org/officeDocument/2006/relationships/image" Target="../media/image2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19.png"/><Relationship Id="rId5" Type="http://schemas.openxmlformats.org/officeDocument/2006/relationships/image" Target="../media/image27.png"/><Relationship Id="rId6" Type="http://schemas.openxmlformats.org/officeDocument/2006/relationships/image" Target="../media/image33.png"/><Relationship Id="rId7" Type="http://schemas.openxmlformats.org/officeDocument/2006/relationships/image" Target="../media/image31.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9.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35.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{E47D844C-8A1E-49F3-8C7D-FF5C5254FA68}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{E47D844C-8A1E-49F3-8C7D-FF5C5254FA68}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{E47D844C-8A1E-49F3-8C7D-FF5C5254FA68}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{E47D844C-8A1E-49F3-8C7D-FF5C5254FA68}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{E47D844C-8A1E-49F3-8C7D-FF5C5254FA68}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{E47D844C-8A1E-49F3-8C7D-FF5C5254FA68}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