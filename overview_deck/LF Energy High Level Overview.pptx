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A13EEE81-1922-41B9-9FB7-837E72EC13DA}">
  <a:tblStyle styleId="{A13EEE81-1922-41B9-9FB7-837E72EC13DA}"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png"/><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 Id="rId3" Type="http://schemas.openxmlformats.org/officeDocument/2006/relationships/image" Target="../media/image22.png"/><Relationship Id="rId4" Type="http://schemas.openxmlformats.org/officeDocument/2006/relationships/image" Target="../media/image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 Id="rId3" Type="http://schemas.openxmlformats.org/officeDocument/2006/relationships/image" Target="../media/image36.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10.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27.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8.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38.png"/><Relationship Id="rId4" Type="http://schemas.openxmlformats.org/officeDocument/2006/relationships/image" Target="../media/image7.png"/><Relationship Id="rId5" Type="http://schemas.openxmlformats.org/officeDocument/2006/relationships/image" Target="../media/image18.png"/><Relationship Id="rId6" Type="http://schemas.openxmlformats.org/officeDocument/2006/relationships/image" Target="../media/image9.png"/><Relationship Id="rId7"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3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6.png"/><Relationship Id="rId7" Type="http://schemas.openxmlformats.org/officeDocument/2006/relationships/image" Target="../media/image28.png"/><Relationship Id="rId8"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4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6.png"/><Relationship Id="rId5" Type="http://schemas.openxmlformats.org/officeDocument/2006/relationships/hyperlink" Target="mailto:membership@lfenergy.org" TargetMode="External"/><Relationship Id="rId6" Type="http://schemas.openxmlformats.org/officeDocument/2006/relationships/image" Target="../media/image32.png"/><Relationship Id="rId7" Type="http://schemas.openxmlformats.org/officeDocument/2006/relationships/image" Target="../media/image21.png"/><Relationship Id="rId8" Type="http://schemas.openxmlformats.org/officeDocument/2006/relationships/image" Target="../media/image3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{A13EEE81-1922-41B9-9FB7-837E72EC13DA}</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{A13EEE81-1922-41B9-9FB7-837E72EC13DA}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{A13EEE81-1922-41B9-9FB7-837E72EC13DA}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{A13EEE81-1922-41B9-9FB7-837E72EC13DA}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{A13EEE81-1922-41B9-9FB7-837E72EC13DA}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{A13EEE81-1922-41B9-9FB7-837E72EC13DA}</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