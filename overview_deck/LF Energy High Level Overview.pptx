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D6DE2A88-F9B1-42F6-A7B3-EA213B0F53A1}">
  <a:tblStyle styleId="{D6DE2A88-F9B1-42F6-A7B3-EA213B0F53A1}"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9.png"/><Relationship Id="rId3" Type="http://schemas.openxmlformats.org/officeDocument/2006/relationships/image" Target="../media/image23.png"/><Relationship Id="rId4"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2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0.png"/><Relationship Id="rId3" Type="http://schemas.openxmlformats.org/officeDocument/2006/relationships/image" Target="../media/image38.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40.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1.png"/><Relationship Id="rId4" Type="http://schemas.openxmlformats.org/officeDocument/2006/relationships/image" Target="../media/image10.png"/><Relationship Id="rId5" Type="http://schemas.openxmlformats.org/officeDocument/2006/relationships/image" Target="../media/image9.png"/><Relationship Id="rId6" Type="http://schemas.openxmlformats.org/officeDocument/2006/relationships/image" Target="../media/image16.png"/><Relationship Id="rId7"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3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7.png"/><Relationship Id="rId8" Type="http://schemas.openxmlformats.org/officeDocument/2006/relationships/image" Target="../media/image2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2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5.png"/><Relationship Id="rId5" Type="http://schemas.openxmlformats.org/officeDocument/2006/relationships/hyperlink" Target="mailto:membership@lfenergy.org" TargetMode="External"/><Relationship Id="rId6" Type="http://schemas.openxmlformats.org/officeDocument/2006/relationships/image" Target="../media/image21.png"/><Relationship Id="rId7" Type="http://schemas.openxmlformats.org/officeDocument/2006/relationships/image" Target="../media/image22.png"/><Relationship Id="rId8" Type="http://schemas.openxmlformats.org/officeDocument/2006/relationships/image" Target="../media/image2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{D6DE2A88-F9B1-42F6-A7B3-EA213B0F53A1}</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{D6DE2A88-F9B1-42F6-A7B3-EA213B0F53A1}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{D6DE2A88-F9B1-42F6-A7B3-EA213B0F53A1}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{D6DE2A88-F9B1-42F6-A7B3-EA213B0F53A1}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{D6DE2A88-F9B1-42F6-A7B3-EA213B0F53A1}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{D6DE2A88-F9B1-42F6-A7B3-EA213B0F53A1}</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