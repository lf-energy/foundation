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A2C944B-051A-4E76-A17F-A3AE9BC7D9CA}">
  <a:tblStyle styleId="{8A2C944B-051A-4E76-A17F-A3AE9BC7D9C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7.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{8A2C944B-051A-4E76-A17F-A3AE9BC7D9CA}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{8A2C944B-051A-4E76-A17F-A3AE9BC7D9CA}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{8A2C944B-051A-4E76-A17F-A3AE9BC7D9CA}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{8A2C944B-051A-4E76-A17F-A3AE9BC7D9CA}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{8A2C944B-051A-4E76-A17F-A3AE9BC7D9CA}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{8A2C944B-051A-4E76-A17F-A3AE9BC7D9CA}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