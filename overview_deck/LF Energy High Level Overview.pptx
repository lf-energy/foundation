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3290690-845C-48F4-AE42-1CA836BE7D89}">
  <a:tblStyle styleId="{93290690-845C-48F4-AE42-1CA836BE7D8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9.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5.png"/><Relationship Id="rId6" Type="http://schemas.openxmlformats.org/officeDocument/2006/relationships/image" Target="../media/image20.png"/><Relationship Id="rId7" Type="http://schemas.openxmlformats.org/officeDocument/2006/relationships/image" Target="../media/image19.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3.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{93290690-845C-48F4-AE42-1CA836BE7D89}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{93290690-845C-48F4-AE42-1CA836BE7D89}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{93290690-845C-48F4-AE42-1CA836BE7D89}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{93290690-845C-48F4-AE42-1CA836BE7D89}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{93290690-845C-48F4-AE42-1CA836BE7D89}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{93290690-845C-48F4-AE42-1CA836BE7D89}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