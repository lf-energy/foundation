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04DD805-E3C3-40D2-88CD-9DAB39B46E59}">
  <a:tblStyle styleId="{904DD805-E3C3-40D2-88CD-9DAB39B46E5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7.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5.png"/><Relationship Id="rId4" Type="http://schemas.openxmlformats.org/officeDocument/2006/relationships/image" Target="../media/image20.png"/><Relationship Id="rId5" Type="http://schemas.openxmlformats.org/officeDocument/2006/relationships/image" Target="../media/image17.png"/><Relationship Id="rId6" Type="http://schemas.openxmlformats.org/officeDocument/2006/relationships/image" Target="../media/image16.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21.png"/><Relationship Id="rId5" Type="http://schemas.openxmlformats.org/officeDocument/2006/relationships/image" Target="../media/image19.png"/><Relationship Id="rId6" Type="http://schemas.openxmlformats.org/officeDocument/2006/relationships/image" Target="../media/image18.png"/><Relationship Id="rId7" Type="http://schemas.openxmlformats.org/officeDocument/2006/relationships/image" Target="../media/image28.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0.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3.png"/><Relationship Id="rId8"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{904DD805-E3C3-40D2-88CD-9DAB39B46E59}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{904DD805-E3C3-40D2-88CD-9DAB39B46E59}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{904DD805-E3C3-40D2-88CD-9DAB39B46E59}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{904DD805-E3C3-40D2-88CD-9DAB39B46E59}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{904DD805-E3C3-40D2-88CD-9DAB39B46E59}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{904DD805-E3C3-40D2-88CD-9DAB39B46E59}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