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214FEFA-2E27-43FB-8791-C885F563A33D}">
  <a:tblStyle styleId="{7214FEFA-2E27-43FB-8791-C885F563A33D}"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9.png"/><Relationship Id="rId4" Type="http://schemas.openxmlformats.org/officeDocument/2006/relationships/image" Target="../media/image26.png"/><Relationship Id="rId5" Type="http://schemas.openxmlformats.org/officeDocument/2006/relationships/image" Target="../media/image23.png"/><Relationship Id="rId6" Type="http://schemas.openxmlformats.org/officeDocument/2006/relationships/image" Target="../media/image30.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38.png"/><Relationship Id="rId5" Type="http://schemas.openxmlformats.org/officeDocument/2006/relationships/image" Target="../media/image27.png"/><Relationship Id="rId6" Type="http://schemas.openxmlformats.org/officeDocument/2006/relationships/image" Target="../media/image16.png"/><Relationship Id="rId7" Type="http://schemas.openxmlformats.org/officeDocument/2006/relationships/image" Target="../media/image24.png"/><Relationship Id="rId8" Type="http://schemas.openxmlformats.org/officeDocument/2006/relationships/image" Target="../media/image3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2.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35.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{7214FEFA-2E27-43FB-8791-C885F563A33D}</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{7214FEFA-2E27-43FB-8791-C885F563A33D}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{7214FEFA-2E27-43FB-8791-C885F563A33D}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{7214FEFA-2E27-43FB-8791-C885F563A33D}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{7214FEFA-2E27-43FB-8791-C885F563A33D}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{7214FEFA-2E27-43FB-8791-C885F563A33D}</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