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1AED860-6D7B-4B40-875D-52171CDD38B9}">
  <a:tblStyle styleId="{21AED860-6D7B-4B40-875D-52171CDD38B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3.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19.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31.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{21AED860-6D7B-4B40-875D-52171CDD38B9}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{21AED860-6D7B-4B40-875D-52171CDD38B9}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{21AED860-6D7B-4B40-875D-52171CDD38B9}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{21AED860-6D7B-4B40-875D-52171CDD38B9}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{21AED860-6D7B-4B40-875D-52171CDD38B9}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{21AED860-6D7B-4B40-875D-52171CDD38B9}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