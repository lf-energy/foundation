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419C5B26-E27D-436E-83DE-19265549C941}">
  <a:tblStyle styleId="{419C5B26-E27D-436E-83DE-19265549C941}"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7.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1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16.png"/><Relationship Id="rId5" Type="http://schemas.openxmlformats.org/officeDocument/2006/relationships/image" Target="../media/image18.png"/><Relationship Id="rId6" Type="http://schemas.openxmlformats.org/officeDocument/2006/relationships/image" Target="../media/image21.png"/><Relationship Id="rId7"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4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6.png"/><Relationship Id="rId6" Type="http://schemas.openxmlformats.org/officeDocument/2006/relationships/image" Target="../media/image25.png"/><Relationship Id="rId7" Type="http://schemas.openxmlformats.org/officeDocument/2006/relationships/image" Target="../media/image27.png"/><Relationship Id="rId8" Type="http://schemas.openxmlformats.org/officeDocument/2006/relationships/image" Target="../media/image2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5.png"/><Relationship Id="rId5" Type="http://schemas.openxmlformats.org/officeDocument/2006/relationships/hyperlink" Target="mailto:membership@lfenergy.org" TargetMode="External"/><Relationship Id="rId6" Type="http://schemas.openxmlformats.org/officeDocument/2006/relationships/image" Target="../media/image33.png"/><Relationship Id="rId7" Type="http://schemas.openxmlformats.org/officeDocument/2006/relationships/image" Target="../media/image34.png"/><Relationship Id="rId8" Type="http://schemas.openxmlformats.org/officeDocument/2006/relationships/image" Target="../media/image3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{419C5B26-E27D-436E-83DE-19265549C941}</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{419C5B26-E27D-436E-83DE-19265549C941}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{419C5B26-E27D-436E-83DE-19265549C941}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{419C5B26-E27D-436E-83DE-19265549C941}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{419C5B26-E27D-436E-83DE-19265549C941}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{419C5B26-E27D-436E-83DE-19265549C941}</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