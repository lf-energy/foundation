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BFAF6BC-0122-44E6-ACB8-FB37706E9C0B}">
  <a:tblStyle styleId="{3BFAF6BC-0122-44E6-ACB8-FB37706E9C0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14.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37.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{3BFAF6BC-0122-44E6-ACB8-FB37706E9C0B}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{3BFAF6BC-0122-44E6-ACB8-FB37706E9C0B}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{3BFAF6BC-0122-44E6-ACB8-FB37706E9C0B}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{3BFAF6BC-0122-44E6-ACB8-FB37706E9C0B}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{3BFAF6BC-0122-44E6-ACB8-FB37706E9C0B}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{3BFAF6BC-0122-44E6-ACB8-FB37706E9C0B}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