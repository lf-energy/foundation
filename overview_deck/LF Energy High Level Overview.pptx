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33A4F01-8AE3-4FB5-9319-50433E32C1CD}">
  <a:tblStyle styleId="{233A4F01-8AE3-4FB5-9319-50433E32C1C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8.png"/><Relationship Id="rId4" Type="http://schemas.openxmlformats.org/officeDocument/2006/relationships/image" Target="../media/image1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image" Target="../media/image17.png"/><Relationship Id="rId6" Type="http://schemas.openxmlformats.org/officeDocument/2006/relationships/image" Target="../media/image12.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39.png"/><Relationship Id="rId5" Type="http://schemas.openxmlformats.org/officeDocument/2006/relationships/image" Target="../media/image20.png"/><Relationship Id="rId6" Type="http://schemas.openxmlformats.org/officeDocument/2006/relationships/image" Target="../media/image32.png"/><Relationship Id="rId7" Type="http://schemas.openxmlformats.org/officeDocument/2006/relationships/image" Target="../media/image21.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8.png"/><Relationship Id="rId7" Type="http://schemas.openxmlformats.org/officeDocument/2006/relationships/image" Target="../media/image30.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{233A4F01-8AE3-4FB5-9319-50433E32C1CD}</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{233A4F01-8AE3-4FB5-9319-50433E32C1CD}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{233A4F01-8AE3-4FB5-9319-50433E32C1CD}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{233A4F01-8AE3-4FB5-9319-50433E32C1CD}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{233A4F01-8AE3-4FB5-9319-50433E32C1CD}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{233A4F01-8AE3-4FB5-9319-50433E32C1CD}</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