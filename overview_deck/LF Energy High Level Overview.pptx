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D4F16275-C7BA-4F2B-97E7-7E86187C9633}">
  <a:tblStyle styleId="{D4F16275-C7BA-4F2B-97E7-7E86187C9633}"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8.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2.png"/><Relationship Id="rId4"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8.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8.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29.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31.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6.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3.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2.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9.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24.png"/><Relationship Id="rId4" Type="http://schemas.openxmlformats.org/officeDocument/2006/relationships/image" Target="../media/image30.png"/><Relationship Id="rId5" Type="http://schemas.openxmlformats.org/officeDocument/2006/relationships/image" Target="../media/image22.png"/><Relationship Id="rId6" Type="http://schemas.openxmlformats.org/officeDocument/2006/relationships/image" Target="../media/image21.png"/><Relationship Id="rId7"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2.png"/><Relationship Id="rId4" Type="http://schemas.openxmlformats.org/officeDocument/2006/relationships/image" Target="../media/image27.png"/><Relationship Id="rId5" Type="http://schemas.openxmlformats.org/officeDocument/2006/relationships/image" Target="../media/image18.png"/><Relationship Id="rId6" Type="http://schemas.openxmlformats.org/officeDocument/2006/relationships/image" Target="../media/image35.png"/><Relationship Id="rId7" Type="http://schemas.openxmlformats.org/officeDocument/2006/relationships/image" Target="../media/image32.png"/><Relationship Id="rId8" Type="http://schemas.openxmlformats.org/officeDocument/2006/relationships/image" Target="../media/image2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8.png"/><Relationship Id="rId5" Type="http://schemas.openxmlformats.org/officeDocument/2006/relationships/hyperlink" Target="mailto:membership@lfenergy.org" TargetMode="External"/><Relationship Id="rId6" Type="http://schemas.openxmlformats.org/officeDocument/2006/relationships/image" Target="../media/image33.png"/><Relationship Id="rId7" Type="http://schemas.openxmlformats.org/officeDocument/2006/relationships/image" Target="../media/image28.png"/><Relationship Id="rId8" Type="http://schemas.openxmlformats.org/officeDocument/2006/relationships/image" Target="../media/image3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{D4F16275-C7BA-4F2B-97E7-7E86187C9633}</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{D4F16275-C7BA-4F2B-97E7-7E86187C9633}</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{D4F16275-C7BA-4F2B-97E7-7E86187C9633}</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{D4F16275-C7BA-4F2B-97E7-7E86187C9633}</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{D4F16275-C7BA-4F2B-97E7-7E86187C9633}</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{D4F16275-C7BA-4F2B-97E7-7E86187C9633}</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