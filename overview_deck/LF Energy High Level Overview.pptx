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AC8DF57-EF93-46A5-9580-470ABCAFA76B}">
  <a:tblStyle styleId="{7AC8DF57-EF93-46A5-9580-470ABCAFA76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14.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15.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31.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7.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{7AC8DF57-EF93-46A5-9580-470ABCAFA76B}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{7AC8DF57-EF93-46A5-9580-470ABCAFA76B}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{7AC8DF57-EF93-46A5-9580-470ABCAFA76B}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{7AC8DF57-EF93-46A5-9580-470ABCAFA76B}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{7AC8DF57-EF93-46A5-9580-470ABCAFA76B}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{7AC8DF57-EF93-46A5-9580-470ABCAFA76B}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