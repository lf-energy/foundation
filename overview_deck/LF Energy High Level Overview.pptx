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75BC050-3C19-41D3-958A-A709838A6AC1}">
  <a:tblStyle styleId="{C75BC050-3C19-41D3-958A-A709838A6AC1}"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3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22.png"/><Relationship Id="rId7"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image" Target="../media/image16.png"/><Relationship Id="rId6" Type="http://schemas.openxmlformats.org/officeDocument/2006/relationships/image" Target="../media/image18.png"/><Relationship Id="rId7" Type="http://schemas.openxmlformats.org/officeDocument/2006/relationships/image" Target="../media/image21.png"/><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7.png"/><Relationship Id="rId5" Type="http://schemas.openxmlformats.org/officeDocument/2006/relationships/hyperlink" Target="mailto:membership@lfenergy.org" TargetMode="External"/><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{C75BC050-3C19-41D3-958A-A709838A6AC1}</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{C75BC050-3C19-41D3-958A-A709838A6AC1}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{C75BC050-3C19-41D3-958A-A709838A6AC1}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{C75BC050-3C19-41D3-958A-A709838A6AC1}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{C75BC050-3C19-41D3-958A-A709838A6AC1}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{C75BC050-3C19-41D3-958A-A709838A6AC1}</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