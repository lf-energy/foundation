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AB85FE2-414F-4E84-8712-44C0ECBA2227}">
  <a:tblStyle styleId="{9AB85FE2-414F-4E84-8712-44C0ECBA2227}"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3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0.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image" Target="../media/image22.png"/><Relationship Id="rId6" Type="http://schemas.openxmlformats.org/officeDocument/2006/relationships/image" Target="../media/image19.png"/><Relationship Id="rId7" Type="http://schemas.openxmlformats.org/officeDocument/2006/relationships/image" Target="../media/image16.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{9AB85FE2-414F-4E84-8712-44C0ECBA2227}</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{9AB85FE2-414F-4E84-8712-44C0ECBA2227}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{9AB85FE2-414F-4E84-8712-44C0ECBA2227}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{9AB85FE2-414F-4E84-8712-44C0ECBA2227}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{9AB85FE2-414F-4E84-8712-44C0ECBA2227}</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{9AB85FE2-414F-4E84-8712-44C0ECBA2227}</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