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0AC3486-F246-4327-883F-DA38BCFDED12}">
  <a:tblStyle styleId="{20AC3486-F246-4327-883F-DA38BCFDED1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5.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image" Target="../media/image23.png"/><Relationship Id="rId6" Type="http://schemas.openxmlformats.org/officeDocument/2006/relationships/image" Target="../media/image13.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19.png"/><Relationship Id="rId8"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0.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{20AC3486-F246-4327-883F-DA38BCFDED12}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{20AC3486-F246-4327-883F-DA38BCFDED12}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{20AC3486-F246-4327-883F-DA38BCFDED12}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{20AC3486-F246-4327-883F-DA38BCFDED12}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{20AC3486-F246-4327-883F-DA38BCFDED12}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{20AC3486-F246-4327-883F-DA38BCFDED12}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