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564A4F8-B091-49DA-941F-3EF2B9301E78}">
  <a:tblStyle styleId="{D564A4F8-B091-49DA-941F-3EF2B9301E7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{D564A4F8-B091-49DA-941F-3EF2B9301E78}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{D564A4F8-B091-49DA-941F-3EF2B9301E78}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{D564A4F8-B091-49DA-941F-3EF2B9301E78}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{D564A4F8-B091-49DA-941F-3EF2B9301E78}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{D564A4F8-B091-49DA-941F-3EF2B9301E78}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{D564A4F8-B091-49DA-941F-3EF2B9301E78}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