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43218D-8DFF-46E5-AA4F-0B3197DF35BA}">
  <a:tblStyle styleId="{9143218D-8DFF-46E5-AA4F-0B3197DF35B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9.png"/><Relationship Id="rId8"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{9143218D-8DFF-46E5-AA4F-0B3197DF35BA}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{9143218D-8DFF-46E5-AA4F-0B3197DF35BA}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{9143218D-8DFF-46E5-AA4F-0B3197DF35BA}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{9143218D-8DFF-46E5-AA4F-0B3197DF35BA}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{9143218D-8DFF-46E5-AA4F-0B3197DF35BA}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{9143218D-8DFF-46E5-AA4F-0B3197DF35BA}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