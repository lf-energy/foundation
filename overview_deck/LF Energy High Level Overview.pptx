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17B6402E-12B4-4C7E-B380-1650E6779C8C}">
  <a:tblStyle styleId="{17B6402E-12B4-4C7E-B380-1650E6779C8C}"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8.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34.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9.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7.png"/><Relationship Id="rId6" Type="http://schemas.openxmlformats.org/officeDocument/2006/relationships/image" Target="../media/image15.png"/><Relationship Id="rId7" Type="http://schemas.openxmlformats.org/officeDocument/2006/relationships/image" Target="../media/image25.png"/><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8.png"/><Relationship Id="rId5" Type="http://schemas.openxmlformats.org/officeDocument/2006/relationships/hyperlink" Target="mailto:membership@lfenergy.org" TargetMode="External"/><Relationship Id="rId6" Type="http://schemas.openxmlformats.org/officeDocument/2006/relationships/image" Target="../media/image22.png"/><Relationship Id="rId7" Type="http://schemas.openxmlformats.org/officeDocument/2006/relationships/image" Target="../media/image26.png"/><Relationship Id="rId8" Type="http://schemas.openxmlformats.org/officeDocument/2006/relationships/image" Target="../media/image2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{17B6402E-12B4-4C7E-B380-1650E6779C8C}</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{17B6402E-12B4-4C7E-B380-1650E6779C8C}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{17B6402E-12B4-4C7E-B380-1650E6779C8C}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{17B6402E-12B4-4C7E-B380-1650E6779C8C}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{17B6402E-12B4-4C7E-B380-1650E6779C8C}</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{17B6402E-12B4-4C7E-B380-1650E6779C8C}</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