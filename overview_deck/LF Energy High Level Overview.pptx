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09244C1-83DE-412E-A985-7EA46CB223F7}">
  <a:tblStyle styleId="{909244C1-83DE-412E-A985-7EA46CB223F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7.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3.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9.png"/><Relationship Id="rId5" Type="http://schemas.openxmlformats.org/officeDocument/2006/relationships/image" Target="../media/image16.png"/><Relationship Id="rId6" Type="http://schemas.openxmlformats.org/officeDocument/2006/relationships/image" Target="../media/image15.png"/><Relationship Id="rId7" Type="http://schemas.openxmlformats.org/officeDocument/2006/relationships/image" Target="../media/image18.png"/><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1.png"/><Relationship Id="rId7" Type="http://schemas.openxmlformats.org/officeDocument/2006/relationships/image" Target="../media/image24.png"/><Relationship Id="rId8"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{909244C1-83DE-412E-A985-7EA46CB223F7}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{909244C1-83DE-412E-A985-7EA46CB223F7}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{909244C1-83DE-412E-A985-7EA46CB223F7}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{909244C1-83DE-412E-A985-7EA46CB223F7}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{909244C1-83DE-412E-A985-7EA46CB223F7}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{909244C1-83DE-412E-A985-7EA46CB223F7}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