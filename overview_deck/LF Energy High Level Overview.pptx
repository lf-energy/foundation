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D4D1738-D6D8-4918-A531-0B0A59571B1C}">
  <a:tblStyle styleId="{2D4D1738-D6D8-4918-A531-0B0A59571B1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5.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3.png"/><Relationship Id="rId4" Type="http://schemas.openxmlformats.org/officeDocument/2006/relationships/image" Target="../media/image35.png"/><Relationship Id="rId5" Type="http://schemas.openxmlformats.org/officeDocument/2006/relationships/image" Target="../media/image18.png"/><Relationship Id="rId6" Type="http://schemas.openxmlformats.org/officeDocument/2006/relationships/image" Target="../media/image39.png"/><Relationship Id="rId7" Type="http://schemas.openxmlformats.org/officeDocument/2006/relationships/image" Target="../media/image17.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{2D4D1738-D6D8-4918-A531-0B0A59571B1C}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{2D4D1738-D6D8-4918-A531-0B0A59571B1C}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{2D4D1738-D6D8-4918-A531-0B0A59571B1C}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{2D4D1738-D6D8-4918-A531-0B0A59571B1C}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{2D4D1738-D6D8-4918-A531-0B0A59571B1C}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{2D4D1738-D6D8-4918-A531-0B0A59571B1C}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