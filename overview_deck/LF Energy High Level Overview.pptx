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5140C9C7-87E5-4779-81D9-30557A0BE61A}">
  <a:tblStyle styleId="{5140C9C7-87E5-4779-81D9-30557A0BE61A}"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5.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2.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2.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7.png"/><Relationship Id="rId4" Type="http://schemas.openxmlformats.org/officeDocument/2006/relationships/image" Target="../media/image5.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17.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15.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19.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3.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20.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image" Target="../media/image23.png"/><Relationship Id="rId6" Type="http://schemas.openxmlformats.org/officeDocument/2006/relationships/image" Target="../media/image25.png"/><Relationship Id="rId7"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2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3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26.png"/><Relationship Id="rId4" Type="http://schemas.openxmlformats.org/officeDocument/2006/relationships/image" Target="../media/image27.png"/><Relationship Id="rId5" Type="http://schemas.openxmlformats.org/officeDocument/2006/relationships/image" Target="../media/image29.png"/><Relationship Id="rId6" Type="http://schemas.openxmlformats.org/officeDocument/2006/relationships/image" Target="../media/image30.png"/><Relationship Id="rId7" Type="http://schemas.openxmlformats.org/officeDocument/2006/relationships/image" Target="../media/image31.png"/><Relationship Id="rId8" Type="http://schemas.openxmlformats.org/officeDocument/2006/relationships/image" Target="../media/image3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2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2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40.png"/><Relationship Id="rId5" Type="http://schemas.openxmlformats.org/officeDocument/2006/relationships/hyperlink" Target="mailto:membership@lfenergy.org" TargetMode="External"/><Relationship Id="rId6" Type="http://schemas.openxmlformats.org/officeDocument/2006/relationships/image" Target="../media/image37.png"/><Relationship Id="rId7" Type="http://schemas.openxmlformats.org/officeDocument/2006/relationships/image" Target="../media/image38.png"/><Relationship Id="rId8" Type="http://schemas.openxmlformats.org/officeDocument/2006/relationships/image" Target="../media/image39.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{5140C9C7-87E5-4779-81D9-30557A0BE61A}</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{5140C9C7-87E5-4779-81D9-30557A0BE61A}</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{5140C9C7-87E5-4779-81D9-30557A0BE61A}</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{5140C9C7-87E5-4779-81D9-30557A0BE61A}</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{5140C9C7-87E5-4779-81D9-30557A0BE61A}</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{5140C9C7-87E5-4779-81D9-30557A0BE61A}</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