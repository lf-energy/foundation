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40B6E56-1F9C-446F-B546-B7F2647CCFBA}">
  <a:tblStyle styleId="{240B6E56-1F9C-446F-B546-B7F2647CCFBA}"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1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1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3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image" Target="../media/image10.png"/><Relationship Id="rId6" Type="http://schemas.openxmlformats.org/officeDocument/2006/relationships/image" Target="../media/image21.png"/><Relationship Id="rId7"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9.png"/><Relationship Id="rId4" Type="http://schemas.openxmlformats.org/officeDocument/2006/relationships/image" Target="../media/image20.png"/><Relationship Id="rId5" Type="http://schemas.openxmlformats.org/officeDocument/2006/relationships/image" Target="../media/image22.png"/><Relationship Id="rId6" Type="http://schemas.openxmlformats.org/officeDocument/2006/relationships/image" Target="../media/image31.png"/><Relationship Id="rId7" Type="http://schemas.openxmlformats.org/officeDocument/2006/relationships/image" Target="../media/image27.png"/><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2.png"/><Relationship Id="rId5" Type="http://schemas.openxmlformats.org/officeDocument/2006/relationships/hyperlink" Target="mailto:membership@lfenergy.org" TargetMode="External"/><Relationship Id="rId6" Type="http://schemas.openxmlformats.org/officeDocument/2006/relationships/image" Target="../media/image34.png"/><Relationship Id="rId7" Type="http://schemas.openxmlformats.org/officeDocument/2006/relationships/image" Target="../media/image25.png"/><Relationship Id="rId8" Type="http://schemas.openxmlformats.org/officeDocument/2006/relationships/image" Target="../media/image3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{240B6E56-1F9C-446F-B546-B7F2647CCFBA}</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{240B6E56-1F9C-446F-B546-B7F2647CCFBA}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{240B6E56-1F9C-446F-B546-B7F2647CCFBA}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{240B6E56-1F9C-446F-B546-B7F2647CCFBA}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{240B6E56-1F9C-446F-B546-B7F2647CCFBA}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{240B6E56-1F9C-446F-B546-B7F2647CCFBA}</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