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51CCFF3-9EA1-4AD6-A2DD-811D0323C3BA}">
  <a:tblStyle styleId="{751CCFF3-9EA1-4AD6-A2DD-811D0323C3B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4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26.png"/><Relationship Id="rId6" Type="http://schemas.openxmlformats.org/officeDocument/2006/relationships/image" Target="../media/image16.png"/><Relationship Id="rId7"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0.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{751CCFF3-9EA1-4AD6-A2DD-811D0323C3BA}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{751CCFF3-9EA1-4AD6-A2DD-811D0323C3BA}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{751CCFF3-9EA1-4AD6-A2DD-811D0323C3BA}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{751CCFF3-9EA1-4AD6-A2DD-811D0323C3BA}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{751CCFF3-9EA1-4AD6-A2DD-811D0323C3BA}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{751CCFF3-9EA1-4AD6-A2DD-811D0323C3BA}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