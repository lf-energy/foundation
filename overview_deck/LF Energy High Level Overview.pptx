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68A6CE3-77B7-4DC6-AE46-14005A626D47}">
  <a:tblStyle styleId="{D68A6CE3-77B7-4DC6-AE46-14005A626D4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27.png"/><Relationship Id="rId6" Type="http://schemas.openxmlformats.org/officeDocument/2006/relationships/image" Target="../media/image16.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2.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30.png"/><Relationship Id="rId8"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{D68A6CE3-77B7-4DC6-AE46-14005A626D47}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{D68A6CE3-77B7-4DC6-AE46-14005A626D47}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{D68A6CE3-77B7-4DC6-AE46-14005A626D47}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{D68A6CE3-77B7-4DC6-AE46-14005A626D47}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{D68A6CE3-77B7-4DC6-AE46-14005A626D47}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{D68A6CE3-77B7-4DC6-AE46-14005A626D47}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