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A5A75A7-0268-4E23-BE90-BAA816196550}">
  <a:tblStyle styleId="{AA5A75A7-0268-4E23-BE90-BAA816196550}"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8.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image" Target="../media/image1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8.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3.png"/><Relationship Id="rId4" Type="http://schemas.openxmlformats.org/officeDocument/2006/relationships/image" Target="../media/image1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2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2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3"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34.png"/><Relationship Id="rId4" Type="http://schemas.openxmlformats.org/officeDocument/2006/relationships/image" Target="../media/image17.png"/><Relationship Id="rId5" Type="http://schemas.openxmlformats.org/officeDocument/2006/relationships/image" Target="../media/image14.png"/><Relationship Id="rId6" Type="http://schemas.openxmlformats.org/officeDocument/2006/relationships/image" Target="../media/image30.png"/><Relationship Id="rId7"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0.png"/><Relationship Id="rId4" Type="http://schemas.openxmlformats.org/officeDocument/2006/relationships/image" Target="../media/image29.png"/><Relationship Id="rId5" Type="http://schemas.openxmlformats.org/officeDocument/2006/relationships/image" Target="../media/image26.png"/><Relationship Id="rId6" Type="http://schemas.openxmlformats.org/officeDocument/2006/relationships/image" Target="../media/image31.png"/><Relationship Id="rId7" Type="http://schemas.openxmlformats.org/officeDocument/2006/relationships/image" Target="../media/image38.png"/><Relationship Id="rId8" Type="http://schemas.openxmlformats.org/officeDocument/2006/relationships/image" Target="../media/image2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6.png"/><Relationship Id="rId5" Type="http://schemas.openxmlformats.org/officeDocument/2006/relationships/hyperlink" Target="mailto:membership@lfenergy.org" TargetMode="External"/><Relationship Id="rId6" Type="http://schemas.openxmlformats.org/officeDocument/2006/relationships/image" Target="../media/image32.png"/><Relationship Id="rId7" Type="http://schemas.openxmlformats.org/officeDocument/2006/relationships/image" Target="../media/image33.png"/><Relationship Id="rId8" Type="http://schemas.openxmlformats.org/officeDocument/2006/relationships/image" Target="../media/image3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1" l="4553" r="4371" t="23658"/>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{AA5A75A7-0268-4E23-BE90-BAA816196550}</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{AA5A75A7-0268-4E23-BE90-BAA816196550}</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{AA5A75A7-0268-4E23-BE90-BAA816196550}</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{AA5A75A7-0268-4E23-BE90-BAA816196550}</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{AA5A75A7-0268-4E23-BE90-BAA816196550}</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{AA5A75A7-0268-4E23-BE90-BAA816196550}</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