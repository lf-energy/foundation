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13E3245-A485-425E-8DFC-A9FE81DB0A83}">
  <a:tblStyle styleId="{C13E3245-A485-425E-8DFC-A9FE81DB0A83}"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6.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28.png"/><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3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3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3"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3.png"/><Relationship Id="rId5" Type="http://schemas.openxmlformats.org/officeDocument/2006/relationships/image" Target="../media/image8.png"/><Relationship Id="rId6" Type="http://schemas.openxmlformats.org/officeDocument/2006/relationships/image" Target="../media/image10.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8.png"/><Relationship Id="rId8"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6.png"/><Relationship Id="rId5" Type="http://schemas.openxmlformats.org/officeDocument/2006/relationships/hyperlink" Target="mailto:membership@lfenergy.org" TargetMode="External"/><Relationship Id="rId6" Type="http://schemas.openxmlformats.org/officeDocument/2006/relationships/image" Target="../media/image31.png"/><Relationship Id="rId7" Type="http://schemas.openxmlformats.org/officeDocument/2006/relationships/image" Target="../media/image22.png"/><Relationship Id="rId8"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1" l="4553" r="4371" t="23658"/>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{C13E3245-A485-425E-8DFC-A9FE81DB0A83}</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{C13E3245-A485-425E-8DFC-A9FE81DB0A83}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{C13E3245-A485-425E-8DFC-A9FE81DB0A83}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{C13E3245-A485-425E-8DFC-A9FE81DB0A83}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{C13E3245-A485-425E-8DFC-A9FE81DB0A83}</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{C13E3245-A485-425E-8DFC-A9FE81DB0A83}</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