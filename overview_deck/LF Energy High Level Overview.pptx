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D5C7A3E5-CDB7-424E-8A83-162A6A4BB647}">
  <a:tblStyle styleId="{D5C7A3E5-CDB7-424E-8A83-162A6A4BB647}"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image" Target="../media/image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1.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8.png"/><Relationship Id="rId4" Type="http://schemas.openxmlformats.org/officeDocument/2006/relationships/image" Target="../media/image4.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 Id="rId3" Type="http://schemas.openxmlformats.org/officeDocument/2006/relationships/image" Target="../media/image27.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12.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25.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3.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16.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7.png"/><Relationship Id="rId4" Type="http://schemas.openxmlformats.org/officeDocument/2006/relationships/image" Target="../media/image20.png"/><Relationship Id="rId5" Type="http://schemas.openxmlformats.org/officeDocument/2006/relationships/image" Target="../media/image36.png"/><Relationship Id="rId6" Type="http://schemas.openxmlformats.org/officeDocument/2006/relationships/image" Target="../media/image19.png"/><Relationship Id="rId7"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4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3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22.png"/><Relationship Id="rId4" Type="http://schemas.openxmlformats.org/officeDocument/2006/relationships/image" Target="../media/image26.png"/><Relationship Id="rId5" Type="http://schemas.openxmlformats.org/officeDocument/2006/relationships/image" Target="../media/image23.png"/><Relationship Id="rId6" Type="http://schemas.openxmlformats.org/officeDocument/2006/relationships/image" Target="../media/image24.png"/><Relationship Id="rId7" Type="http://schemas.openxmlformats.org/officeDocument/2006/relationships/image" Target="../media/image32.png"/><Relationship Id="rId8" Type="http://schemas.openxmlformats.org/officeDocument/2006/relationships/image" Target="../media/image3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2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2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34.png"/><Relationship Id="rId5" Type="http://schemas.openxmlformats.org/officeDocument/2006/relationships/hyperlink" Target="mailto:membership@lfenergy.org" TargetMode="External"/><Relationship Id="rId6" Type="http://schemas.openxmlformats.org/officeDocument/2006/relationships/image" Target="../media/image28.png"/><Relationship Id="rId7" Type="http://schemas.openxmlformats.org/officeDocument/2006/relationships/image" Target="../media/image35.png"/><Relationship Id="rId8" Type="http://schemas.openxmlformats.org/officeDocument/2006/relationships/image" Target="../media/image3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{D5C7A3E5-CDB7-424E-8A83-162A6A4BB647}</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{D5C7A3E5-CDB7-424E-8A83-162A6A4BB647}</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{D5C7A3E5-CDB7-424E-8A83-162A6A4BB647}</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{D5C7A3E5-CDB7-424E-8A83-162A6A4BB647}</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{D5C7A3E5-CDB7-424E-8A83-162A6A4BB647}</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{D5C7A3E5-CDB7-424E-8A83-162A6A4BB647}</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