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25460A2-16E6-4345-8395-7449A917BFE6}">
  <a:tblStyle styleId="{725460A2-16E6-4345-8395-7449A917BFE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8.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30.png"/><Relationship Id="rId5" Type="http://schemas.openxmlformats.org/officeDocument/2006/relationships/image" Target="../media/image25.png"/><Relationship Id="rId6" Type="http://schemas.openxmlformats.org/officeDocument/2006/relationships/image" Target="../media/image7.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21.png"/><Relationship Id="rId8"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28.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{725460A2-16E6-4345-8395-7449A917BFE6}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{725460A2-16E6-4345-8395-7449A917BFE6}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{725460A2-16E6-4345-8395-7449A917BFE6}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{725460A2-16E6-4345-8395-7449A917BFE6}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{725460A2-16E6-4345-8395-7449A917BFE6}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{725460A2-16E6-4345-8395-7449A917BFE6}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