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308F22D-557F-4E92-9789-9B39D22F22B9}">
  <a:tblStyle styleId="{6308F22D-557F-4E92-9789-9B39D22F22B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29.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{6308F22D-557F-4E92-9789-9B39D22F22B9}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{6308F22D-557F-4E92-9789-9B39D22F22B9}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{6308F22D-557F-4E92-9789-9B39D22F22B9}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{6308F22D-557F-4E92-9789-9B39D22F22B9}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{6308F22D-557F-4E92-9789-9B39D22F22B9}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{6308F22D-557F-4E92-9789-9B39D22F22B9}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