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B80D0C47-2438-47AF-B457-F5EB1A81DCF8}">
  <a:tblStyle styleId="{B80D0C47-2438-47AF-B457-F5EB1A81DCF8}"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9.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9.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37.png"/><Relationship Id="rId4" Type="http://schemas.openxmlformats.org/officeDocument/2006/relationships/image" Target="../media/image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3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8.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24.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1.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5.png"/><Relationship Id="rId4" Type="http://schemas.openxmlformats.org/officeDocument/2006/relationships/image" Target="../media/image20.png"/><Relationship Id="rId5" Type="http://schemas.openxmlformats.org/officeDocument/2006/relationships/image" Target="../media/image27.png"/><Relationship Id="rId6" Type="http://schemas.openxmlformats.org/officeDocument/2006/relationships/image" Target="../media/image16.png"/><Relationship Id="rId7"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3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1.png"/><Relationship Id="rId4" Type="http://schemas.openxmlformats.org/officeDocument/2006/relationships/image" Target="../media/image17.png"/><Relationship Id="rId5" Type="http://schemas.openxmlformats.org/officeDocument/2006/relationships/image" Target="../media/image19.png"/><Relationship Id="rId6" Type="http://schemas.openxmlformats.org/officeDocument/2006/relationships/image" Target="../media/image22.png"/><Relationship Id="rId7" Type="http://schemas.openxmlformats.org/officeDocument/2006/relationships/image" Target="../media/image32.png"/><Relationship Id="rId8" Type="http://schemas.openxmlformats.org/officeDocument/2006/relationships/image" Target="../media/image3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4.png"/><Relationship Id="rId5" Type="http://schemas.openxmlformats.org/officeDocument/2006/relationships/hyperlink" Target="mailto:membership@lfenergy.org" TargetMode="External"/><Relationship Id="rId6" Type="http://schemas.openxmlformats.org/officeDocument/2006/relationships/image" Target="../media/image40.png"/><Relationship Id="rId7" Type="http://schemas.openxmlformats.org/officeDocument/2006/relationships/image" Target="../media/image29.png"/><Relationship Id="rId8" Type="http://schemas.openxmlformats.org/officeDocument/2006/relationships/image" Target="../media/image3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{B80D0C47-2438-47AF-B457-F5EB1A81DCF8}</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{B80D0C47-2438-47AF-B457-F5EB1A81DCF8}</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{B80D0C47-2438-47AF-B457-F5EB1A81DCF8}</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{B80D0C47-2438-47AF-B457-F5EB1A81DCF8}</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{B80D0C47-2438-47AF-B457-F5EB1A81DCF8}</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{B80D0C47-2438-47AF-B457-F5EB1A81DCF8}</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