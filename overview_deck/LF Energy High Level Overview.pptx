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9EED69C-6B42-446E-B878-0199D09D1945}">
  <a:tblStyle styleId="{79EED69C-6B42-446E-B878-0199D09D194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0.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31.png"/><Relationship Id="rId6" Type="http://schemas.openxmlformats.org/officeDocument/2006/relationships/image" Target="../media/image10.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15.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19.png"/><Relationship Id="rId7" Type="http://schemas.openxmlformats.org/officeDocument/2006/relationships/image" Target="../media/image2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{79EED69C-6B42-446E-B878-0199D09D1945}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{79EED69C-6B42-446E-B878-0199D09D1945}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{79EED69C-6B42-446E-B878-0199D09D1945}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{79EED69C-6B42-446E-B878-0199D09D1945}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{79EED69C-6B42-446E-B878-0199D09D1945}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{79EED69C-6B42-446E-B878-0199D09D1945}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