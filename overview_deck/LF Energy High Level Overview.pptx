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D800D91-CE6D-49CF-BB79-3CBE2B538BD8}">
  <a:tblStyle styleId="{8D800D91-CE6D-49CF-BB79-3CBE2B538BD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3.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{8D800D91-CE6D-49CF-BB79-3CBE2B538BD8}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{8D800D91-CE6D-49CF-BB79-3CBE2B538BD8}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{8D800D91-CE6D-49CF-BB79-3CBE2B538BD8}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{8D800D91-CE6D-49CF-BB79-3CBE2B538BD8}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{8D800D91-CE6D-49CF-BB79-3CBE2B538BD8}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{8D800D91-CE6D-49CF-BB79-3CBE2B538BD8}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