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BBB2048-5F27-49E8-9735-B9695B4156A2}">
  <a:tblStyle styleId="{EBBB2048-5F27-49E8-9735-B9695B4156A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9.png"/><Relationship Id="rId7" Type="http://schemas.openxmlformats.org/officeDocument/2006/relationships/image" Target="../media/image17.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{EBBB2048-5F27-49E8-9735-B9695B4156A2}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{EBBB2048-5F27-49E8-9735-B9695B4156A2}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{EBBB2048-5F27-49E8-9735-B9695B4156A2}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{EBBB2048-5F27-49E8-9735-B9695B4156A2}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{EBBB2048-5F27-49E8-9735-B9695B4156A2}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{EBBB2048-5F27-49E8-9735-B9695B4156A2}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