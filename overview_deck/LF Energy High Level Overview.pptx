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1ED5719-7045-49E9-B1B7-4603A76AEEF2}">
  <a:tblStyle styleId="{41ED5719-7045-49E9-B1B7-4603A76AEEF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2.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7.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{41ED5719-7045-49E9-B1B7-4603A76AEEF2}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{41ED5719-7045-49E9-B1B7-4603A76AEEF2}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{41ED5719-7045-49E9-B1B7-4603A76AEEF2}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{41ED5719-7045-49E9-B1B7-4603A76AEEF2}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{41ED5719-7045-49E9-B1B7-4603A76AEEF2}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{41ED5719-7045-49E9-B1B7-4603A76AEEF2}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