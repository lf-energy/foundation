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6C4D00D-C09A-499A-9D17-C6087F0903CE}">
  <a:tblStyle styleId="{D6C4D00D-C09A-499A-9D17-C6087F0903CE}"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5.png"/><Relationship Id="rId6" Type="http://schemas.openxmlformats.org/officeDocument/2006/relationships/image" Target="../media/image21.png"/><Relationship Id="rId7" Type="http://schemas.openxmlformats.org/officeDocument/2006/relationships/image" Target="../media/image2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34.png"/><Relationship Id="rId5" Type="http://schemas.openxmlformats.org/officeDocument/2006/relationships/image" Target="../media/image25.png"/><Relationship Id="rId6" Type="http://schemas.openxmlformats.org/officeDocument/2006/relationships/image" Target="../media/image30.png"/><Relationship Id="rId7" Type="http://schemas.openxmlformats.org/officeDocument/2006/relationships/image" Target="../media/image28.png"/><Relationship Id="rId8" Type="http://schemas.openxmlformats.org/officeDocument/2006/relationships/image" Target="../media/image2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5.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33.png"/><Relationship Id="rId8"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{D6C4D00D-C09A-499A-9D17-C6087F0903CE}</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{D6C4D00D-C09A-499A-9D17-C6087F0903CE}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{D6C4D00D-C09A-499A-9D17-C6087F0903CE}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{D6C4D00D-C09A-499A-9D17-C6087F0903CE}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{D6C4D00D-C09A-499A-9D17-C6087F0903CE}</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{D6C4D00D-C09A-499A-9D17-C6087F0903CE}</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