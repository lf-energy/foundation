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CA85A0D-102F-4673-A333-7C3968EDA892}">
  <a:tblStyle styleId="{8CA85A0D-102F-4673-A333-7C3968EDA89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7.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2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6.png"/><Relationship Id="rId6" Type="http://schemas.openxmlformats.org/officeDocument/2006/relationships/image" Target="../media/image15.png"/><Relationship Id="rId7" Type="http://schemas.openxmlformats.org/officeDocument/2006/relationships/image" Target="../media/image18.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24.png"/><Relationship Id="rId7" Type="http://schemas.openxmlformats.org/officeDocument/2006/relationships/image" Target="../media/image22.png"/><Relationship Id="rId8"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{8CA85A0D-102F-4673-A333-7C3968EDA892}</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{8CA85A0D-102F-4673-A333-7C3968EDA892}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{8CA85A0D-102F-4673-A333-7C3968EDA892}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{8CA85A0D-102F-4673-A333-7C3968EDA892}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{8CA85A0D-102F-4673-A333-7C3968EDA892}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{8CA85A0D-102F-4673-A333-7C3968EDA892}</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