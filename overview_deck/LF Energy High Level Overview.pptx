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54FDCB3-222B-4E8E-B641-5E3025CCE0F1}">
  <a:tblStyle styleId="{654FDCB3-222B-4E8E-B641-5E3025CCE0F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33.png"/><Relationship Id="rId6" Type="http://schemas.openxmlformats.org/officeDocument/2006/relationships/image" Target="../media/image18.png"/><Relationship Id="rId7"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31.png"/><Relationship Id="rId5" Type="http://schemas.openxmlformats.org/officeDocument/2006/relationships/image" Target="../media/image24.png"/><Relationship Id="rId6" Type="http://schemas.openxmlformats.org/officeDocument/2006/relationships/image" Target="../media/image21.png"/><Relationship Id="rId7" Type="http://schemas.openxmlformats.org/officeDocument/2006/relationships/image" Target="../media/image32.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27.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{654FDCB3-222B-4E8E-B641-5E3025CCE0F1}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{654FDCB3-222B-4E8E-B641-5E3025CCE0F1}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{654FDCB3-222B-4E8E-B641-5E3025CCE0F1}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{654FDCB3-222B-4E8E-B641-5E3025CCE0F1}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{654FDCB3-222B-4E8E-B641-5E3025CCE0F1}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{654FDCB3-222B-4E8E-B641-5E3025CCE0F1}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