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BAEF77B-C606-45C4-BFC7-A3B7B239BC48}">
  <a:tblStyle styleId="{9BAEF77B-C606-45C4-BFC7-A3B7B239BC4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20.png"/><Relationship Id="rId5" Type="http://schemas.openxmlformats.org/officeDocument/2006/relationships/image" Target="../media/image28.png"/><Relationship Id="rId6" Type="http://schemas.openxmlformats.org/officeDocument/2006/relationships/image" Target="../media/image13.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16.png"/><Relationship Id="rId8"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9.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{9BAEF77B-C606-45C4-BFC7-A3B7B239BC48}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{9BAEF77B-C606-45C4-BFC7-A3B7B239BC48}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{9BAEF77B-C606-45C4-BFC7-A3B7B239BC48}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{9BAEF77B-C606-45C4-BFC7-A3B7B239BC48}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{9BAEF77B-C606-45C4-BFC7-A3B7B239BC48}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{9BAEF77B-C606-45C4-BFC7-A3B7B239BC48}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