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AF48B7-3BA7-4EA6-B2BF-BCDF01524332}">
  <a:tblStyle styleId="{B8AF48B7-3BA7-4EA6-B2BF-BCDF0152433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image" Target="../media/image26.png"/><Relationship Id="rId6" Type="http://schemas.openxmlformats.org/officeDocument/2006/relationships/image" Target="../media/image14.png"/><Relationship Id="rId7"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19.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32.png"/><Relationship Id="rId8" Type="http://schemas.openxmlformats.org/officeDocument/2006/relationships/image" Target="../media/image3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5.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{B8AF48B7-3BA7-4EA6-B2BF-BCDF01524332}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{B8AF48B7-3BA7-4EA6-B2BF-BCDF01524332}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{B8AF48B7-3BA7-4EA6-B2BF-BCDF01524332}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{B8AF48B7-3BA7-4EA6-B2BF-BCDF01524332}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{B8AF48B7-3BA7-4EA6-B2BF-BCDF01524332}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{B8AF48B7-3BA7-4EA6-B2BF-BCDF01524332}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