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31E9890-4A1E-43CC-99DB-8398D616D4D7}">
  <a:tblStyle styleId="{631E9890-4A1E-43CC-99DB-8398D616D4D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1.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{631E9890-4A1E-43CC-99DB-8398D616D4D7}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{631E9890-4A1E-43CC-99DB-8398D616D4D7}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{631E9890-4A1E-43CC-99DB-8398D616D4D7}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{631E9890-4A1E-43CC-99DB-8398D616D4D7}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{631E9890-4A1E-43CC-99DB-8398D616D4D7}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{631E9890-4A1E-43CC-99DB-8398D616D4D7}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