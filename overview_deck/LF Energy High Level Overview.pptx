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052FE2E-8EE5-4A34-85B1-A2A0721F7B93}">
  <a:tblStyle styleId="{0052FE2E-8EE5-4A34-85B1-A2A0721F7B9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5.png"/><Relationship Id="rId6" Type="http://schemas.openxmlformats.org/officeDocument/2006/relationships/image" Target="../media/image17.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19.png"/><Relationship Id="rId6" Type="http://schemas.openxmlformats.org/officeDocument/2006/relationships/image" Target="../media/image24.png"/><Relationship Id="rId7" Type="http://schemas.openxmlformats.org/officeDocument/2006/relationships/image" Target="../media/image37.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5.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{0052FE2E-8EE5-4A34-85B1-A2A0721F7B93}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{0052FE2E-8EE5-4A34-85B1-A2A0721F7B93}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{0052FE2E-8EE5-4A34-85B1-A2A0721F7B93}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{0052FE2E-8EE5-4A34-85B1-A2A0721F7B93}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{0052FE2E-8EE5-4A34-85B1-A2A0721F7B93}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{0052FE2E-8EE5-4A34-85B1-A2A0721F7B93}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