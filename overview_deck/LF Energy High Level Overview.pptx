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AC67CF0-730C-4566-A029-E538C94A2343}">
  <a:tblStyle styleId="{AAC67CF0-730C-4566-A029-E538C94A2343}"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5.png"/><Relationship Id="rId4" Type="http://schemas.openxmlformats.org/officeDocument/2006/relationships/image" Target="../media/image20.png"/><Relationship Id="rId5" Type="http://schemas.openxmlformats.org/officeDocument/2006/relationships/image" Target="../media/image13.png"/><Relationship Id="rId6" Type="http://schemas.openxmlformats.org/officeDocument/2006/relationships/image" Target="../media/image15.png"/><Relationship Id="rId7" Type="http://schemas.openxmlformats.org/officeDocument/2006/relationships/image" Target="../media/image14.png"/><Relationship Id="rId8" Type="http://schemas.openxmlformats.org/officeDocument/2006/relationships/image" Target="../media/image3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4.png"/><Relationship Id="rId5" Type="http://schemas.openxmlformats.org/officeDocument/2006/relationships/hyperlink" Target="mailto:membership@lfenergy.org" TargetMode="External"/><Relationship Id="rId6" Type="http://schemas.openxmlformats.org/officeDocument/2006/relationships/image" Target="../media/image35.png"/><Relationship Id="rId7" Type="http://schemas.openxmlformats.org/officeDocument/2006/relationships/image" Target="../media/image23.png"/><Relationship Id="rId8"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{AAC67CF0-730C-4566-A029-E538C94A2343}</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{AAC67CF0-730C-4566-A029-E538C94A2343}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{AAC67CF0-730C-4566-A029-E538C94A2343}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{AAC67CF0-730C-4566-A029-E538C94A2343}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{AAC67CF0-730C-4566-A029-E538C94A2343}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{AAC67CF0-730C-4566-A029-E538C94A2343}</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