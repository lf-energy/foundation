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B344AC9-1C0E-43C8-9F1B-0EEF960C34C9}">
  <a:tblStyle styleId="{0B344AC9-1C0E-43C8-9F1B-0EEF960C34C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19.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6.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{0B344AC9-1C0E-43C8-9F1B-0EEF960C34C9}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{0B344AC9-1C0E-43C8-9F1B-0EEF960C34C9}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{0B344AC9-1C0E-43C8-9F1B-0EEF960C34C9}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{0B344AC9-1C0E-43C8-9F1B-0EEF960C34C9}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{0B344AC9-1C0E-43C8-9F1B-0EEF960C34C9}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{0B344AC9-1C0E-43C8-9F1B-0EEF960C34C9}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