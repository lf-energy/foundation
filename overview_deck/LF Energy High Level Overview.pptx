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57CDCCA-DEB8-46FA-95DA-3D76D4493313}">
  <a:tblStyle styleId="{557CDCCA-DEB8-46FA-95DA-3D76D449331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28.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18.png"/><Relationship Id="rId6" Type="http://schemas.openxmlformats.org/officeDocument/2006/relationships/image" Target="../media/image30.png"/><Relationship Id="rId7" Type="http://schemas.openxmlformats.org/officeDocument/2006/relationships/image" Target="../media/image14.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29.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{557CDCCA-DEB8-46FA-95DA-3D76D4493313}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{557CDCCA-DEB8-46FA-95DA-3D76D4493313}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{557CDCCA-DEB8-46FA-95DA-3D76D4493313}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{557CDCCA-DEB8-46FA-95DA-3D76D4493313}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{557CDCCA-DEB8-46FA-95DA-3D76D4493313}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{557CDCCA-DEB8-46FA-95DA-3D76D4493313}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