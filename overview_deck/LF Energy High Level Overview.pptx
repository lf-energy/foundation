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0F6CF70-1381-4830-BE86-C9C61BB6696F}">
  <a:tblStyle styleId="{A0F6CF70-1381-4830-BE86-C9C61BB6696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8.png"/><Relationship Id="rId4"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36.png"/><Relationship Id="rId5" Type="http://schemas.openxmlformats.org/officeDocument/2006/relationships/image" Target="../media/image33.png"/><Relationship Id="rId6" Type="http://schemas.openxmlformats.org/officeDocument/2006/relationships/image" Target="../media/image15.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38.png"/><Relationship Id="rId7" Type="http://schemas.openxmlformats.org/officeDocument/2006/relationships/image" Target="../media/image34.png"/><Relationship Id="rId8"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30.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{A0F6CF70-1381-4830-BE86-C9C61BB6696F}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{A0F6CF70-1381-4830-BE86-C9C61BB6696F}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{A0F6CF70-1381-4830-BE86-C9C61BB6696F}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{A0F6CF70-1381-4830-BE86-C9C61BB6696F}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{A0F6CF70-1381-4830-BE86-C9C61BB6696F}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{A0F6CF70-1381-4830-BE86-C9C61BB6696F}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