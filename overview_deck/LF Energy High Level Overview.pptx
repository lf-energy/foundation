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23264E2-F096-4A86-8877-A12C79B6DB61}">
  <a:tblStyle styleId="{D23264E2-F096-4A86-8877-A12C79B6DB6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9.png"/><Relationship Id="rId6" Type="http://schemas.openxmlformats.org/officeDocument/2006/relationships/image" Target="../media/image13.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{D23264E2-F096-4A86-8877-A12C79B6DB61}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{D23264E2-F096-4A86-8877-A12C79B6DB61}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{D23264E2-F096-4A86-8877-A12C79B6DB61}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{D23264E2-F096-4A86-8877-A12C79B6DB61}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{D23264E2-F096-4A86-8877-A12C79B6DB61}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{D23264E2-F096-4A86-8877-A12C79B6DB61}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