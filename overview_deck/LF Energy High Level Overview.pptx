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39C1EC56-48DD-46D6-B9D0-EC3F7D846DC2}">
  <a:tblStyle styleId="{39C1EC56-48DD-46D6-B9D0-EC3F7D846DC2}"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 Id="rId3" Type="http://schemas.openxmlformats.org/officeDocument/2006/relationships/image" Target="../media/image4.png"/><Relationship Id="rId4"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 Id="rId3"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26.png"/><Relationship Id="rId4" Type="http://schemas.openxmlformats.org/officeDocument/2006/relationships/image" Target="../media/image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 Id="rId3" Type="http://schemas.openxmlformats.org/officeDocument/2006/relationships/image" Target="../media/image27.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2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9.png"/><Relationship Id="rId4" Type="http://schemas.openxmlformats.org/officeDocument/2006/relationships/image" Target="../media/image12.png"/><Relationship Id="rId5" Type="http://schemas.openxmlformats.org/officeDocument/2006/relationships/image" Target="../media/image7.png"/><Relationship Id="rId6" Type="http://schemas.openxmlformats.org/officeDocument/2006/relationships/image" Target="../media/image10.png"/><Relationship Id="rId7"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3.png"/><Relationship Id="rId4" Type="http://schemas.openxmlformats.org/officeDocument/2006/relationships/image" Target="../media/image17.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2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2.png"/><Relationship Id="rId5" Type="http://schemas.openxmlformats.org/officeDocument/2006/relationships/hyperlink" Target="mailto:membership@lfenergy.org" TargetMode="External"/><Relationship Id="rId6" Type="http://schemas.openxmlformats.org/officeDocument/2006/relationships/image" Target="../media/image29.png"/><Relationship Id="rId7" Type="http://schemas.openxmlformats.org/officeDocument/2006/relationships/image" Target="../media/image23.png"/><Relationship Id="rId8" Type="http://schemas.openxmlformats.org/officeDocument/2006/relationships/image" Target="../media/image3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{39C1EC56-48DD-46D6-B9D0-EC3F7D846DC2}</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{39C1EC56-48DD-46D6-B9D0-EC3F7D846DC2}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{39C1EC56-48DD-46D6-B9D0-EC3F7D846DC2}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{39C1EC56-48DD-46D6-B9D0-EC3F7D846DC2}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{39C1EC56-48DD-46D6-B9D0-EC3F7D846DC2}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{39C1EC56-48DD-46D6-B9D0-EC3F7D846DC2}</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