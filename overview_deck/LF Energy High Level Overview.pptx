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11720FC-AB45-42A0-9109-98BCBCCE134F}">
  <a:tblStyle styleId="{011720FC-AB45-42A0-9109-98BCBCCE134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2.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{011720FC-AB45-42A0-9109-98BCBCCE134F}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{011720FC-AB45-42A0-9109-98BCBCCE134F}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{011720FC-AB45-42A0-9109-98BCBCCE134F}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{011720FC-AB45-42A0-9109-98BCBCCE134F}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{011720FC-AB45-42A0-9109-98BCBCCE134F}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{011720FC-AB45-42A0-9109-98BCBCCE134F}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