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743240-F8DD-4BA2-B61A-FE88CBEDEB5A}">
  <a:tblStyle styleId="{B8743240-F8DD-4BA2-B61A-FE88CBEDEB5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image" Target="../media/image17.png"/><Relationship Id="rId7" Type="http://schemas.openxmlformats.org/officeDocument/2006/relationships/image" Target="../media/image2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1.png"/><Relationship Id="rId4" Type="http://schemas.openxmlformats.org/officeDocument/2006/relationships/image" Target="../media/image27.png"/><Relationship Id="rId5" Type="http://schemas.openxmlformats.org/officeDocument/2006/relationships/image" Target="../media/image25.png"/><Relationship Id="rId6" Type="http://schemas.openxmlformats.org/officeDocument/2006/relationships/image" Target="../media/image22.png"/><Relationship Id="rId7" Type="http://schemas.openxmlformats.org/officeDocument/2006/relationships/image" Target="../media/image28.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6.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{B8743240-F8DD-4BA2-B61A-FE88CBEDEB5A}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{B8743240-F8DD-4BA2-B61A-FE88CBEDEB5A}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{B8743240-F8DD-4BA2-B61A-FE88CBEDEB5A}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{B8743240-F8DD-4BA2-B61A-FE88CBEDEB5A}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{B8743240-F8DD-4BA2-B61A-FE88CBEDEB5A}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{B8743240-F8DD-4BA2-B61A-FE88CBEDEB5A}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