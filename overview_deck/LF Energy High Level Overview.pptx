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55A7E53-EECA-472B-9348-6B1775050D35}">
  <a:tblStyle styleId="{F55A7E53-EECA-472B-9348-6B1775050D35}"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31.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3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1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11.png"/><Relationship Id="rId7"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20.png"/><Relationship Id="rId7" Type="http://schemas.openxmlformats.org/officeDocument/2006/relationships/image" Target="../media/image24.png"/><Relationship Id="rId8" Type="http://schemas.openxmlformats.org/officeDocument/2006/relationships/image" Target="../media/image2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9.png"/><Relationship Id="rId5" Type="http://schemas.openxmlformats.org/officeDocument/2006/relationships/hyperlink" Target="mailto:membership@lfenergy.org" TargetMode="External"/><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{F55A7E53-EECA-472B-9348-6B1775050D35}</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{F55A7E53-EECA-472B-9348-6B1775050D35}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{F55A7E53-EECA-472B-9348-6B1775050D35}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{F55A7E53-EECA-472B-9348-6B1775050D35}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{F55A7E53-EECA-472B-9348-6B1775050D35}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{F55A7E53-EECA-472B-9348-6B1775050D35}</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