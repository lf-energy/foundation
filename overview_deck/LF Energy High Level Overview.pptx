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10314A7-77B5-43AE-BDE2-DFA554655A95}">
  <a:tblStyle styleId="{110314A7-77B5-43AE-BDE2-DFA554655A9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9.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7.png"/><Relationship Id="rId8"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1.pn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{110314A7-77B5-43AE-BDE2-DFA554655A95}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{110314A7-77B5-43AE-BDE2-DFA554655A95}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{110314A7-77B5-43AE-BDE2-DFA554655A95}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{110314A7-77B5-43AE-BDE2-DFA554655A95}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{110314A7-77B5-43AE-BDE2-DFA554655A95}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{110314A7-77B5-43AE-BDE2-DFA554655A95}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