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8757F2-B4D0-4F89-9977-C34386016688}">
  <a:tblStyle styleId="{B88757F2-B4D0-4F89-9977-C3438601668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1.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6.png"/><Relationship Id="rId4" Type="http://schemas.openxmlformats.org/officeDocument/2006/relationships/image" Target="../media/image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2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2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2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25.png"/><Relationship Id="rId6" Type="http://schemas.openxmlformats.org/officeDocument/2006/relationships/image" Target="../media/image12.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15.png"/><Relationship Id="rId6" Type="http://schemas.openxmlformats.org/officeDocument/2006/relationships/image" Target="../media/image17.png"/><Relationship Id="rId7" Type="http://schemas.openxmlformats.org/officeDocument/2006/relationships/image" Target="../media/image32.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9.png"/><Relationship Id="rId5" Type="http://schemas.openxmlformats.org/officeDocument/2006/relationships/hyperlink" Target="mailto:membership@lfenergy.org" TargetMode="External"/><Relationship Id="rId6" Type="http://schemas.openxmlformats.org/officeDocument/2006/relationships/image" Target="../media/image24.png"/><Relationship Id="rId7" Type="http://schemas.openxmlformats.org/officeDocument/2006/relationships/image" Target="../media/image26.png"/><Relationship Id="rId8"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{B88757F2-B4D0-4F89-9977-C34386016688}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{B88757F2-B4D0-4F89-9977-C34386016688}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{B88757F2-B4D0-4F89-9977-C34386016688}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{B88757F2-B4D0-4F89-9977-C34386016688}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{B88757F2-B4D0-4F89-9977-C34386016688}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{B88757F2-B4D0-4F89-9977-C34386016688}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