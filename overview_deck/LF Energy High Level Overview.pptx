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EB1B184-CAD8-4096-8874-AD1506FAB589}">
  <a:tblStyle styleId="{8EB1B184-CAD8-4096-8874-AD1506FAB58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3.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{8EB1B184-CAD8-4096-8874-AD1506FAB589}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{8EB1B184-CAD8-4096-8874-AD1506FAB589}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{8EB1B184-CAD8-4096-8874-AD1506FAB589}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{8EB1B184-CAD8-4096-8874-AD1506FAB589}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{8EB1B184-CAD8-4096-8874-AD1506FAB589}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{8EB1B184-CAD8-4096-8874-AD1506FAB589}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