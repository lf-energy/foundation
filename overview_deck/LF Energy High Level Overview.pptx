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32ADFF8-EC76-48B9-9501-6AB7065D04D2}">
  <a:tblStyle styleId="{732ADFF8-EC76-48B9-9501-6AB7065D04D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27.png"/><Relationship Id="rId6" Type="http://schemas.openxmlformats.org/officeDocument/2006/relationships/image" Target="../media/image13.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9.png"/><Relationship Id="rId6" Type="http://schemas.openxmlformats.org/officeDocument/2006/relationships/image" Target="../media/image31.png"/><Relationship Id="rId7" Type="http://schemas.openxmlformats.org/officeDocument/2006/relationships/image" Target="../media/image25.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6.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{732ADFF8-EC76-48B9-9501-6AB7065D04D2}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{732ADFF8-EC76-48B9-9501-6AB7065D04D2}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{732ADFF8-EC76-48B9-9501-6AB7065D04D2}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{732ADFF8-EC76-48B9-9501-6AB7065D04D2}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{732ADFF8-EC76-48B9-9501-6AB7065D04D2}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{732ADFF8-EC76-48B9-9501-6AB7065D04D2}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