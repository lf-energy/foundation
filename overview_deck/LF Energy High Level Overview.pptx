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FF937C-8CC9-461B-87B6-DAA67F9B67AD}">
  <a:tblStyle styleId="{B8FF937C-8CC9-461B-87B6-DAA67F9B67A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23.png"/><Relationship Id="rId6" Type="http://schemas.openxmlformats.org/officeDocument/2006/relationships/image" Target="../media/image20.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36.png"/><Relationship Id="rId5" Type="http://schemas.openxmlformats.org/officeDocument/2006/relationships/image" Target="../media/image19.png"/><Relationship Id="rId6" Type="http://schemas.openxmlformats.org/officeDocument/2006/relationships/image" Target="../media/image18.png"/><Relationship Id="rId7" Type="http://schemas.openxmlformats.org/officeDocument/2006/relationships/image" Target="../media/image29.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24.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{B8FF937C-8CC9-461B-87B6-DAA67F9B67AD}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{B8FF937C-8CC9-461B-87B6-DAA67F9B67AD}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{B8FF937C-8CC9-461B-87B6-DAA67F9B67AD}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{B8FF937C-8CC9-461B-87B6-DAA67F9B67AD}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{B8FF937C-8CC9-461B-87B6-DAA67F9B67AD}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{B8FF937C-8CC9-461B-87B6-DAA67F9B67AD}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