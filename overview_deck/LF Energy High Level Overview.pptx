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8C4A935-587E-44D5-AE65-E08FC644DB03}">
  <a:tblStyle styleId="{98C4A935-587E-44D5-AE65-E08FC644DB03}"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5.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3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4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5.png"/><Relationship Id="rId7" Type="http://schemas.openxmlformats.org/officeDocument/2006/relationships/image" Target="../media/image19.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{98C4A935-587E-44D5-AE65-E08FC644DB03}</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{98C4A935-587E-44D5-AE65-E08FC644DB03}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{98C4A935-587E-44D5-AE65-E08FC644DB03}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{98C4A935-587E-44D5-AE65-E08FC644DB03}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{98C4A935-587E-44D5-AE65-E08FC644DB03}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{98C4A935-587E-44D5-AE65-E08FC644DB03}</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