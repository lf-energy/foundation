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75616AB-2EC2-44A4-BBB1-A16EB62A81E1}">
  <a:tblStyle styleId="{075616AB-2EC2-44A4-BBB1-A16EB62A81E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4.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8.png"/><Relationship Id="rId6" Type="http://schemas.openxmlformats.org/officeDocument/2006/relationships/image" Target="../media/image17.png"/><Relationship Id="rId7" Type="http://schemas.openxmlformats.org/officeDocument/2006/relationships/image" Target="../media/image19.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8.png"/><Relationship Id="rId7" Type="http://schemas.openxmlformats.org/officeDocument/2006/relationships/image" Target="../media/image25.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{075616AB-2EC2-44A4-BBB1-A16EB62A81E1}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{075616AB-2EC2-44A4-BBB1-A16EB62A81E1}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{075616AB-2EC2-44A4-BBB1-A16EB62A81E1}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{075616AB-2EC2-44A4-BBB1-A16EB62A81E1}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{075616AB-2EC2-44A4-BBB1-A16EB62A81E1}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{075616AB-2EC2-44A4-BBB1-A16EB62A81E1}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