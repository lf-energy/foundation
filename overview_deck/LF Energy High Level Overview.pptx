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F6CD088-118F-4061-9A59-80EBE45BE62F}">
  <a:tblStyle styleId="{9F6CD088-118F-4061-9A59-80EBE45BE62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4.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4.png"/><Relationship Id="rId6" Type="http://schemas.openxmlformats.org/officeDocument/2006/relationships/image" Target="../media/image21.png"/><Relationship Id="rId7" Type="http://schemas.openxmlformats.org/officeDocument/2006/relationships/image" Target="../media/image20.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3.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22.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{9F6CD088-118F-4061-9A59-80EBE45BE62F}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{9F6CD088-118F-4061-9A59-80EBE45BE62F}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{9F6CD088-118F-4061-9A59-80EBE45BE62F}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{9F6CD088-118F-4061-9A59-80EBE45BE62F}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{9F6CD088-118F-4061-9A59-80EBE45BE62F}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{9F6CD088-118F-4061-9A59-80EBE45BE62F}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