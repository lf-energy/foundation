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8358CC8-67ED-4799-877A-5D84AB97F48B}">
  <a:tblStyle styleId="{38358CC8-67ED-4799-877A-5D84AB97F48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9.png"/><Relationship Id="rId4" Type="http://schemas.openxmlformats.org/officeDocument/2006/relationships/image" Target="../media/image2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0.png"/><Relationship Id="rId5" Type="http://schemas.openxmlformats.org/officeDocument/2006/relationships/image" Target="../media/image23.png"/><Relationship Id="rId6" Type="http://schemas.openxmlformats.org/officeDocument/2006/relationships/image" Target="../media/image28.png"/><Relationship Id="rId7" Type="http://schemas.openxmlformats.org/officeDocument/2006/relationships/image" Target="../media/image26.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4.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{38358CC8-67ED-4799-877A-5D84AB97F48B}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{38358CC8-67ED-4799-877A-5D84AB97F48B}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{38358CC8-67ED-4799-877A-5D84AB97F48B}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{38358CC8-67ED-4799-877A-5D84AB97F48B}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{38358CC8-67ED-4799-877A-5D84AB97F48B}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{38358CC8-67ED-4799-877A-5D84AB97F48B}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