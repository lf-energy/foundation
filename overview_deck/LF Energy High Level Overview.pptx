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0D67422-12BF-4A30-8481-A135D1477BF2}">
  <a:tblStyle styleId="{70D67422-12BF-4A30-8481-A135D1477BF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7.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3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40.png"/><Relationship Id="rId7" Type="http://schemas.openxmlformats.org/officeDocument/2006/relationships/image" Target="../media/image25.png"/><Relationship Id="rId8"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{70D67422-12BF-4A30-8481-A135D1477BF2}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{70D67422-12BF-4A30-8481-A135D1477BF2}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{70D67422-12BF-4A30-8481-A135D1477BF2}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{70D67422-12BF-4A30-8481-A135D1477BF2}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{70D67422-12BF-4A30-8481-A135D1477BF2}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{70D67422-12BF-4A30-8481-A135D1477BF2}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