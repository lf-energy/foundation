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13E99C8-6A7F-4B43-8AF4-D22E1CCAE3BF}">
  <a:tblStyle styleId="{F13E99C8-6A7F-4B43-8AF4-D22E1CCAE3B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20.png"/><Relationship Id="rId6" Type="http://schemas.openxmlformats.org/officeDocument/2006/relationships/image" Target="../media/image23.png"/><Relationship Id="rId7"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0.png"/><Relationship Id="rId4" Type="http://schemas.openxmlformats.org/officeDocument/2006/relationships/image" Target="../media/image37.png"/><Relationship Id="rId5" Type="http://schemas.openxmlformats.org/officeDocument/2006/relationships/image" Target="../media/image28.png"/><Relationship Id="rId6" Type="http://schemas.openxmlformats.org/officeDocument/2006/relationships/image" Target="../media/image31.png"/><Relationship Id="rId7" Type="http://schemas.openxmlformats.org/officeDocument/2006/relationships/image" Target="../media/image19.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34.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{F13E99C8-6A7F-4B43-8AF4-D22E1CCAE3BF}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{F13E99C8-6A7F-4B43-8AF4-D22E1CCAE3BF}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{F13E99C8-6A7F-4B43-8AF4-D22E1CCAE3BF}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{F13E99C8-6A7F-4B43-8AF4-D22E1CCAE3BF}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{F13E99C8-6A7F-4B43-8AF4-D22E1CCAE3BF}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{F13E99C8-6A7F-4B43-8AF4-D22E1CCAE3BF}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