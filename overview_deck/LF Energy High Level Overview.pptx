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476F285-F301-4CAC-AD0B-A05D897E2BFC}">
  <a:tblStyle styleId="{C476F285-F301-4CAC-AD0B-A05D897E2BF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2.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3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9.png"/><Relationship Id="rId4" Type="http://schemas.openxmlformats.org/officeDocument/2006/relationships/image" Target="../media/image23.png"/><Relationship Id="rId5" Type="http://schemas.openxmlformats.org/officeDocument/2006/relationships/image" Target="../media/image28.png"/><Relationship Id="rId6" Type="http://schemas.openxmlformats.org/officeDocument/2006/relationships/image" Target="../media/image25.png"/><Relationship Id="rId7" Type="http://schemas.openxmlformats.org/officeDocument/2006/relationships/image" Target="../media/image24.png"/><Relationship Id="rId8"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40.png"/><Relationship Id="rId5" Type="http://schemas.openxmlformats.org/officeDocument/2006/relationships/hyperlink" Target="mailto:membership@lfenergy.org" TargetMode="External"/><Relationship Id="rId6" Type="http://schemas.openxmlformats.org/officeDocument/2006/relationships/image" Target="../media/image37.png"/><Relationship Id="rId7" Type="http://schemas.openxmlformats.org/officeDocument/2006/relationships/image" Target="../media/image33.png"/><Relationship Id="rId8"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{C476F285-F301-4CAC-AD0B-A05D897E2BFC}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{C476F285-F301-4CAC-AD0B-A05D897E2BFC}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{C476F285-F301-4CAC-AD0B-A05D897E2BFC}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{C476F285-F301-4CAC-AD0B-A05D897E2BFC}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{C476F285-F301-4CAC-AD0B-A05D897E2BFC}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{C476F285-F301-4CAC-AD0B-A05D897E2BFC}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