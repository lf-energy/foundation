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86400A-20BF-4916-B43D-21888861C6B3}">
  <a:tblStyle styleId="{E886400A-20BF-4916-B43D-21888861C6B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6.png"/><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27.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3.png"/><Relationship Id="rId8"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{E886400A-20BF-4916-B43D-21888861C6B3}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{E886400A-20BF-4916-B43D-21888861C6B3}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{E886400A-20BF-4916-B43D-21888861C6B3}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{E886400A-20BF-4916-B43D-21888861C6B3}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{E886400A-20BF-4916-B43D-21888861C6B3}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{E886400A-20BF-4916-B43D-21888861C6B3}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