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1B5DCE9-D4DA-48A5-8472-9EA3772926F4}">
  <a:tblStyle styleId="{01B5DCE9-D4DA-48A5-8472-9EA3772926F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24.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27.png"/><Relationship Id="rId5" Type="http://schemas.openxmlformats.org/officeDocument/2006/relationships/image" Target="../media/image18.png"/><Relationship Id="rId6" Type="http://schemas.openxmlformats.org/officeDocument/2006/relationships/image" Target="../media/image32.png"/><Relationship Id="rId7" Type="http://schemas.openxmlformats.org/officeDocument/2006/relationships/image" Target="../media/image28.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1.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{01B5DCE9-D4DA-48A5-8472-9EA3772926F4}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{01B5DCE9-D4DA-48A5-8472-9EA3772926F4}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{01B5DCE9-D4DA-48A5-8472-9EA3772926F4}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{01B5DCE9-D4DA-48A5-8472-9EA3772926F4}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{01B5DCE9-D4DA-48A5-8472-9EA3772926F4}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{01B5DCE9-D4DA-48A5-8472-9EA3772926F4}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