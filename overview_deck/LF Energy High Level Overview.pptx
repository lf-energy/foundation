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99718C8-7B70-496B-A35B-B445A857B25C}">
  <a:tblStyle styleId="{499718C8-7B70-496B-A35B-B445A857B25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3.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30.png"/><Relationship Id="rId6" Type="http://schemas.openxmlformats.org/officeDocument/2006/relationships/image" Target="../media/image16.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36.png"/><Relationship Id="rId5" Type="http://schemas.openxmlformats.org/officeDocument/2006/relationships/image" Target="../media/image17.png"/><Relationship Id="rId6" Type="http://schemas.openxmlformats.org/officeDocument/2006/relationships/image" Target="../media/image20.png"/><Relationship Id="rId7" Type="http://schemas.openxmlformats.org/officeDocument/2006/relationships/image" Target="../media/image31.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7.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{499718C8-7B70-496B-A35B-B445A857B25C}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{499718C8-7B70-496B-A35B-B445A857B25C}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{499718C8-7B70-496B-A35B-B445A857B25C}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{499718C8-7B70-496B-A35B-B445A857B25C}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{499718C8-7B70-496B-A35B-B445A857B25C}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{499718C8-7B70-496B-A35B-B445A857B25C}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