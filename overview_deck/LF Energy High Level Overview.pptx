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9DC14DF-61C4-46F5-B0FC-57BBDDAB5B2F}">
  <a:tblStyle styleId="{79DC14DF-61C4-46F5-B0FC-57BBDDAB5B2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0.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4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image" Target="../media/image7.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28.png"/><Relationship Id="rId8" Type="http://schemas.openxmlformats.org/officeDocument/2006/relationships/image" Target="../media/image3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2.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35.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{79DC14DF-61C4-46F5-B0FC-57BBDDAB5B2F}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{79DC14DF-61C4-46F5-B0FC-57BBDDAB5B2F}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{79DC14DF-61C4-46F5-B0FC-57BBDDAB5B2F}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{79DC14DF-61C4-46F5-B0FC-57BBDDAB5B2F}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{79DC14DF-61C4-46F5-B0FC-57BBDDAB5B2F}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{79DC14DF-61C4-46F5-B0FC-57BBDDAB5B2F}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