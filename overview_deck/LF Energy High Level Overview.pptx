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CEB87D9-4107-43B8-90F2-9AF94FFA6626}">
  <a:tblStyle styleId="{ACEB87D9-4107-43B8-90F2-9AF94FFA662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image" Target="../media/image30.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33.png"/><Relationship Id="rId5" Type="http://schemas.openxmlformats.org/officeDocument/2006/relationships/image" Target="../media/image20.png"/><Relationship Id="rId6" Type="http://schemas.openxmlformats.org/officeDocument/2006/relationships/image" Target="../media/image28.png"/><Relationship Id="rId7" Type="http://schemas.openxmlformats.org/officeDocument/2006/relationships/image" Target="../media/image21.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{ACEB87D9-4107-43B8-90F2-9AF94FFA6626}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{ACEB87D9-4107-43B8-90F2-9AF94FFA6626}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{ACEB87D9-4107-43B8-90F2-9AF94FFA6626}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{ACEB87D9-4107-43B8-90F2-9AF94FFA6626}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{ACEB87D9-4107-43B8-90F2-9AF94FFA6626}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{ACEB87D9-4107-43B8-90F2-9AF94FFA6626}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