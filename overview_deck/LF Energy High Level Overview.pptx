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BD836CE-A41E-424E-828C-A7F0444923B5}">
  <a:tblStyle styleId="{1BD836CE-A41E-424E-828C-A7F0444923B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2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2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3.png"/><Relationship Id="rId7" Type="http://schemas.openxmlformats.org/officeDocument/2006/relationships/image" Target="../media/image19.png"/><Relationship Id="rId8"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3.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{1BD836CE-A41E-424E-828C-A7F0444923B5}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{1BD836CE-A41E-424E-828C-A7F0444923B5}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{1BD836CE-A41E-424E-828C-A7F0444923B5}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{1BD836CE-A41E-424E-828C-A7F0444923B5}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{1BD836CE-A41E-424E-828C-A7F0444923B5}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{1BD836CE-A41E-424E-828C-A7F0444923B5}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