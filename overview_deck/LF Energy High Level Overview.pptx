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44D9490-4A66-4BEA-92F1-01FA5532BA5A}">
  <a:tblStyle styleId="{144D9490-4A66-4BEA-92F1-01FA5532BA5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6.png"/><Relationship Id="rId6" Type="http://schemas.openxmlformats.org/officeDocument/2006/relationships/image" Target="../media/image8.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29.png"/><Relationship Id="rId5" Type="http://schemas.openxmlformats.org/officeDocument/2006/relationships/image" Target="../media/image20.png"/><Relationship Id="rId6" Type="http://schemas.openxmlformats.org/officeDocument/2006/relationships/image" Target="../media/image18.png"/><Relationship Id="rId7" Type="http://schemas.openxmlformats.org/officeDocument/2006/relationships/image" Target="../media/image30.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1.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{144D9490-4A66-4BEA-92F1-01FA5532BA5A}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{144D9490-4A66-4BEA-92F1-01FA5532BA5A}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{144D9490-4A66-4BEA-92F1-01FA5532BA5A}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{144D9490-4A66-4BEA-92F1-01FA5532BA5A}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{144D9490-4A66-4BEA-92F1-01FA5532BA5A}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{144D9490-4A66-4BEA-92F1-01FA5532BA5A}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