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F53EA10-B163-4E0E-B250-40FCC16A46A5}">
  <a:tblStyle styleId="{BF53EA10-B163-4E0E-B250-40FCC16A46A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2.png"/><Relationship Id="rId6" Type="http://schemas.openxmlformats.org/officeDocument/2006/relationships/image" Target="../media/image11.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7.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0.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{BF53EA10-B163-4E0E-B250-40FCC16A46A5}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{BF53EA10-B163-4E0E-B250-40FCC16A46A5}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{BF53EA10-B163-4E0E-B250-40FCC16A46A5}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{BF53EA10-B163-4E0E-B250-40FCC16A46A5}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{BF53EA10-B163-4E0E-B250-40FCC16A46A5}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{BF53EA10-B163-4E0E-B250-40FCC16A46A5}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