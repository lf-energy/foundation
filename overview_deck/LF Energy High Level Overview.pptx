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92B7193-83F5-4ECA-8596-39049E5EAF51}">
  <a:tblStyle styleId="{092B7193-83F5-4ECA-8596-39049E5EAF5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15.png"/><Relationship Id="rId5" Type="http://schemas.openxmlformats.org/officeDocument/2006/relationships/image" Target="../media/image23.png"/><Relationship Id="rId6" Type="http://schemas.openxmlformats.org/officeDocument/2006/relationships/image" Target="../media/image14.png"/><Relationship Id="rId7" Type="http://schemas.openxmlformats.org/officeDocument/2006/relationships/image" Target="../media/image3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19.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29.png"/><Relationship Id="rId8"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9.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8.png"/><Relationship Id="rId8"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{092B7193-83F5-4ECA-8596-39049E5EAF51}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{092B7193-83F5-4ECA-8596-39049E5EAF51}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{092B7193-83F5-4ECA-8596-39049E5EAF51}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{092B7193-83F5-4ECA-8596-39049E5EAF51}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{092B7193-83F5-4ECA-8596-39049E5EAF51}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{092B7193-83F5-4ECA-8596-39049E5EAF51}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