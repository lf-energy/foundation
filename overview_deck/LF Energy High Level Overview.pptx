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3B5987B-DC7C-44F3-BA32-18A9E764DF23}">
  <a:tblStyle styleId="{D3B5987B-DC7C-44F3-BA32-18A9E764DF23}"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2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0.png"/><Relationship Id="rId4"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1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24.png"/><Relationship Id="rId5" Type="http://schemas.openxmlformats.org/officeDocument/2006/relationships/image" Target="../media/image11.png"/><Relationship Id="rId6" Type="http://schemas.openxmlformats.org/officeDocument/2006/relationships/image" Target="../media/image18.png"/><Relationship Id="rId7"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2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36.png"/><Relationship Id="rId4" Type="http://schemas.openxmlformats.org/officeDocument/2006/relationships/image" Target="../media/image34.png"/><Relationship Id="rId5" Type="http://schemas.openxmlformats.org/officeDocument/2006/relationships/image" Target="../media/image30.png"/><Relationship Id="rId6" Type="http://schemas.openxmlformats.org/officeDocument/2006/relationships/image" Target="../media/image23.png"/><Relationship Id="rId7" Type="http://schemas.openxmlformats.org/officeDocument/2006/relationships/image" Target="../media/image28.png"/><Relationship Id="rId8" Type="http://schemas.openxmlformats.org/officeDocument/2006/relationships/image" Target="../media/image3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3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3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9.png"/><Relationship Id="rId5" Type="http://schemas.openxmlformats.org/officeDocument/2006/relationships/hyperlink" Target="mailto:membership@lfenergy.org" TargetMode="External"/><Relationship Id="rId6" Type="http://schemas.openxmlformats.org/officeDocument/2006/relationships/image" Target="../media/image26.png"/><Relationship Id="rId7" Type="http://schemas.openxmlformats.org/officeDocument/2006/relationships/image" Target="../media/image32.png"/><Relationship Id="rId8"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{D3B5987B-DC7C-44F3-BA32-18A9E764DF23}</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{D3B5987B-DC7C-44F3-BA32-18A9E764DF23}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{D3B5987B-DC7C-44F3-BA32-18A9E764DF23}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{D3B5987B-DC7C-44F3-BA32-18A9E764DF23}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{D3B5987B-DC7C-44F3-BA32-18A9E764DF23}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{D3B5987B-DC7C-44F3-BA32-18A9E764DF23}</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