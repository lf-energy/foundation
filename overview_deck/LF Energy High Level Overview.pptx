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49D7C86-F274-4973-8D2B-3C61FA8CCB32}">
  <a:tblStyle styleId="{D49D7C86-F274-4973-8D2B-3C61FA8CCB3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1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22.png"/><Relationship Id="rId5" Type="http://schemas.openxmlformats.org/officeDocument/2006/relationships/image" Target="../media/image29.png"/><Relationship Id="rId6" Type="http://schemas.openxmlformats.org/officeDocument/2006/relationships/image" Target="../media/image20.png"/><Relationship Id="rId7"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9.png"/><Relationship Id="rId4" Type="http://schemas.openxmlformats.org/officeDocument/2006/relationships/image" Target="../media/image27.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31.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24.png"/><Relationship Id="rId8"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{D49D7C86-F274-4973-8D2B-3C61FA8CCB32}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{D49D7C86-F274-4973-8D2B-3C61FA8CCB32}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{D49D7C86-F274-4973-8D2B-3C61FA8CCB32}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{D49D7C86-F274-4973-8D2B-3C61FA8CCB32}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{D49D7C86-F274-4973-8D2B-3C61FA8CCB32}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{D49D7C86-F274-4973-8D2B-3C61FA8CCB32}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