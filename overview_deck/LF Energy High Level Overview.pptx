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0D5CF8C-C3FB-4D61-B9EE-B56DF39445C0}">
  <a:tblStyle styleId="{F0D5CF8C-C3FB-4D61-B9EE-B56DF39445C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7.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27.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22.png"/><Relationship Id="rId7" Type="http://schemas.openxmlformats.org/officeDocument/2006/relationships/image" Target="../media/image31.png"/><Relationship Id="rId8"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{F0D5CF8C-C3FB-4D61-B9EE-B56DF39445C0}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{F0D5CF8C-C3FB-4D61-B9EE-B56DF39445C0}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{F0D5CF8C-C3FB-4D61-B9EE-B56DF39445C0}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{F0D5CF8C-C3FB-4D61-B9EE-B56DF39445C0}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{F0D5CF8C-C3FB-4D61-B9EE-B56DF39445C0}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{F0D5CF8C-C3FB-4D61-B9EE-B56DF39445C0}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