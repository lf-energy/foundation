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D37A7AF-5829-464C-B923-62770D5BE9BF}">
  <a:tblStyle styleId="{1D37A7AF-5829-464C-B923-62770D5BE9BF}"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10.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2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28.png"/><Relationship Id="rId6" Type="http://schemas.openxmlformats.org/officeDocument/2006/relationships/image" Target="../media/image20.png"/><Relationship Id="rId7"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36.png"/><Relationship Id="rId5" Type="http://schemas.openxmlformats.org/officeDocument/2006/relationships/image" Target="../media/image16.png"/><Relationship Id="rId6" Type="http://schemas.openxmlformats.org/officeDocument/2006/relationships/image" Target="../media/image19.png"/><Relationship Id="rId7" Type="http://schemas.openxmlformats.org/officeDocument/2006/relationships/image" Target="../media/image31.png"/><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32.png"/><Relationship Id="rId7" Type="http://schemas.openxmlformats.org/officeDocument/2006/relationships/image" Target="../media/image25.png"/><Relationship Id="rId8"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{1D37A7AF-5829-464C-B923-62770D5BE9BF}</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{1D37A7AF-5829-464C-B923-62770D5BE9BF}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{1D37A7AF-5829-464C-B923-62770D5BE9BF}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{1D37A7AF-5829-464C-B923-62770D5BE9BF}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{1D37A7AF-5829-464C-B923-62770D5BE9BF}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{1D37A7AF-5829-464C-B923-62770D5BE9BF}</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