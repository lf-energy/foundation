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8EFABA5-52C0-4615-B66B-F4C32578D47B}">
  <a:tblStyle styleId="{68EFABA5-52C0-4615-B66B-F4C32578D47B}"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3.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14.png"/><Relationship Id="rId6" Type="http://schemas.openxmlformats.org/officeDocument/2006/relationships/image" Target="../media/image12.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20.png"/><Relationship Id="rId6" Type="http://schemas.openxmlformats.org/officeDocument/2006/relationships/image" Target="../media/image30.png"/><Relationship Id="rId7" Type="http://schemas.openxmlformats.org/officeDocument/2006/relationships/image" Target="../media/image23.png"/><Relationship Id="rId8"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38.png"/><Relationship Id="rId7" Type="http://schemas.openxmlformats.org/officeDocument/2006/relationships/image" Target="../media/image25.png"/><Relationship Id="rId8"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{68EFABA5-52C0-4615-B66B-F4C32578D47B}</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{68EFABA5-52C0-4615-B66B-F4C32578D47B}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{68EFABA5-52C0-4615-B66B-F4C32578D47B}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{68EFABA5-52C0-4615-B66B-F4C32578D47B}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{68EFABA5-52C0-4615-B66B-F4C32578D47B}</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{68EFABA5-52C0-4615-B66B-F4C32578D47B}</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