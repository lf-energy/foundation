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8CC0FC7-C350-4C9B-8C7B-C744FD6B3C41}">
  <a:tblStyle styleId="{F8CC0FC7-C350-4C9B-8C7B-C744FD6B3C4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16.png"/><Relationship Id="rId5" Type="http://schemas.openxmlformats.org/officeDocument/2006/relationships/image" Target="../media/image23.png"/><Relationship Id="rId6" Type="http://schemas.openxmlformats.org/officeDocument/2006/relationships/image" Target="../media/image25.png"/><Relationship Id="rId7"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image" Target="../media/image34.png"/><Relationship Id="rId5" Type="http://schemas.openxmlformats.org/officeDocument/2006/relationships/image" Target="../media/image30.png"/><Relationship Id="rId6" Type="http://schemas.openxmlformats.org/officeDocument/2006/relationships/image" Target="../media/image28.png"/><Relationship Id="rId7" Type="http://schemas.openxmlformats.org/officeDocument/2006/relationships/image" Target="../media/image36.png"/><Relationship Id="rId8"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35.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{F8CC0FC7-C350-4C9B-8C7B-C744FD6B3C41}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{F8CC0FC7-C350-4C9B-8C7B-C744FD6B3C41}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{F8CC0FC7-C350-4C9B-8C7B-C744FD6B3C41}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{F8CC0FC7-C350-4C9B-8C7B-C744FD6B3C41}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{F8CC0FC7-C350-4C9B-8C7B-C744FD6B3C41}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{F8CC0FC7-C350-4C9B-8C7B-C744FD6B3C41}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