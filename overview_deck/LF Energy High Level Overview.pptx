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0B2278C-BF1C-40E1-8AC4-C1B959C9D475}">
  <a:tblStyle styleId="{80B2278C-BF1C-40E1-8AC4-C1B959C9D47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9.png"/><Relationship Id="rId6" Type="http://schemas.openxmlformats.org/officeDocument/2006/relationships/image" Target="../media/image17.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15.png"/><Relationship Id="rId5" Type="http://schemas.openxmlformats.org/officeDocument/2006/relationships/image" Target="../media/image29.png"/><Relationship Id="rId6" Type="http://schemas.openxmlformats.org/officeDocument/2006/relationships/image" Target="../media/image38.png"/><Relationship Id="rId7" Type="http://schemas.openxmlformats.org/officeDocument/2006/relationships/image" Target="../media/image22.png"/><Relationship Id="rId8"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27.png"/><Relationship Id="rId7" Type="http://schemas.openxmlformats.org/officeDocument/2006/relationships/image" Target="../media/image30.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{80B2278C-BF1C-40E1-8AC4-C1B959C9D475}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{80B2278C-BF1C-40E1-8AC4-C1B959C9D475}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{80B2278C-BF1C-40E1-8AC4-C1B959C9D475}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{80B2278C-BF1C-40E1-8AC4-C1B959C9D475}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{80B2278C-BF1C-40E1-8AC4-C1B959C9D475}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{80B2278C-BF1C-40E1-8AC4-C1B959C9D475}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