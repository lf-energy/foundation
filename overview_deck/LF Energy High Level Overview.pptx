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209E725-4619-46C2-B5AF-B407D870B5BC}">
  <a:tblStyle styleId="{2209E725-4619-46C2-B5AF-B407D870B5B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1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1.png"/><Relationship Id="rId4" Type="http://schemas.openxmlformats.org/officeDocument/2006/relationships/image" Target="../media/image34.png"/><Relationship Id="rId5" Type="http://schemas.openxmlformats.org/officeDocument/2006/relationships/image" Target="../media/image30.png"/><Relationship Id="rId6" Type="http://schemas.openxmlformats.org/officeDocument/2006/relationships/image" Target="../media/image14.png"/><Relationship Id="rId7"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35.png"/><Relationship Id="rId5" Type="http://schemas.openxmlformats.org/officeDocument/2006/relationships/image" Target="../media/image17.png"/><Relationship Id="rId6" Type="http://schemas.openxmlformats.org/officeDocument/2006/relationships/image" Target="../media/image22.png"/><Relationship Id="rId7" Type="http://schemas.openxmlformats.org/officeDocument/2006/relationships/image" Target="../media/image25.png"/><Relationship Id="rId8" Type="http://schemas.openxmlformats.org/officeDocument/2006/relationships/image" Target="../media/image2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8.png"/><Relationship Id="rId5" Type="http://schemas.openxmlformats.org/officeDocument/2006/relationships/hyperlink" Target="mailto:membership@lfenergy.org" TargetMode="External"/><Relationship Id="rId6" Type="http://schemas.openxmlformats.org/officeDocument/2006/relationships/image" Target="../media/image24.png"/><Relationship Id="rId7" Type="http://schemas.openxmlformats.org/officeDocument/2006/relationships/image" Target="../media/image32.png"/><Relationship Id="rId8"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{2209E725-4619-46C2-B5AF-B407D870B5BC}</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{2209E725-4619-46C2-B5AF-B407D870B5BC}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{2209E725-4619-46C2-B5AF-B407D870B5BC}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{2209E725-4619-46C2-B5AF-B407D870B5BC}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{2209E725-4619-46C2-B5AF-B407D870B5BC}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{2209E725-4619-46C2-B5AF-B407D870B5BC}</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