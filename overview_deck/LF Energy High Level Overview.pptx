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A25CF0D-2551-4B34-9215-6AA4B33BF30A}">
  <a:tblStyle styleId="{CA25CF0D-2551-4B34-9215-6AA4B33BF30A}"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26.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3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8.png"/><Relationship Id="rId6" Type="http://schemas.openxmlformats.org/officeDocument/2006/relationships/image" Target="../media/image10.png"/><Relationship Id="rId7"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4.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4.png"/><Relationship Id="rId5" Type="http://schemas.openxmlformats.org/officeDocument/2006/relationships/hyperlink" Target="mailto:membership@lfenergy.org" TargetMode="External"/><Relationship Id="rId6" Type="http://schemas.openxmlformats.org/officeDocument/2006/relationships/image" Target="../media/image21.png"/><Relationship Id="rId7" Type="http://schemas.openxmlformats.org/officeDocument/2006/relationships/image" Target="../media/image23.png"/><Relationship Id="rId8"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{CA25CF0D-2551-4B34-9215-6AA4B33BF30A}</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{CA25CF0D-2551-4B34-9215-6AA4B33BF30A}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{CA25CF0D-2551-4B34-9215-6AA4B33BF30A}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{CA25CF0D-2551-4B34-9215-6AA4B33BF30A}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{CA25CF0D-2551-4B34-9215-6AA4B33BF30A}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{CA25CF0D-2551-4B34-9215-6AA4B33BF30A}</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