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5A790FD-7BB3-49EC-9DE7-2D91CF9CD821}">
  <a:tblStyle styleId="{F5A790FD-7BB3-49EC-9DE7-2D91CF9CD821}"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 Id="rId4" Type="http://schemas.openxmlformats.org/officeDocument/2006/relationships/image" Target="../media/image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2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21.png"/><Relationship Id="rId4" Type="http://schemas.openxmlformats.org/officeDocument/2006/relationships/image" Target="../media/image36.png"/><Relationship Id="rId5" Type="http://schemas.openxmlformats.org/officeDocument/2006/relationships/image" Target="../media/image19.png"/><Relationship Id="rId6" Type="http://schemas.openxmlformats.org/officeDocument/2006/relationships/image" Target="../media/image27.png"/><Relationship Id="rId7"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5.png"/><Relationship Id="rId5" Type="http://schemas.openxmlformats.org/officeDocument/2006/relationships/image" Target="../media/image31.png"/><Relationship Id="rId6" Type="http://schemas.openxmlformats.org/officeDocument/2006/relationships/image" Target="../media/image38.png"/><Relationship Id="rId7" Type="http://schemas.openxmlformats.org/officeDocument/2006/relationships/image" Target="../media/image26.png"/><Relationship Id="rId8" Type="http://schemas.openxmlformats.org/officeDocument/2006/relationships/image" Target="../media/image3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3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3.png"/><Relationship Id="rId5" Type="http://schemas.openxmlformats.org/officeDocument/2006/relationships/hyperlink" Target="mailto:membership@lfenergy.org" TargetMode="External"/><Relationship Id="rId6" Type="http://schemas.openxmlformats.org/officeDocument/2006/relationships/image" Target="../media/image28.png"/><Relationship Id="rId7" Type="http://schemas.openxmlformats.org/officeDocument/2006/relationships/image" Target="../media/image37.png"/><Relationship Id="rId8" Type="http://schemas.openxmlformats.org/officeDocument/2006/relationships/image" Target="../media/image4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{F5A790FD-7BB3-49EC-9DE7-2D91CF9CD821}</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{F5A790FD-7BB3-49EC-9DE7-2D91CF9CD821}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{F5A790FD-7BB3-49EC-9DE7-2D91CF9CD821}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{F5A790FD-7BB3-49EC-9DE7-2D91CF9CD821}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{F5A790FD-7BB3-49EC-9DE7-2D91CF9CD821}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{F5A790FD-7BB3-49EC-9DE7-2D91CF9CD821}</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