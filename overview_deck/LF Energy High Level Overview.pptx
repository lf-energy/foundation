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122A41F-5124-4E06-A035-FF6286328B6A}">
  <a:tblStyle styleId="{A122A41F-5124-4E06-A035-FF6286328B6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29.png"/><Relationship Id="rId6" Type="http://schemas.openxmlformats.org/officeDocument/2006/relationships/image" Target="../media/image15.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32.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{A122A41F-5124-4E06-A035-FF6286328B6A}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{A122A41F-5124-4E06-A035-FF6286328B6A}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{A122A41F-5124-4E06-A035-FF6286328B6A}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{A122A41F-5124-4E06-A035-FF6286328B6A}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{A122A41F-5124-4E06-A035-FF6286328B6A}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{A122A41F-5124-4E06-A035-FF6286328B6A}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