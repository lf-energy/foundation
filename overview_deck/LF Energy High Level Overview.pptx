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28D1934-9791-4E60-B9A4-0916B4F4C6CF}">
  <a:tblStyle styleId="{A28D1934-9791-4E60-B9A4-0916B4F4C6C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9.png"/><Relationship Id="rId6" Type="http://schemas.openxmlformats.org/officeDocument/2006/relationships/image" Target="../media/image13.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20.png"/><Relationship Id="rId6" Type="http://schemas.openxmlformats.org/officeDocument/2006/relationships/image" Target="../media/image22.png"/><Relationship Id="rId7" Type="http://schemas.openxmlformats.org/officeDocument/2006/relationships/image" Target="../media/image32.png"/><Relationship Id="rId8" Type="http://schemas.openxmlformats.org/officeDocument/2006/relationships/image" Target="../media/image3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{A28D1934-9791-4E60-B9A4-0916B4F4C6CF}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{A28D1934-9791-4E60-B9A4-0916B4F4C6CF}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{A28D1934-9791-4E60-B9A4-0916B4F4C6CF}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{A28D1934-9791-4E60-B9A4-0916B4F4C6CF}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{A28D1934-9791-4E60-B9A4-0916B4F4C6CF}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{A28D1934-9791-4E60-B9A4-0916B4F4C6CF}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