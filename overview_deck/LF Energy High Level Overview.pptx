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0481E72-22BC-489E-9841-3E018C2868A2}">
  <a:tblStyle styleId="{F0481E72-22BC-489E-9841-3E018C2868A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image" Target="../media/image24.png"/><Relationship Id="rId6" Type="http://schemas.openxmlformats.org/officeDocument/2006/relationships/image" Target="../media/image15.png"/><Relationship Id="rId7" Type="http://schemas.openxmlformats.org/officeDocument/2006/relationships/image" Target="../media/image3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19.png"/><Relationship Id="rId5" Type="http://schemas.openxmlformats.org/officeDocument/2006/relationships/image" Target="../media/image23.png"/><Relationship Id="rId6" Type="http://schemas.openxmlformats.org/officeDocument/2006/relationships/image" Target="../media/image27.png"/><Relationship Id="rId7" Type="http://schemas.openxmlformats.org/officeDocument/2006/relationships/image" Target="../media/image33.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0.png"/><Relationship Id="rId5" Type="http://schemas.openxmlformats.org/officeDocument/2006/relationships/hyperlink" Target="mailto:membership@lfenergy.org" TargetMode="External"/><Relationship Id="rId6" Type="http://schemas.openxmlformats.org/officeDocument/2006/relationships/image" Target="../media/image35.png"/><Relationship Id="rId7" Type="http://schemas.openxmlformats.org/officeDocument/2006/relationships/image" Target="../media/image31.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{F0481E72-22BC-489E-9841-3E018C2868A2}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{F0481E72-22BC-489E-9841-3E018C2868A2}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{F0481E72-22BC-489E-9841-3E018C2868A2}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{F0481E72-22BC-489E-9841-3E018C2868A2}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{F0481E72-22BC-489E-9841-3E018C2868A2}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{F0481E72-22BC-489E-9841-3E018C2868A2}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