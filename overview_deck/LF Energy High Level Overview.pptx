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C4E7B9E-0B1C-4749-AB4E-4EF5DEE3867A}">
  <a:tblStyle styleId="{BC4E7B9E-0B1C-4749-AB4E-4EF5DEE3867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24.png"/><Relationship Id="rId8"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7.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{BC4E7B9E-0B1C-4749-AB4E-4EF5DEE3867A}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{BC4E7B9E-0B1C-4749-AB4E-4EF5DEE3867A}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{BC4E7B9E-0B1C-4749-AB4E-4EF5DEE3867A}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{BC4E7B9E-0B1C-4749-AB4E-4EF5DEE3867A}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{BC4E7B9E-0B1C-4749-AB4E-4EF5DEE3867A}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{BC4E7B9E-0B1C-4749-AB4E-4EF5DEE3867A}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