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EA26423E-8F4A-4417-ADA0-3FE4B0367542}">
  <a:tblStyle styleId="{EA26423E-8F4A-4417-ADA0-3FE4B0367542}"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8.png"/><Relationship Id="rId3"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5.png"/><Relationship Id="rId4" Type="http://schemas.openxmlformats.org/officeDocument/2006/relationships/image" Target="../media/image1.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2.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8.png"/><Relationship Id="rId3" Type="http://schemas.openxmlformats.org/officeDocument/2006/relationships/image" Target="../media/image13.png"/><Relationship Id="rId4" Type="http://schemas.openxmlformats.org/officeDocument/2006/relationships/image" Target="../media/image1.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png"/><Relationship Id="rId3" Type="http://schemas.openxmlformats.org/officeDocument/2006/relationships/image" Target="../media/image21.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 Id="rId3" Type="http://schemas.openxmlformats.org/officeDocument/2006/relationships/image" Target="../media/image37.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29.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3.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2.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8.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7.png"/><Relationship Id="rId4" Type="http://schemas.openxmlformats.org/officeDocument/2006/relationships/image" Target="../media/image11.png"/><Relationship Id="rId5" Type="http://schemas.openxmlformats.org/officeDocument/2006/relationships/image" Target="../media/image10.png"/><Relationship Id="rId6" Type="http://schemas.openxmlformats.org/officeDocument/2006/relationships/image" Target="../media/image12.png"/><Relationship Id="rId7"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17.png"/><Relationship Id="rId4" Type="http://schemas.openxmlformats.org/officeDocument/2006/relationships/image" Target="../media/image15.png"/><Relationship Id="rId5" Type="http://schemas.openxmlformats.org/officeDocument/2006/relationships/image" Target="../media/image14.png"/><Relationship Id="rId6" Type="http://schemas.openxmlformats.org/officeDocument/2006/relationships/image" Target="../media/image16.png"/><Relationship Id="rId7" Type="http://schemas.openxmlformats.org/officeDocument/2006/relationships/image" Target="../media/image18.png"/><Relationship Id="rId8" Type="http://schemas.openxmlformats.org/officeDocument/2006/relationships/image" Target="../media/image1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1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1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26.png"/><Relationship Id="rId5" Type="http://schemas.openxmlformats.org/officeDocument/2006/relationships/hyperlink" Target="mailto:membership@lfenergy.org" TargetMode="External"/><Relationship Id="rId6" Type="http://schemas.openxmlformats.org/officeDocument/2006/relationships/image" Target="../media/image23.png"/><Relationship Id="rId7" Type="http://schemas.openxmlformats.org/officeDocument/2006/relationships/image" Target="../media/image24.png"/><Relationship Id="rId8" Type="http://schemas.openxmlformats.org/officeDocument/2006/relationships/image" Target="../media/image2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{EA26423E-8F4A-4417-ADA0-3FE4B0367542}</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{EA26423E-8F4A-4417-ADA0-3FE4B0367542}</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{EA26423E-8F4A-4417-ADA0-3FE4B0367542}</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{EA26423E-8F4A-4417-ADA0-3FE4B0367542}</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{EA26423E-8F4A-4417-ADA0-3FE4B0367542}</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{EA26423E-8F4A-4417-ADA0-3FE4B0367542}</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