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412DBAF-A08E-4471-A3F2-EBBBB0849E72}">
  <a:tblStyle styleId="{C412DBAF-A08E-4471-A3F2-EBBBB0849E7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9.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8.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{C412DBAF-A08E-4471-A3F2-EBBBB0849E72}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{C412DBAF-A08E-4471-A3F2-EBBBB0849E72}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{C412DBAF-A08E-4471-A3F2-EBBBB0849E72}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{C412DBAF-A08E-4471-A3F2-EBBBB0849E72}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{C412DBAF-A08E-4471-A3F2-EBBBB0849E72}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{C412DBAF-A08E-4471-A3F2-EBBBB0849E72}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