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E5EA786B-85C8-454B-985C-FD49CA89BEF4}">
  <a:tblStyle styleId="{E5EA786B-85C8-454B-985C-FD49CA89BEF4}"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7.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7.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9.png"/><Relationship Id="rId3" Type="http://schemas.openxmlformats.org/officeDocument/2006/relationships/image" Target="../media/image35.png"/><Relationship Id="rId4" Type="http://schemas.openxmlformats.org/officeDocument/2006/relationships/image" Target="../media/image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8.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4.png"/><Relationship Id="rId3" Type="http://schemas.openxmlformats.org/officeDocument/2006/relationships/image" Target="../media/image13.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6.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7.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23.png"/><Relationship Id="rId4" Type="http://schemas.openxmlformats.org/officeDocument/2006/relationships/image" Target="../media/image21.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39.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2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6.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4.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{E5EA786B-85C8-454B-985C-FD49CA89BEF4}</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{E5EA786B-85C8-454B-985C-FD49CA89BEF4}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{E5EA786B-85C8-454B-985C-FD49CA89BEF4}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{E5EA786B-85C8-454B-985C-FD49CA89BEF4}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{E5EA786B-85C8-454B-985C-FD49CA89BEF4}</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{E5EA786B-85C8-454B-985C-FD49CA89BEF4}</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