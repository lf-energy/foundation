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EAFCE8A-82FE-4A38-800C-7E638EDD1D07}">
  <a:tblStyle styleId="{3EAFCE8A-82FE-4A38-800C-7E638EDD1D0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5.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9.png"/><Relationship Id="rId6" Type="http://schemas.openxmlformats.org/officeDocument/2006/relationships/image" Target="../media/image23.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27.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4.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{3EAFCE8A-82FE-4A38-800C-7E638EDD1D07}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{3EAFCE8A-82FE-4A38-800C-7E638EDD1D07}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{3EAFCE8A-82FE-4A38-800C-7E638EDD1D07}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{3EAFCE8A-82FE-4A38-800C-7E638EDD1D07}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{3EAFCE8A-82FE-4A38-800C-7E638EDD1D07}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{3EAFCE8A-82FE-4A38-800C-7E638EDD1D07}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