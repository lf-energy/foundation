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DCBAA41E-A3E7-4AA5-B61A-BB8970EE3878}">
  <a:tblStyle styleId="{DCBAA41E-A3E7-4AA5-B61A-BB8970EE3878}"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8.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png"/><Relationship Id="rId4"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png"/><Relationship Id="rId3" Type="http://schemas.openxmlformats.org/officeDocument/2006/relationships/image" Target="../media/image2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3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27.png"/><Relationship Id="rId6" Type="http://schemas.openxmlformats.org/officeDocument/2006/relationships/image" Target="../media/image15.png"/><Relationship Id="rId7"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0.png"/><Relationship Id="rId4" Type="http://schemas.openxmlformats.org/officeDocument/2006/relationships/image" Target="../media/image28.png"/><Relationship Id="rId5" Type="http://schemas.openxmlformats.org/officeDocument/2006/relationships/image" Target="../media/image19.png"/><Relationship Id="rId6" Type="http://schemas.openxmlformats.org/officeDocument/2006/relationships/image" Target="../media/image24.png"/><Relationship Id="rId7" Type="http://schemas.openxmlformats.org/officeDocument/2006/relationships/image" Target="../media/image30.png"/><Relationship Id="rId8" Type="http://schemas.openxmlformats.org/officeDocument/2006/relationships/image" Target="../media/image1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6.png"/><Relationship Id="rId5" Type="http://schemas.openxmlformats.org/officeDocument/2006/relationships/hyperlink" Target="mailto:membership@lfenergy.org" TargetMode="External"/><Relationship Id="rId6" Type="http://schemas.openxmlformats.org/officeDocument/2006/relationships/image" Target="../media/image31.png"/><Relationship Id="rId7" Type="http://schemas.openxmlformats.org/officeDocument/2006/relationships/image" Target="../media/image25.png"/><Relationship Id="rId8" Type="http://schemas.openxmlformats.org/officeDocument/2006/relationships/image" Target="../media/image3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{DCBAA41E-A3E7-4AA5-B61A-BB8970EE3878}</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{DCBAA41E-A3E7-4AA5-B61A-BB8970EE3878}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{DCBAA41E-A3E7-4AA5-B61A-BB8970EE3878}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{DCBAA41E-A3E7-4AA5-B61A-BB8970EE3878}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{DCBAA41E-A3E7-4AA5-B61A-BB8970EE3878}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{DCBAA41E-A3E7-4AA5-B61A-BB8970EE3878}</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