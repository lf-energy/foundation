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15442DE-9166-4A00-B985-3162F5EA9497}">
  <a:tblStyle styleId="{C15442DE-9166-4A00-B985-3162F5EA949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{C15442DE-9166-4A00-B985-3162F5EA9497}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{C15442DE-9166-4A00-B985-3162F5EA9497}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{C15442DE-9166-4A00-B985-3162F5EA9497}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{C15442DE-9166-4A00-B985-3162F5EA9497}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{C15442DE-9166-4A00-B985-3162F5EA9497}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{C15442DE-9166-4A00-B985-3162F5EA9497}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