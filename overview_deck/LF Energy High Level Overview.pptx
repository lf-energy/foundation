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224322E1-1347-4C61-9526-50C666DA578E}">
  <a:tblStyle styleId="{224322E1-1347-4C61-9526-50C666DA578E}"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0.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4.png"/><Relationship Id="rId4"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3.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2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2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7.png"/><Relationship Id="rId4" Type="http://schemas.openxmlformats.org/officeDocument/2006/relationships/image" Target="../media/image25.png"/><Relationship Id="rId5" Type="http://schemas.openxmlformats.org/officeDocument/2006/relationships/image" Target="../media/image31.png"/><Relationship Id="rId6" Type="http://schemas.openxmlformats.org/officeDocument/2006/relationships/image" Target="../media/image19.png"/><Relationship Id="rId7"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6.png"/><Relationship Id="rId4" Type="http://schemas.openxmlformats.org/officeDocument/2006/relationships/image" Target="../media/image22.png"/><Relationship Id="rId5" Type="http://schemas.openxmlformats.org/officeDocument/2006/relationships/image" Target="../media/image24.png"/><Relationship Id="rId6" Type="http://schemas.openxmlformats.org/officeDocument/2006/relationships/image" Target="../media/image30.png"/><Relationship Id="rId7" Type="http://schemas.openxmlformats.org/officeDocument/2006/relationships/image" Target="../media/image27.png"/><Relationship Id="rId8" Type="http://schemas.openxmlformats.org/officeDocument/2006/relationships/image" Target="../media/image2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7.png"/><Relationship Id="rId5" Type="http://schemas.openxmlformats.org/officeDocument/2006/relationships/hyperlink" Target="mailto:membership@lfenergy.org" TargetMode="External"/><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image" Target="../media/image3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{224322E1-1347-4C61-9526-50C666DA578E}</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{224322E1-1347-4C61-9526-50C666DA578E}</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{224322E1-1347-4C61-9526-50C666DA578E}</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{224322E1-1347-4C61-9526-50C666DA578E}</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{224322E1-1347-4C61-9526-50C666DA578E}</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{224322E1-1347-4C61-9526-50C666DA578E}</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