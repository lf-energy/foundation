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9E43A589-842E-4B33-8155-9F66601329B4}">
  <a:tblStyle styleId="{9E43A589-842E-4B33-8155-9F66601329B4}"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png"/><Relationship Id="rId3" Type="http://schemas.openxmlformats.org/officeDocument/2006/relationships/image" Target="../media/image1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png"/><Relationship Id="rId3" Type="http://schemas.openxmlformats.org/officeDocument/2006/relationships/image" Target="../media/image7.png"/><Relationship Id="rId4" Type="http://schemas.openxmlformats.org/officeDocument/2006/relationships/image" Target="../media/image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1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27.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9.png"/><Relationship Id="rId4" Type="http://schemas.openxmlformats.org/officeDocument/2006/relationships/image" Target="../media/image17.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33.png"/><Relationship Id="rId4" Type="http://schemas.openxmlformats.org/officeDocument/2006/relationships/image" Target="../media/image15.png"/><Relationship Id="rId5" Type="http://schemas.openxmlformats.org/officeDocument/2006/relationships/image" Target="../media/image31.png"/><Relationship Id="rId6" Type="http://schemas.openxmlformats.org/officeDocument/2006/relationships/image" Target="../media/image26.png"/><Relationship Id="rId7" Type="http://schemas.openxmlformats.org/officeDocument/2006/relationships/image" Target="../media/image23.png"/><Relationship Id="rId8" Type="http://schemas.openxmlformats.org/officeDocument/2006/relationships/image" Target="../media/image3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3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3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5.png"/><Relationship Id="rId5" Type="http://schemas.openxmlformats.org/officeDocument/2006/relationships/hyperlink" Target="mailto:membership@lfenergy.org" TargetMode="External"/><Relationship Id="rId6" Type="http://schemas.openxmlformats.org/officeDocument/2006/relationships/image" Target="../media/image38.png"/><Relationship Id="rId7" Type="http://schemas.openxmlformats.org/officeDocument/2006/relationships/image" Target="../media/image32.png"/><Relationship Id="rId8" Type="http://schemas.openxmlformats.org/officeDocument/2006/relationships/image" Target="../media/image3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{9E43A589-842E-4B33-8155-9F66601329B4}</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{9E43A589-842E-4B33-8155-9F66601329B4}</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{9E43A589-842E-4B33-8155-9F66601329B4}</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{9E43A589-842E-4B33-8155-9F66601329B4}</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{9E43A589-842E-4B33-8155-9F66601329B4}</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{9E43A589-842E-4B33-8155-9F66601329B4}</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