
<file path=[Content_Types].xml><?xml version="1.0" encoding="utf-8"?>
<Types xmlns="http://schemas.openxmlformats.org/package/2006/content-types">
  <Default ContentType="application/xml" Extension="xml"/>
  <Default ContentType="image/png" Extension="png"/>
  <Default ContentType="application/vnd.openxmlformats-officedocument.obfuscatedFont" Extension="odttf"/>
  <Default ContentType="application/vnd.openxmlformats-package.relationships+xml" Extension="rels"/>
  <Override ContentType="application/vnd.openxmlformats-officedocument.presentationml.notesSlide+xml" PartName="/ppt/notesSlides/notesSlide18.xml"/>
  <Override ContentType="application/vnd.openxmlformats-officedocument.presentationml.notesSlide+xml" PartName="/ppt/notesSlides/notesSlide6.xml"/>
  <Override ContentType="application/vnd.openxmlformats-officedocument.presentationml.notesSlide+xml" PartName="/ppt/notesSlides/notesSlide13.xml"/>
  <Override ContentType="application/vnd.openxmlformats-officedocument.presentationml.notesSlide+xml" PartName="/ppt/notesSlides/notesSlide1.xml"/>
  <Override ContentType="application/vnd.openxmlformats-officedocument.presentationml.notesSlide+xml" PartName="/ppt/notesSlides/notesSlide3.xml"/>
  <Override ContentType="application/vnd.openxmlformats-officedocument.presentationml.notesSlide+xml" PartName="/ppt/notesSlides/notesSlide9.xml"/>
  <Override ContentType="application/vnd.openxmlformats-officedocument.presentationml.notesSlide+xml" PartName="/ppt/notesSlides/notesSlide15.xml"/>
  <Override ContentType="application/vnd.openxmlformats-officedocument.presentationml.notesSlide+xml" PartName="/ppt/notesSlides/notesSlide7.xml"/>
  <Override ContentType="application/vnd.openxmlformats-officedocument.presentationml.notesSlide+xml" PartName="/ppt/notesSlides/notesSlide11.xml"/>
  <Override ContentType="application/vnd.openxmlformats-officedocument.presentationml.notesSlide+xml" PartName="/ppt/notesSlides/notesSlide5.xml"/>
  <Override ContentType="application/vnd.openxmlformats-officedocument.presentationml.notesSlide+xml" PartName="/ppt/notesSlides/notesSlide12.xml"/>
  <Override ContentType="application/vnd.openxmlformats-officedocument.presentationml.notesSlide+xml" PartName="/ppt/notesSlides/notesSlide20.xml"/>
  <Override ContentType="application/vnd.openxmlformats-officedocument.presentationml.notesSlide+xml" PartName="/ppt/notesSlides/notesSlide17.xml"/>
  <Override ContentType="application/vnd.openxmlformats-officedocument.presentationml.notesSlide+xml" PartName="/ppt/notesSlides/notesSlide19.xml"/>
  <Override ContentType="application/vnd.openxmlformats-officedocument.presentationml.notesSlide+xml" PartName="/ppt/notesSlides/notesSlide16.xml"/>
  <Override ContentType="application/vnd.openxmlformats-officedocument.presentationml.notesSlide+xml" PartName="/ppt/notesSlides/notesSlide8.xml"/>
  <Override ContentType="application/vnd.openxmlformats-officedocument.presentationml.notesSlide+xml" PartName="/ppt/notesSlides/notesSlide14.xml"/>
  <Override ContentType="application/vnd.openxmlformats-officedocument.presentationml.notesSlide+xml" PartName="/ppt/notesSlides/notesSlide2.xml"/>
  <Override ContentType="application/vnd.openxmlformats-officedocument.presentationml.notesSlide+xml" PartName="/ppt/notesSlides/notesSlide4.xml"/>
  <Override ContentType="application/vnd.openxmlformats-officedocument.presentationml.notesSlide+xml" PartName="/ppt/notesSlides/notesSlide10.xml"/>
  <Override ContentType="application/vnd.openxmlformats-officedocument.presentationml.tableStyles+xml" PartName="/ppt/tableStyles.xml"/>
  <Override ContentType="application/vnd.openxmlformats-officedocument.presentationml.slideLayout+xml" PartName="/ppt/slideLayouts/slideLayout3.xml"/>
  <Override ContentType="application/vnd.openxmlformats-officedocument.presentationml.slideLayout+xml" PartName="/ppt/slideLayouts/slideLayout24.xml"/>
  <Override ContentType="application/vnd.openxmlformats-officedocument.presentationml.slideLayout+xml" PartName="/ppt/slideLayouts/slideLayout11.xml"/>
  <Override ContentType="application/vnd.openxmlformats-officedocument.presentationml.slideLayout+xml" PartName="/ppt/slideLayouts/slideLayout29.xml"/>
  <Override ContentType="application/vnd.openxmlformats-officedocument.presentationml.slideLayout+xml" PartName="/ppt/slideLayouts/slideLayout7.xml"/>
  <Override ContentType="application/vnd.openxmlformats-officedocument.presentationml.slideLayout+xml" PartName="/ppt/slideLayouts/slideLayout16.xml"/>
  <Override ContentType="application/vnd.openxmlformats-officedocument.presentationml.slideLayout+xml" PartName="/ppt/slideLayouts/slideLayout20.xml"/>
  <Override ContentType="application/vnd.openxmlformats-officedocument.presentationml.slideLayout+xml" PartName="/ppt/slideLayouts/slideLayout25.xml"/>
  <Override ContentType="application/vnd.openxmlformats-officedocument.presentationml.slideLayout+xml" PartName="/ppt/slideLayouts/slideLayout17.xml"/>
  <Override ContentType="application/vnd.openxmlformats-officedocument.presentationml.slideLayout+xml" PartName="/ppt/slideLayouts/slideLayout2.xml"/>
  <Override ContentType="application/vnd.openxmlformats-officedocument.presentationml.slideLayout+xml" PartName="/ppt/slideLayouts/slideLayout12.xml"/>
  <Override ContentType="application/vnd.openxmlformats-officedocument.presentationml.slideLayout+xml" PartName="/ppt/slideLayouts/slideLayout6.xml"/>
  <Override ContentType="application/vnd.openxmlformats-officedocument.presentationml.slideLayout+xml" PartName="/ppt/slideLayouts/slideLayout21.xml"/>
  <Override ContentType="application/vnd.openxmlformats-officedocument.presentationml.slideLayout+xml" PartName="/ppt/slideLayouts/slideLayout30.xml"/>
  <Override ContentType="application/vnd.openxmlformats-officedocument.presentationml.slideLayout+xml" PartName="/ppt/slideLayouts/slideLayout5.xml"/>
  <Override ContentType="application/vnd.openxmlformats-officedocument.presentationml.slideLayout+xml" PartName="/ppt/slideLayouts/slideLayout18.xml"/>
  <Override ContentType="application/vnd.openxmlformats-officedocument.presentationml.slideLayout+xml" PartName="/ppt/slideLayouts/slideLayout26.xml"/>
  <Override ContentType="application/vnd.openxmlformats-officedocument.presentationml.slideLayout+xml" PartName="/ppt/slideLayouts/slideLayout13.xml"/>
  <Override ContentType="application/vnd.openxmlformats-officedocument.presentationml.slideLayout+xml" PartName="/ppt/slideLayouts/slideLayout1.xml"/>
  <Override ContentType="application/vnd.openxmlformats-officedocument.presentationml.slideLayout+xml" PartName="/ppt/slideLayouts/slideLayout22.xml"/>
  <Override ContentType="application/vnd.openxmlformats-officedocument.presentationml.slideLayout+xml" PartName="/ppt/slideLayouts/slideLayout9.xml"/>
  <Override ContentType="application/vnd.openxmlformats-officedocument.presentationml.slideLayout+xml" PartName="/ppt/slideLayouts/slideLayout31.xml"/>
  <Override ContentType="application/vnd.openxmlformats-officedocument.presentationml.slideLayout+xml" PartName="/ppt/slideLayouts/slideLayout19.xml"/>
  <Override ContentType="application/vnd.openxmlformats-officedocument.presentationml.slideLayout+xml" PartName="/ppt/slideLayouts/slideLayout4.xml"/>
  <Override ContentType="application/vnd.openxmlformats-officedocument.presentationml.slideLayout+xml" PartName="/ppt/slideLayouts/slideLayout14.xml"/>
  <Override ContentType="application/vnd.openxmlformats-officedocument.presentationml.slideLayout+xml" PartName="/ppt/slideLayouts/slideLayout28.xml"/>
  <Override ContentType="application/vnd.openxmlformats-officedocument.presentationml.slideLayout+xml" PartName="/ppt/slideLayouts/slideLayout27.xml"/>
  <Override ContentType="application/vnd.openxmlformats-officedocument.presentationml.slideLayout+xml" PartName="/ppt/slideLayouts/slideLayout10.xml"/>
  <Override ContentType="application/vnd.openxmlformats-officedocument.presentationml.slideLayout+xml" PartName="/ppt/slideLayouts/slideLayout15.xml"/>
  <Override ContentType="application/vnd.openxmlformats-officedocument.presentationml.slideLayout+xml" PartName="/ppt/slideLayouts/slideLayout23.xml"/>
  <Override ContentType="application/vnd.openxmlformats-officedocument.presentationml.slideLayout+xml" PartName="/ppt/slideLayouts/slideLayout8.xml"/>
  <Override ContentType="application/vnd.openxmlformats-officedocument.presentationml.slideLayout+xml" PartName="/ppt/slideLayouts/slideLayout32.xml"/>
  <Override ContentType="application/vnd.openxmlformats-officedocument.presentationml.slideMaster+xml" PartName="/ppt/slideMasters/slideMaster2.xml"/>
  <Override ContentType="application/vnd.openxmlformats-officedocument.presentationml.slideMaster+xml" PartName="/ppt/slideMasters/slideMaster1.xml"/>
  <Override ContentType="application/vnd.openxmlformats-officedocument.presentationml.slide+xml" PartName="/ppt/slides/slide4.xml"/>
  <Override ContentType="application/vnd.openxmlformats-officedocument.presentationml.slide+xml" PartName="/ppt/slides/slide18.xml"/>
  <Override ContentType="application/vnd.openxmlformats-officedocument.presentationml.slide+xml" PartName="/ppt/slides/slide11.xml"/>
  <Override ContentType="application/vnd.openxmlformats-officedocument.presentationml.slide+xml" PartName="/ppt/slides/slide1.xml"/>
  <Override ContentType="application/vnd.openxmlformats-officedocument.presentationml.slide+xml" PartName="/ppt/slides/slide19.xml"/>
  <Override ContentType="application/vnd.openxmlformats-officedocument.presentationml.slide+xml" PartName="/ppt/slides/slide3.xml"/>
  <Override ContentType="application/vnd.openxmlformats-officedocument.presentationml.slide+xml" PartName="/ppt/slides/slide9.xml"/>
  <Override ContentType="application/vnd.openxmlformats-officedocument.presentationml.slide+xml" PartName="/ppt/slides/slide13.xml"/>
  <Override ContentType="application/vnd.openxmlformats-officedocument.presentationml.slide+xml" PartName="/ppt/slides/slide5.xml"/>
  <Override ContentType="application/vnd.openxmlformats-officedocument.presentationml.slide+xml" PartName="/ppt/slides/slide7.xml"/>
  <Override ContentType="application/vnd.openxmlformats-officedocument.presentationml.slide+xml" PartName="/ppt/slides/slide15.xml"/>
  <Override ContentType="application/vnd.openxmlformats-officedocument.presentationml.slide+xml" PartName="/ppt/slides/slide12.xml"/>
  <Override ContentType="application/vnd.openxmlformats-officedocument.presentationml.slide+xml" PartName="/ppt/slides/slide17.xml"/>
  <Override ContentType="application/vnd.openxmlformats-officedocument.presentationml.slide+xml" PartName="/ppt/slides/slide20.xml"/>
  <Override ContentType="application/vnd.openxmlformats-officedocument.presentationml.slide+xml" PartName="/ppt/slides/slide10.xml"/>
  <Override ContentType="application/vnd.openxmlformats-officedocument.presentationml.slide+xml" PartName="/ppt/slides/slide2.xml"/>
  <Override ContentType="application/vnd.openxmlformats-officedocument.presentationml.slide+xml" PartName="/ppt/slides/slide6.xml"/>
  <Override ContentType="application/vnd.openxmlformats-officedocument.presentationml.slide+xml" PartName="/ppt/slides/slide16.xml"/>
  <Override ContentType="application/vnd.openxmlformats-officedocument.presentationml.slide+xml" PartName="/ppt/slides/slide8.xml"/>
  <Override ContentType="application/vnd.openxmlformats-officedocument.presentationml.slide+xml" PartName="/ppt/slides/slide14.xml"/>
  <Override ContentType="application/vnd.openxmlformats-officedocument.presentationml.notesMaster+xml" PartName="/ppt/notesMasters/notesMaster1.xml"/>
  <Override ContentType="application/vnd.openxmlformats-officedocument.presentationml.presentation.main+xml" PartName="/ppt/presentation.xml"/>
  <Override ContentType="application/vnd.openxmlformats-officedocument.presentationml.presProps+xml" PartName="/ppt/presProps.xml"/>
  <Override ContentType="application/vnd.openxmlformats-officedocument.theme+xml" PartName="/ppt/theme/theme1.xml"/>
  <Override ContentType="application/vnd.openxmlformats-officedocument.theme+xml" PartName="/ppt/theme/theme2.xml"/>
  <Override ContentType="application/vnd.openxmlformats-officedocument.theme+xml" PartName="/ppt/theme/theme3.xml"/>
  <Override ContentType="application/vnd.openxmlformats-officedocument.presentationml.viewProps+xml" PartName="/ppt/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autoCompressPictures="0" strictFirstAndLastChars="0" saveSubsetFonts="1">
  <p:sldMasterIdLst>
    <p:sldMasterId id="2147483680" r:id="rId5"/>
    <p:sldMasterId id="2147483681" r:id="rId6"/>
  </p:sldMasterIdLst>
  <p:notesMasterIdLst>
    <p:notesMasterId r:id="rId7"/>
  </p:notesMasterIdLst>
  <p:sldIdLst>
    <p:sldId id="256" r:id="rId8"/>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 id="271" r:id="rId23"/>
    <p:sldId id="272" r:id="rId24"/>
    <p:sldId id="273" r:id="rId25"/>
    <p:sldId id="274" r:id="rId26"/>
    <p:sldId id="275" r:id="rId27"/>
  </p:sldIdLst>
  <p:sldSz cy="5143500" cx="9144000"/>
  <p:notesSz cx="6858000" cy="9144000"/>
  <p:defaultText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defaultTextStyle>
  <p:extLst>
    <p:ext uri="{EFAFB233-063F-42B5-8137-9DF3F51BA10A}">
      <p15:sldGuideLst>
        <p15:guide id="1" orient="horz" pos="1620">
          <p15:clr>
            <a:srgbClr val="747775"/>
          </p15:clr>
        </p15:guide>
        <p15:guide id="2" pos="2880">
          <p15:clr>
            <a:srgbClr val="747775"/>
          </p15:clr>
        </p15:guide>
      </p15:sldGuideLst>
    </p:ext>
  </p:extLst>
</p:presentation>
</file>

<file path=ppt/presProps.xml><?xml version="1.0" encoding="utf-8"?>
<p:presentation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file>

<file path=ppt/tableStyles.xml><?xml version="1.0" encoding="utf-8"?>
<a:tblStyleLst xmlns:a="http://schemas.openxmlformats.org/drawingml/2006/main" xmlns:r="http://schemas.openxmlformats.org/officeDocument/2006/relationships" def="{1BFDC143-97BD-4B04-8F61-2EA9569F8B6A}">
  <a:tblStyle styleId="{1BFDC143-97BD-4B04-8F61-2EA9569F8B6A}" styleName="Table_0">
    <a:wholeTbl>
      <a:tcTxStyle>
        <a:font>
          <a:latin typeface="Arial"/>
          <a:ea typeface="Arial"/>
          <a:cs typeface="Arial"/>
        </a:font>
        <a:srgbClr val="000000"/>
      </a:tcTxStyle>
      <a:tcStyle>
        <a:tcBdr>
          <a:left>
            <a:ln cap="flat" cmpd="sng" w="9525">
              <a:solidFill>
                <a:srgbClr val="9E9E9E"/>
              </a:solidFill>
              <a:prstDash val="solid"/>
              <a:round/>
              <a:headEnd len="sm" w="sm" type="none"/>
              <a:tailEnd len="sm" w="sm" type="none"/>
            </a:ln>
          </a:left>
          <a:right>
            <a:ln cap="flat" cmpd="sng" w="9525">
              <a:solidFill>
                <a:srgbClr val="9E9E9E"/>
              </a:solidFill>
              <a:prstDash val="solid"/>
              <a:round/>
              <a:headEnd len="sm" w="sm" type="none"/>
              <a:tailEnd len="sm" w="sm" type="none"/>
            </a:ln>
          </a:right>
          <a:top>
            <a:ln cap="flat" cmpd="sng" w="9525">
              <a:solidFill>
                <a:srgbClr val="9E9E9E"/>
              </a:solidFill>
              <a:prstDash val="solid"/>
              <a:round/>
              <a:headEnd len="sm" w="sm" type="none"/>
              <a:tailEnd len="sm" w="sm" type="none"/>
            </a:ln>
          </a:top>
          <a:bottom>
            <a:ln cap="flat" cmpd="sng" w="9525">
              <a:solidFill>
                <a:srgbClr val="9E9E9E"/>
              </a:solidFill>
              <a:prstDash val="solid"/>
              <a:round/>
              <a:headEnd len="sm" w="sm" type="none"/>
              <a:tailEnd len="sm" w="sm" type="none"/>
            </a:ln>
          </a:bottom>
          <a:insideH>
            <a:ln cap="flat" cmpd="sng" w="9525">
              <a:solidFill>
                <a:srgbClr val="9E9E9E"/>
              </a:solidFill>
              <a:prstDash val="solid"/>
              <a:round/>
              <a:headEnd len="sm" w="sm" type="none"/>
              <a:tailEnd len="sm" w="sm" type="none"/>
            </a:ln>
          </a:insideH>
          <a:insideV>
            <a:ln cap="flat" cmpd="sng" w="9525">
              <a:solidFill>
                <a:srgbClr val="9E9E9E"/>
              </a:solidFill>
              <a:prstDash val="solid"/>
              <a:round/>
              <a:headEnd len="sm" w="sm" type="none"/>
              <a:tailEnd len="sm" w="sm" type="none"/>
            </a:ln>
          </a:insideV>
        </a:tcBdr>
      </a:tcStyle>
    </a:wholeTbl>
    <a:band1H>
      <a:tcTxStyle/>
    </a:band1H>
    <a:band2H>
      <a:tcTxStyle/>
    </a:band2H>
    <a:band1V>
      <a:tcTxStyle/>
    </a:band1V>
    <a:band2V>
      <a:tcTxStyle/>
    </a:band2V>
    <a:lastCol>
      <a:tcTxStyle/>
    </a:lastCol>
    <a:firstCol>
      <a:tcTxStyle/>
    </a:firstCol>
    <a:lastRow>
      <a:tcTxStyle/>
    </a:lastRow>
    <a:seCell>
      <a:tcTxStyle/>
    </a:seCell>
    <a:swCell>
      <a:tcTxStyle/>
    </a:swCell>
    <a:firstRow>
      <a:tcTxStyle/>
    </a:firstRow>
    <a:neCell>
      <a:tcTxStyle/>
    </a:neCell>
    <a:nwCell>
      <a:tcTxStyle/>
    </a:nwCell>
  </a:tblStyle>
</a:tblStyleLst>
</file>

<file path=ppt/viewProps.xml><?xml version="1.0" encoding="utf-8"?>
<p:view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Comments="0">
  <p:slideViewPr>
    <p:cSldViewPr snapToGrid="0">
      <p:cViewPr varScale="1">
        <p:scale>
          <a:sx n="100" d="100"/>
          <a:sy n="100" d="100"/>
        </p:scale>
        <p:origin x="0" y="0"/>
      </p:cViewPr>
      <p:guideLst>
        <p:guide pos="1620" orient="horz"/>
        <p:guide pos="2880"/>
      </p:guideLst>
    </p:cSldViewPr>
  </p:slideViewPr>
</p:viewPr>
</file>

<file path=ppt/_rels/presentation.xml.rels><?xml version="1.0" encoding="UTF-8" standalone="yes"?><Relationships xmlns="http://schemas.openxmlformats.org/package/2006/relationships"><Relationship Id="rId20" Type="http://schemas.openxmlformats.org/officeDocument/2006/relationships/slide" Target="slides/slide13.xml"/><Relationship Id="rId22" Type="http://schemas.openxmlformats.org/officeDocument/2006/relationships/slide" Target="slides/slide15.xml"/><Relationship Id="rId21" Type="http://schemas.openxmlformats.org/officeDocument/2006/relationships/slide" Target="slides/slide14.xml"/><Relationship Id="rId24" Type="http://schemas.openxmlformats.org/officeDocument/2006/relationships/slide" Target="slides/slide17.xml"/><Relationship Id="rId23" Type="http://schemas.openxmlformats.org/officeDocument/2006/relationships/slide" Target="slides/slide16.xml"/><Relationship Id="rId1" Type="http://schemas.openxmlformats.org/officeDocument/2006/relationships/theme" Target="theme/theme3.xml"/><Relationship Id="rId2" Type="http://schemas.openxmlformats.org/officeDocument/2006/relationships/viewProps" Target="viewProps.xml"/><Relationship Id="rId3" Type="http://schemas.openxmlformats.org/officeDocument/2006/relationships/presProps" Target="presProps.xml"/><Relationship Id="rId4" Type="http://schemas.openxmlformats.org/officeDocument/2006/relationships/tableStyles" Target="tableStyles.xml"/><Relationship Id="rId9" Type="http://schemas.openxmlformats.org/officeDocument/2006/relationships/slide" Target="slides/slide2.xml"/><Relationship Id="rId26" Type="http://schemas.openxmlformats.org/officeDocument/2006/relationships/slide" Target="slides/slide19.xml"/><Relationship Id="rId25" Type="http://schemas.openxmlformats.org/officeDocument/2006/relationships/slide" Target="slides/slide18.xml"/><Relationship Id="rId27" Type="http://schemas.openxmlformats.org/officeDocument/2006/relationships/slide" Target="slides/slide20.xml"/><Relationship Id="rId5" Type="http://schemas.openxmlformats.org/officeDocument/2006/relationships/slideMaster" Target="slideMasters/slideMaster1.xml"/><Relationship Id="rId6" Type="http://schemas.openxmlformats.org/officeDocument/2006/relationships/slideMaster" Target="slideMasters/slideMaster2.xml"/><Relationship Id="rId7" Type="http://schemas.openxmlformats.org/officeDocument/2006/relationships/notesMaster" Target="notesMasters/notesMaster1.xml"/><Relationship Id="rId8" Type="http://schemas.openxmlformats.org/officeDocument/2006/relationships/slide" Target="slides/slide1.xml"/><Relationship Id="rId11" Type="http://schemas.openxmlformats.org/officeDocument/2006/relationships/slide" Target="slides/slide4.xml"/><Relationship Id="rId10" Type="http://schemas.openxmlformats.org/officeDocument/2006/relationships/slide" Target="slides/slide3.xml"/><Relationship Id="rId13" Type="http://schemas.openxmlformats.org/officeDocument/2006/relationships/slide" Target="slides/slide6.xml"/><Relationship Id="rId12" Type="http://schemas.openxmlformats.org/officeDocument/2006/relationships/slide" Target="slides/slide5.xml"/><Relationship Id="rId15" Type="http://schemas.openxmlformats.org/officeDocument/2006/relationships/slide" Target="slides/slide8.xml"/><Relationship Id="rId14" Type="http://schemas.openxmlformats.org/officeDocument/2006/relationships/slide" Target="slides/slide7.xml"/><Relationship Id="rId17" Type="http://schemas.openxmlformats.org/officeDocument/2006/relationships/slide" Target="slides/slide10.xml"/><Relationship Id="rId16" Type="http://schemas.openxmlformats.org/officeDocument/2006/relationships/slide" Target="slides/slide9.xml"/><Relationship Id="rId19" Type="http://schemas.openxmlformats.org/officeDocument/2006/relationships/slide" Target="slides/slide12.xml"/><Relationship Id="rId18" Type="http://schemas.openxmlformats.org/officeDocument/2006/relationships/slide" Target="slides/slide11.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1.xml"/></Relationships>
</file>

<file path=ppt/notesMasters/notesMaster1.xml><?xml version="1.0" encoding="utf-8"?>
<p:notes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 name="Shape 2"/>
        <p:cNvGrpSpPr/>
        <p:nvPr/>
      </p:nvGrpSpPr>
      <p:grpSpPr>
        <a:xfrm>
          <a:off x="0" y="0"/>
          <a:ext cx="0" cy="0"/>
          <a:chOff x="0" y="0"/>
          <a:chExt cx="0" cy="0"/>
        </a:xfrm>
      </p:grpSpPr>
      <p:sp>
        <p:nvSpPr>
          <p:cNvPr id="3" name="Google Shape;3;n"/>
          <p:cNvSpPr/>
          <p:nvPr>
            <p:ph idx="2" type="sldImg"/>
          </p:nvPr>
        </p:nvSpPr>
        <p:spPr>
          <a:xfrm>
            <a:off x="381300" y="685800"/>
            <a:ext cx="6096075" cy="3429000"/>
          </a:xfrm>
          <a:custGeom>
            <a:rect b="b" l="l" r="r" t="t"/>
            <a:pathLst>
              <a:path extrusionOk="0" h="120000" w="120000">
                <a:moveTo>
                  <a:pt x="0" y="0"/>
                </a:moveTo>
                <a:lnTo>
                  <a:pt x="120000" y="0"/>
                </a:lnTo>
                <a:lnTo>
                  <a:pt x="120000" y="120000"/>
                </a:lnTo>
                <a:lnTo>
                  <a:pt x="0" y="120000"/>
                </a:lnTo>
                <a:close/>
              </a:path>
            </a:pathLst>
          </a:custGeom>
          <a:noFill/>
          <a:ln cap="flat" cmpd="sng" w="9525">
            <a:solidFill>
              <a:srgbClr val="000000"/>
            </a:solidFill>
            <a:prstDash val="solid"/>
            <a:round/>
            <a:headEnd len="sm" w="sm" type="none"/>
            <a:tailEnd len="sm" w="sm" type="none"/>
          </a:ln>
        </p:spPr>
      </p:sp>
      <p:sp>
        <p:nvSpPr>
          <p:cNvPr id="4" name="Google Shape;4;n"/>
          <p:cNvSpPr txBox="1"/>
          <p:nvPr>
            <p:ph idx="1" type="body"/>
          </p:nvPr>
        </p:nvSpPr>
        <p:spPr>
          <a:xfrm>
            <a:off x="685800" y="4343400"/>
            <a:ext cx="5486400" cy="4114800"/>
          </a:xfrm>
          <a:prstGeom prst="rect">
            <a:avLst/>
          </a:prstGeom>
          <a:noFill/>
          <a:ln>
            <a:noFill/>
          </a:ln>
        </p:spPr>
        <p:txBody>
          <a:bodyPr anchorCtr="0" anchor="t" bIns="91425" lIns="91425" spcFirstLastPara="1" rIns="91425" wrap="square" tIns="91425">
            <a:noAutofit/>
          </a:bodyPr>
          <a:lstStyle>
            <a:lvl1pPr indent="-298450" lvl="0" marL="457200">
              <a:spcBef>
                <a:spcPts val="0"/>
              </a:spcBef>
              <a:spcAft>
                <a:spcPts val="0"/>
              </a:spcAft>
              <a:buSzPts val="1100"/>
              <a:buChar char="●"/>
              <a:defRPr sz="1100"/>
            </a:lvl1pPr>
            <a:lvl2pPr indent="-298450" lvl="1" marL="914400">
              <a:spcBef>
                <a:spcPts val="0"/>
              </a:spcBef>
              <a:spcAft>
                <a:spcPts val="0"/>
              </a:spcAft>
              <a:buSzPts val="1100"/>
              <a:buChar char="○"/>
              <a:defRPr sz="1100"/>
            </a:lvl2pPr>
            <a:lvl3pPr indent="-298450" lvl="2" marL="1371600">
              <a:spcBef>
                <a:spcPts val="0"/>
              </a:spcBef>
              <a:spcAft>
                <a:spcPts val="0"/>
              </a:spcAft>
              <a:buSzPts val="1100"/>
              <a:buChar char="■"/>
              <a:defRPr sz="1100"/>
            </a:lvl3pPr>
            <a:lvl4pPr indent="-298450" lvl="3" marL="1828800">
              <a:spcBef>
                <a:spcPts val="0"/>
              </a:spcBef>
              <a:spcAft>
                <a:spcPts val="0"/>
              </a:spcAft>
              <a:buSzPts val="1100"/>
              <a:buChar char="●"/>
              <a:defRPr sz="1100"/>
            </a:lvl4pPr>
            <a:lvl5pPr indent="-298450" lvl="4" marL="2286000">
              <a:spcBef>
                <a:spcPts val="0"/>
              </a:spcBef>
              <a:spcAft>
                <a:spcPts val="0"/>
              </a:spcAft>
              <a:buSzPts val="1100"/>
              <a:buChar char="○"/>
              <a:defRPr sz="1100"/>
            </a:lvl5pPr>
            <a:lvl6pPr indent="-298450" lvl="5" marL="2743200">
              <a:spcBef>
                <a:spcPts val="0"/>
              </a:spcBef>
              <a:spcAft>
                <a:spcPts val="0"/>
              </a:spcAft>
              <a:buSzPts val="1100"/>
              <a:buChar char="■"/>
              <a:defRPr sz="1100"/>
            </a:lvl6pPr>
            <a:lvl7pPr indent="-298450" lvl="6" marL="3200400">
              <a:spcBef>
                <a:spcPts val="0"/>
              </a:spcBef>
              <a:spcAft>
                <a:spcPts val="0"/>
              </a:spcAft>
              <a:buSzPts val="1100"/>
              <a:buChar char="●"/>
              <a:defRPr sz="1100"/>
            </a:lvl7pPr>
            <a:lvl8pPr indent="-298450" lvl="7" marL="3657600">
              <a:spcBef>
                <a:spcPts val="0"/>
              </a:spcBef>
              <a:spcAft>
                <a:spcPts val="0"/>
              </a:spcAft>
              <a:buSzPts val="1100"/>
              <a:buChar char="○"/>
              <a:defRPr sz="1100"/>
            </a:lvl8pPr>
            <a:lvl9pPr indent="-298450" lvl="8" marL="4114800">
              <a:spcBef>
                <a:spcPts val="0"/>
              </a:spcBef>
              <a:spcAft>
                <a:spcPts val="0"/>
              </a:spcAft>
              <a:buSzPts val="1100"/>
              <a:buChar char="■"/>
              <a:defRPr sz="1100"/>
            </a:lvl9pPr>
          </a:lstStyle>
          <a:p/>
        </p:txBody>
      </p:sp>
    </p:spTree>
  </p:cSld>
  <p:clrMap accent1="accent1" accent2="accent2" accent3="accent3" accent4="accent4" accent5="accent5" accent6="accent6" bg1="lt1" bg2="dk2" tx1="dk1" tx2="lt2" folHlink="folHlink" hlink="hlink"/>
  <p:notes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hyperlink" Target="https://landscape.lfenergy.org/pages/members?style=%40import%20url%28%27https%3A%2F%2Ffonts.googleapis.com%2Fcss2%3Ffamily%3DRoboto%2BSlab%3Awght%40100..900%26display%3Dswap%27%29%3B%20body%7Bbackground-color:white;font-family:%20%27Roboto%20Slab%27%20!important;%7D.borderless-mode%20.mosaic%20.logo%7Bheight:100px;%7D.sh_wrapper%20span%7Bfont-size:30px!important;text-decoration:underline;color:black;%7D%23embedded-footer%7Bdisplay:none;%7D.borderless-mode%20.mosaic-wrap%20%7B%20padding:%2010px%2020px%7Ddiv%5Bdata-wrapper-id%3Dlf-energy-member-strategic%5D%20.items-cont%3Aafter%7Bcontent%3A%22%20%2B1%22%3B%7Ddiv%5Bdata-wrapper-id%3Dlf-energy-member-general%5D%20.items-cont%3Aafter%7Bcontent%3A%22%20%2B1%22%3B%7Ddiv%5Bdata-wrapper-id%3Dlf-energy-member-associate%5D%20.items-cont%3Aafter%7Bcontent%3A%22%20%2B3%22%3B%7D" TargetMode="Externa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16" name="Shape 216"/>
        <p:cNvGrpSpPr/>
        <p:nvPr/>
      </p:nvGrpSpPr>
      <p:grpSpPr>
        <a:xfrm>
          <a:off x="0" y="0"/>
          <a:ext cx="0" cy="0"/>
          <a:chOff x="0" y="0"/>
          <a:chExt cx="0" cy="0"/>
        </a:xfrm>
      </p:grpSpPr>
      <p:sp>
        <p:nvSpPr>
          <p:cNvPr id="217" name="Google Shape;217;g30642fcf511_0_1167: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218" name="Google Shape;218;g30642fcf511_0_1167: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23" name="Shape 223"/>
        <p:cNvGrpSpPr/>
        <p:nvPr/>
      </p:nvGrpSpPr>
      <p:grpSpPr>
        <a:xfrm>
          <a:off x="0" y="0"/>
          <a:ext cx="0" cy="0"/>
          <a:chOff x="0" y="0"/>
          <a:chExt cx="0" cy="0"/>
        </a:xfrm>
      </p:grpSpPr>
      <p:sp>
        <p:nvSpPr>
          <p:cNvPr id="224" name="Google Shape;224;g30642fcf511_0_1572: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225" name="Google Shape;225;g30642fcf511_0_1572: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29" name="Shape 229"/>
        <p:cNvGrpSpPr/>
        <p:nvPr/>
      </p:nvGrpSpPr>
      <p:grpSpPr>
        <a:xfrm>
          <a:off x="0" y="0"/>
          <a:ext cx="0" cy="0"/>
          <a:chOff x="0" y="0"/>
          <a:chExt cx="0" cy="0"/>
        </a:xfrm>
      </p:grpSpPr>
      <p:sp>
        <p:nvSpPr>
          <p:cNvPr id="230" name="Google Shape;230;g30642fcf511_0_1577: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231" name="Google Shape;231;g30642fcf511_0_1577: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35" name="Shape 235"/>
        <p:cNvGrpSpPr/>
        <p:nvPr/>
      </p:nvGrpSpPr>
      <p:grpSpPr>
        <a:xfrm>
          <a:off x="0" y="0"/>
          <a:ext cx="0" cy="0"/>
          <a:chOff x="0" y="0"/>
          <a:chExt cx="0" cy="0"/>
        </a:xfrm>
      </p:grpSpPr>
      <p:sp>
        <p:nvSpPr>
          <p:cNvPr id="236" name="Google Shape;236;g2f8f50bc2f7_0_356: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237" name="Google Shape;237;g2f8f50bc2f7_0_356: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56" name="Shape 256"/>
        <p:cNvGrpSpPr/>
        <p:nvPr/>
      </p:nvGrpSpPr>
      <p:grpSpPr>
        <a:xfrm>
          <a:off x="0" y="0"/>
          <a:ext cx="0" cy="0"/>
          <a:chOff x="0" y="0"/>
          <a:chExt cx="0" cy="0"/>
        </a:xfrm>
      </p:grpSpPr>
      <p:sp>
        <p:nvSpPr>
          <p:cNvPr id="257" name="Google Shape;257;g30642fcf511_0_158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
        <p:nvSpPr>
          <p:cNvPr id="258" name="Google Shape;258;g30642fcf511_0_1582:notes"/>
          <p:cNvSpPr txBox="1"/>
          <p:nvPr>
            <p:ph idx="1" type="body"/>
          </p:nvPr>
        </p:nvSpPr>
        <p:spPr>
          <a:xfrm>
            <a:off x="685800" y="4400550"/>
            <a:ext cx="5486400" cy="36006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rPr lang="en"/>
              <a:t>Source:  </a:t>
            </a:r>
            <a:r>
              <a:rPr lang="en" u="sng">
                <a:solidFill>
                  <a:schemeClr val="hlink"/>
                </a:solidFill>
                <a:hlinkClick r:id="rId2"/>
              </a:rPr>
              <a:t>https://landscape.lfenergy.org/pages/members?style=%40import%20url%28%27https%3A%2F%2Ffonts.googleapis.com%2Fcss2%3Ffamily%3DRoboto%2BSlab%3Awght%40100..900%26display%3Dswap%27%29%3B%20body%7Bbackground-color:white;font-family:%20%27Roboto%20Slab%27%20!important;%7D.borderless-mode%20.mosaic%20.logo%7Bheight:100px;%7D.sh_wrapper%20span%7Bfont-size:30px!important;text-decoration:underline;color:black;%7D%23embedded-footer%7Bdisplay:none;%7D.borderless-mode%20.mosaic-wrap%20%7B%20padding:%2010px%2020px%7Ddiv%5Bdata-wrapper-id%3Dlf-energy-member-strategic%5D%20.items-cont%3Aafter%7Bcontent%3A%22%20%2B1%22%3B%7Ddiv%5Bdata-wrapper-id%3Dlf-energy-member-general%5D%20.items-cont%3Aafter%7Bcontent%3A%22%20%2B1%22%3B%7Ddiv%5Bdata-wrapper-id%3Dlf-energy-member-associate%5D%20.items-cont%3Aafter%7Bcontent%3A%22%20%2B3%22%3B%7D</a:t>
            </a:r>
            <a:r>
              <a:rPr lang="en"/>
              <a:t> </a:t>
            </a:r>
            <a:endParaRPr/>
          </a:p>
        </p:txBody>
      </p:sp>
      <p:sp>
        <p:nvSpPr>
          <p:cNvPr id="259" name="Google Shape;259;g30642fcf511_0_1582:notes"/>
          <p:cNvSpPr txBox="1"/>
          <p:nvPr>
            <p:ph idx="12" type="sldNum"/>
          </p:nvPr>
        </p:nvSpPr>
        <p:spPr>
          <a:xfrm>
            <a:off x="3884613" y="8685213"/>
            <a:ext cx="2971800" cy="4587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Clr>
                <a:srgbClr val="000000"/>
              </a:buClr>
              <a:buSzPts val="1200"/>
              <a:buFont typeface="Arial"/>
              <a:buNone/>
            </a:pPr>
            <a:fld id="{00000000-1234-1234-1234-123412341234}" type="slidenum">
              <a:rPr lang="en"/>
              <a:t>‹#›</a:t>
            </a:fld>
            <a:endParaRPr/>
          </a:p>
        </p:txBody>
      </p:sp>
    </p:spTree>
  </p:cSld>
  <p:clrMapOvr>
    <a:masterClrMapping/>
  </p:clrMapOvr>
</p:notes>
</file>

<file path=ppt/notesSlides/notesSlide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63" name="Shape 263"/>
        <p:cNvGrpSpPr/>
        <p:nvPr/>
      </p:nvGrpSpPr>
      <p:grpSpPr>
        <a:xfrm>
          <a:off x="0" y="0"/>
          <a:ext cx="0" cy="0"/>
          <a:chOff x="0" y="0"/>
          <a:chExt cx="0" cy="0"/>
        </a:xfrm>
      </p:grpSpPr>
      <p:sp>
        <p:nvSpPr>
          <p:cNvPr id="264" name="Google Shape;264;g30642fcf511_0_1631: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265" name="Google Shape;265;g30642fcf511_0_1631: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69" name="Shape 269"/>
        <p:cNvGrpSpPr/>
        <p:nvPr/>
      </p:nvGrpSpPr>
      <p:grpSpPr>
        <a:xfrm>
          <a:off x="0" y="0"/>
          <a:ext cx="0" cy="0"/>
          <a:chOff x="0" y="0"/>
          <a:chExt cx="0" cy="0"/>
        </a:xfrm>
      </p:grpSpPr>
      <p:sp>
        <p:nvSpPr>
          <p:cNvPr id="270" name="Google Shape;270;g30642fcf511_0_1650: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271" name="Google Shape;271;g30642fcf511_0_1650: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75" name="Shape 275"/>
        <p:cNvGrpSpPr/>
        <p:nvPr/>
      </p:nvGrpSpPr>
      <p:grpSpPr>
        <a:xfrm>
          <a:off x="0" y="0"/>
          <a:ext cx="0" cy="0"/>
          <a:chOff x="0" y="0"/>
          <a:chExt cx="0" cy="0"/>
        </a:xfrm>
      </p:grpSpPr>
      <p:sp>
        <p:nvSpPr>
          <p:cNvPr id="276" name="Google Shape;276;g30642fcf511_0_1661: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277" name="Google Shape;277;g30642fcf511_0_1661: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92" name="Shape 292"/>
        <p:cNvGrpSpPr/>
        <p:nvPr/>
      </p:nvGrpSpPr>
      <p:grpSpPr>
        <a:xfrm>
          <a:off x="0" y="0"/>
          <a:ext cx="0" cy="0"/>
          <a:chOff x="0" y="0"/>
          <a:chExt cx="0" cy="0"/>
        </a:xfrm>
      </p:grpSpPr>
      <p:sp>
        <p:nvSpPr>
          <p:cNvPr id="293" name="Google Shape;293;g30642fcf511_0_1655: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294" name="Google Shape;294;g30642fcf511_0_1655: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99" name="Shape 299"/>
        <p:cNvGrpSpPr/>
        <p:nvPr/>
      </p:nvGrpSpPr>
      <p:grpSpPr>
        <a:xfrm>
          <a:off x="0" y="0"/>
          <a:ext cx="0" cy="0"/>
          <a:chOff x="0" y="0"/>
          <a:chExt cx="0" cy="0"/>
        </a:xfrm>
      </p:grpSpPr>
      <p:sp>
        <p:nvSpPr>
          <p:cNvPr id="300" name="Google Shape;300;g30c836fe29d_0_172: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301" name="Google Shape;301;g30c836fe29d_0_172: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06" name="Shape 306"/>
        <p:cNvGrpSpPr/>
        <p:nvPr/>
      </p:nvGrpSpPr>
      <p:grpSpPr>
        <a:xfrm>
          <a:off x="0" y="0"/>
          <a:ext cx="0" cy="0"/>
          <a:chOff x="0" y="0"/>
          <a:chExt cx="0" cy="0"/>
        </a:xfrm>
      </p:grpSpPr>
      <p:sp>
        <p:nvSpPr>
          <p:cNvPr id="307" name="Google Shape;307;g30c23a8a209_0_343: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308" name="Google Shape;308;g30c23a8a209_0_343: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13" name="Shape 313"/>
        <p:cNvGrpSpPr/>
        <p:nvPr/>
      </p:nvGrpSpPr>
      <p:grpSpPr>
        <a:xfrm>
          <a:off x="0" y="0"/>
          <a:ext cx="0" cy="0"/>
          <a:chOff x="0" y="0"/>
          <a:chExt cx="0" cy="0"/>
        </a:xfrm>
      </p:grpSpPr>
      <p:sp>
        <p:nvSpPr>
          <p:cNvPr id="314" name="Google Shape;314;g30642fcf511_0_1677: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315" name="Google Shape;315;g30642fcf511_0_1677: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19" name="Shape 319"/>
        <p:cNvGrpSpPr/>
        <p:nvPr/>
      </p:nvGrpSpPr>
      <p:grpSpPr>
        <a:xfrm>
          <a:off x="0" y="0"/>
          <a:ext cx="0" cy="0"/>
          <a:chOff x="0" y="0"/>
          <a:chExt cx="0" cy="0"/>
        </a:xfrm>
      </p:grpSpPr>
      <p:sp>
        <p:nvSpPr>
          <p:cNvPr id="320" name="Google Shape;320;g30642fcf511_0_1682: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321" name="Google Shape;321;g30642fcf511_0_1682: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25" name="Shape 325"/>
        <p:cNvGrpSpPr/>
        <p:nvPr/>
      </p:nvGrpSpPr>
      <p:grpSpPr>
        <a:xfrm>
          <a:off x="0" y="0"/>
          <a:ext cx="0" cy="0"/>
          <a:chOff x="0" y="0"/>
          <a:chExt cx="0" cy="0"/>
        </a:xfrm>
      </p:grpSpPr>
      <p:sp>
        <p:nvSpPr>
          <p:cNvPr id="326" name="Google Shape;326;g30642fcf511_0_1687: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327" name="Google Shape;327;g30642fcf511_0_1687: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31" name="Shape 331"/>
        <p:cNvGrpSpPr/>
        <p:nvPr/>
      </p:nvGrpSpPr>
      <p:grpSpPr>
        <a:xfrm>
          <a:off x="0" y="0"/>
          <a:ext cx="0" cy="0"/>
          <a:chOff x="0" y="0"/>
          <a:chExt cx="0" cy="0"/>
        </a:xfrm>
      </p:grpSpPr>
      <p:sp>
        <p:nvSpPr>
          <p:cNvPr id="332" name="Google Shape;332;g30642fcf511_0_1692: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333" name="Google Shape;333;g30642fcf511_0_1692: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37" name="Shape 337"/>
        <p:cNvGrpSpPr/>
        <p:nvPr/>
      </p:nvGrpSpPr>
      <p:grpSpPr>
        <a:xfrm>
          <a:off x="0" y="0"/>
          <a:ext cx="0" cy="0"/>
          <a:chOff x="0" y="0"/>
          <a:chExt cx="0" cy="0"/>
        </a:xfrm>
      </p:grpSpPr>
      <p:sp>
        <p:nvSpPr>
          <p:cNvPr id="338" name="Google Shape;338;g30642fcf511_0_1697: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339" name="Google Shape;339;g30642fcf511_0_1697: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43" name="Shape 343"/>
        <p:cNvGrpSpPr/>
        <p:nvPr/>
      </p:nvGrpSpPr>
      <p:grpSpPr>
        <a:xfrm>
          <a:off x="0" y="0"/>
          <a:ext cx="0" cy="0"/>
          <a:chOff x="0" y="0"/>
          <a:chExt cx="0" cy="0"/>
        </a:xfrm>
      </p:grpSpPr>
      <p:sp>
        <p:nvSpPr>
          <p:cNvPr id="344" name="Google Shape;344;g30642fcf511_0_1702: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345" name="Google Shape;345;g30642fcf511_0_1702: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50" name="Shape 350"/>
        <p:cNvGrpSpPr/>
        <p:nvPr/>
      </p:nvGrpSpPr>
      <p:grpSpPr>
        <a:xfrm>
          <a:off x="0" y="0"/>
          <a:ext cx="0" cy="0"/>
          <a:chOff x="0" y="0"/>
          <a:chExt cx="0" cy="0"/>
        </a:xfrm>
      </p:grpSpPr>
      <p:sp>
        <p:nvSpPr>
          <p:cNvPr id="351" name="Google Shape;351;g30642fcf511_0_1708: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352" name="Google Shape;352;g30642fcf511_0_1708: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57" name="Shape 357"/>
        <p:cNvGrpSpPr/>
        <p:nvPr/>
      </p:nvGrpSpPr>
      <p:grpSpPr>
        <a:xfrm>
          <a:off x="0" y="0"/>
          <a:ext cx="0" cy="0"/>
          <a:chOff x="0" y="0"/>
          <a:chExt cx="0" cy="0"/>
        </a:xfrm>
      </p:grpSpPr>
      <p:sp>
        <p:nvSpPr>
          <p:cNvPr id="358" name="Google Shape;358;g30642fcf511_0_1714: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359" name="Google Shape;359;g30642fcf511_0_1714: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2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63" name="Shape 363"/>
        <p:cNvGrpSpPr/>
        <p:nvPr/>
      </p:nvGrpSpPr>
      <p:grpSpPr>
        <a:xfrm>
          <a:off x="0" y="0"/>
          <a:ext cx="0" cy="0"/>
          <a:chOff x="0" y="0"/>
          <a:chExt cx="0" cy="0"/>
        </a:xfrm>
      </p:grpSpPr>
      <p:sp>
        <p:nvSpPr>
          <p:cNvPr id="364" name="Google Shape;364;g30642fcf511_0_1719:notes"/>
          <p:cNvSpPr txBox="1"/>
          <p:nvPr>
            <p:ph idx="1" type="body"/>
          </p:nvPr>
        </p:nvSpPr>
        <p:spPr>
          <a:xfrm>
            <a:off x="685800" y="4400550"/>
            <a:ext cx="5486400" cy="36006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
        <p:nvSpPr>
          <p:cNvPr id="365" name="Google Shape;365;g30642fcf511_0_1719: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7.png"/><Relationship Id="rId3" Type="http://schemas.openxmlformats.org/officeDocument/2006/relationships/image" Target="../media/image8.png"/></Relationships>
</file>

<file path=ppt/slideLayouts/_rels/slideLayout13.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4.png"/><Relationship Id="rId3" Type="http://schemas.openxmlformats.org/officeDocument/2006/relationships/image" Target="../media/image1.png"/><Relationship Id="rId4" Type="http://schemas.openxmlformats.org/officeDocument/2006/relationships/image" Target="../media/image2.png"/></Relationships>
</file>

<file path=ppt/slideLayouts/_rels/slideLayout14.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4.png"/><Relationship Id="rId3" Type="http://schemas.openxmlformats.org/officeDocument/2006/relationships/image" Target="../media/image2.png"/></Relationships>
</file>

<file path=ppt/slideLayouts/_rels/slideLayout15.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8.png"/></Relationships>
</file>

<file path=ppt/slideLayouts/_rels/slideLayout16.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16.png"/></Relationships>
</file>

<file path=ppt/slideLayouts/_rels/slideLayout17.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1.png"/></Relationships>
</file>

<file path=ppt/slideLayouts/_rels/slideLayout18.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3.png"/><Relationship Id="rId3" Type="http://schemas.openxmlformats.org/officeDocument/2006/relationships/image" Target="../media/image8.png"/></Relationships>
</file>

<file path=ppt/slideLayouts/_rels/slideLayout19.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8.png"/></Relationships>
</file>

<file path=ppt/slideLayouts/_rels/slideLayout20.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8.png"/></Relationships>
</file>

<file path=ppt/slideLayouts/_rels/slideLayout21.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8.png"/></Relationships>
</file>

<file path=ppt/slideLayouts/_rels/slideLayout22.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1.png"/><Relationship Id="rId3" Type="http://schemas.openxmlformats.org/officeDocument/2006/relationships/image" Target="../media/image8.png"/></Relationships>
</file>

<file path=ppt/slideLayouts/_rels/slideLayout23.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18.png"/></Relationships>
</file>

<file path=ppt/slideLayouts/_rels/slideLayout24.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5.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7.png"/><Relationship Id="rId3" Type="http://schemas.openxmlformats.org/officeDocument/2006/relationships/image" Target="../media/image16.png"/><Relationship Id="rId4" Type="http://schemas.openxmlformats.org/officeDocument/2006/relationships/image" Target="../media/image2.png"/></Relationships>
</file>

<file path=ppt/slideLayouts/_rels/slideLayout26.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7.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8.png"/></Relationships>
</file>

<file path=ppt/slideLayouts/_rels/slideLayout28.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2.png"/></Relationships>
</file>

<file path=ppt/slideLayouts/_rels/slideLayout29.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30.png"/><Relationship Id="rId3" Type="http://schemas.openxmlformats.org/officeDocument/2006/relationships/image" Target="../media/image37.png"/></Relationships>
</file>

<file path=ppt/slideLayouts/_rels/slideLayout30.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31.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18.png"/><Relationship Id="rId3" Type="http://schemas.openxmlformats.org/officeDocument/2006/relationships/image" Target="../media/image32.png"/></Relationships>
</file>

<file path=ppt/slideLayouts/_rels/slideLayout32.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1.png"/><Relationship Id="rId3" Type="http://schemas.openxmlformats.org/officeDocument/2006/relationships/image" Target="../media/image28.png"/></Relationships>
</file>

<file path=ppt/slideLayouts/slideLayout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slide" type="title">
  <p:cSld name="TITLE">
    <p:spTree>
      <p:nvGrpSpPr>
        <p:cNvPr id="9" name="Shape 9"/>
        <p:cNvGrpSpPr/>
        <p:nvPr/>
      </p:nvGrpSpPr>
      <p:grpSpPr>
        <a:xfrm>
          <a:off x="0" y="0"/>
          <a:ext cx="0" cy="0"/>
          <a:chOff x="0" y="0"/>
          <a:chExt cx="0" cy="0"/>
        </a:xfrm>
      </p:grpSpPr>
      <p:sp>
        <p:nvSpPr>
          <p:cNvPr id="10" name="Google Shape;10;p2"/>
          <p:cNvSpPr txBox="1"/>
          <p:nvPr>
            <p:ph type="ctrTitle"/>
          </p:nvPr>
        </p:nvSpPr>
        <p:spPr>
          <a:xfrm>
            <a:off x="311708" y="744575"/>
            <a:ext cx="8520600" cy="2052600"/>
          </a:xfrm>
          <a:prstGeom prst="rect">
            <a:avLst/>
          </a:prstGeom>
        </p:spPr>
        <p:txBody>
          <a:bodyPr anchorCtr="0" anchor="b" bIns="91425" lIns="91425" spcFirstLastPara="1" rIns="91425" wrap="square" tIns="91425">
            <a:normAutofit/>
          </a:bodyPr>
          <a:lstStyle>
            <a:lvl1pPr lvl="0" algn="ctr">
              <a:spcBef>
                <a:spcPts val="0"/>
              </a:spcBef>
              <a:spcAft>
                <a:spcPts val="0"/>
              </a:spcAft>
              <a:buSzPts val="5200"/>
              <a:buNone/>
              <a:defRPr sz="5200"/>
            </a:lvl1pPr>
            <a:lvl2pPr lvl="1" algn="ctr">
              <a:spcBef>
                <a:spcPts val="0"/>
              </a:spcBef>
              <a:spcAft>
                <a:spcPts val="0"/>
              </a:spcAft>
              <a:buSzPts val="5200"/>
              <a:buNone/>
              <a:defRPr sz="5200"/>
            </a:lvl2pPr>
            <a:lvl3pPr lvl="2" algn="ctr">
              <a:spcBef>
                <a:spcPts val="0"/>
              </a:spcBef>
              <a:spcAft>
                <a:spcPts val="0"/>
              </a:spcAft>
              <a:buSzPts val="5200"/>
              <a:buNone/>
              <a:defRPr sz="5200"/>
            </a:lvl3pPr>
            <a:lvl4pPr lvl="3" algn="ctr">
              <a:spcBef>
                <a:spcPts val="0"/>
              </a:spcBef>
              <a:spcAft>
                <a:spcPts val="0"/>
              </a:spcAft>
              <a:buSzPts val="5200"/>
              <a:buNone/>
              <a:defRPr sz="5200"/>
            </a:lvl4pPr>
            <a:lvl5pPr lvl="4" algn="ctr">
              <a:spcBef>
                <a:spcPts val="0"/>
              </a:spcBef>
              <a:spcAft>
                <a:spcPts val="0"/>
              </a:spcAft>
              <a:buSzPts val="5200"/>
              <a:buNone/>
              <a:defRPr sz="5200"/>
            </a:lvl5pPr>
            <a:lvl6pPr lvl="5" algn="ctr">
              <a:spcBef>
                <a:spcPts val="0"/>
              </a:spcBef>
              <a:spcAft>
                <a:spcPts val="0"/>
              </a:spcAft>
              <a:buSzPts val="5200"/>
              <a:buNone/>
              <a:defRPr sz="5200"/>
            </a:lvl6pPr>
            <a:lvl7pPr lvl="6" algn="ctr">
              <a:spcBef>
                <a:spcPts val="0"/>
              </a:spcBef>
              <a:spcAft>
                <a:spcPts val="0"/>
              </a:spcAft>
              <a:buSzPts val="5200"/>
              <a:buNone/>
              <a:defRPr sz="5200"/>
            </a:lvl7pPr>
            <a:lvl8pPr lvl="7" algn="ctr">
              <a:spcBef>
                <a:spcPts val="0"/>
              </a:spcBef>
              <a:spcAft>
                <a:spcPts val="0"/>
              </a:spcAft>
              <a:buSzPts val="5200"/>
              <a:buNone/>
              <a:defRPr sz="5200"/>
            </a:lvl8pPr>
            <a:lvl9pPr lvl="8" algn="ctr">
              <a:spcBef>
                <a:spcPts val="0"/>
              </a:spcBef>
              <a:spcAft>
                <a:spcPts val="0"/>
              </a:spcAft>
              <a:buSzPts val="5200"/>
              <a:buNone/>
              <a:defRPr sz="5200"/>
            </a:lvl9pPr>
          </a:lstStyle>
          <a:p/>
        </p:txBody>
      </p:sp>
      <p:sp>
        <p:nvSpPr>
          <p:cNvPr id="11" name="Google Shape;11;p2"/>
          <p:cNvSpPr txBox="1"/>
          <p:nvPr>
            <p:ph idx="1" type="subTitle"/>
          </p:nvPr>
        </p:nvSpPr>
        <p:spPr>
          <a:xfrm>
            <a:off x="311700" y="2834125"/>
            <a:ext cx="8520600" cy="792600"/>
          </a:xfrm>
          <a:prstGeom prst="rect">
            <a:avLst/>
          </a:prstGeom>
        </p:spPr>
        <p:txBody>
          <a:bodyPr anchorCtr="0" anchor="t" bIns="91425" lIns="91425" spcFirstLastPara="1" rIns="91425" wrap="square" tIns="91425">
            <a:normAutofit/>
          </a:bodyPr>
          <a:lstStyle>
            <a:lvl1pPr lvl="0" algn="ctr">
              <a:lnSpc>
                <a:spcPct val="100000"/>
              </a:lnSpc>
              <a:spcBef>
                <a:spcPts val="0"/>
              </a:spcBef>
              <a:spcAft>
                <a:spcPts val="0"/>
              </a:spcAft>
              <a:buSzPts val="2800"/>
              <a:buNone/>
              <a:defRPr sz="2800"/>
            </a:lvl1pPr>
            <a:lvl2pPr lvl="1" algn="ctr">
              <a:lnSpc>
                <a:spcPct val="100000"/>
              </a:lnSpc>
              <a:spcBef>
                <a:spcPts val="0"/>
              </a:spcBef>
              <a:spcAft>
                <a:spcPts val="0"/>
              </a:spcAft>
              <a:buSzPts val="2800"/>
              <a:buNone/>
              <a:defRPr sz="2800"/>
            </a:lvl2pPr>
            <a:lvl3pPr lvl="2" algn="ctr">
              <a:lnSpc>
                <a:spcPct val="100000"/>
              </a:lnSpc>
              <a:spcBef>
                <a:spcPts val="0"/>
              </a:spcBef>
              <a:spcAft>
                <a:spcPts val="0"/>
              </a:spcAft>
              <a:buSzPts val="2800"/>
              <a:buNone/>
              <a:defRPr sz="2800"/>
            </a:lvl3pPr>
            <a:lvl4pPr lvl="3" algn="ctr">
              <a:lnSpc>
                <a:spcPct val="100000"/>
              </a:lnSpc>
              <a:spcBef>
                <a:spcPts val="0"/>
              </a:spcBef>
              <a:spcAft>
                <a:spcPts val="0"/>
              </a:spcAft>
              <a:buSzPts val="2800"/>
              <a:buNone/>
              <a:defRPr sz="2800"/>
            </a:lvl4pPr>
            <a:lvl5pPr lvl="4" algn="ctr">
              <a:lnSpc>
                <a:spcPct val="100000"/>
              </a:lnSpc>
              <a:spcBef>
                <a:spcPts val="0"/>
              </a:spcBef>
              <a:spcAft>
                <a:spcPts val="0"/>
              </a:spcAft>
              <a:buSzPts val="2800"/>
              <a:buNone/>
              <a:defRPr sz="2800"/>
            </a:lvl5pPr>
            <a:lvl6pPr lvl="5" algn="ctr">
              <a:lnSpc>
                <a:spcPct val="100000"/>
              </a:lnSpc>
              <a:spcBef>
                <a:spcPts val="0"/>
              </a:spcBef>
              <a:spcAft>
                <a:spcPts val="0"/>
              </a:spcAft>
              <a:buSzPts val="2800"/>
              <a:buNone/>
              <a:defRPr sz="2800"/>
            </a:lvl6pPr>
            <a:lvl7pPr lvl="6" algn="ctr">
              <a:lnSpc>
                <a:spcPct val="100000"/>
              </a:lnSpc>
              <a:spcBef>
                <a:spcPts val="0"/>
              </a:spcBef>
              <a:spcAft>
                <a:spcPts val="0"/>
              </a:spcAft>
              <a:buSzPts val="2800"/>
              <a:buNone/>
              <a:defRPr sz="2800"/>
            </a:lvl7pPr>
            <a:lvl8pPr lvl="7" algn="ctr">
              <a:lnSpc>
                <a:spcPct val="100000"/>
              </a:lnSpc>
              <a:spcBef>
                <a:spcPts val="0"/>
              </a:spcBef>
              <a:spcAft>
                <a:spcPts val="0"/>
              </a:spcAft>
              <a:buSzPts val="2800"/>
              <a:buNone/>
              <a:defRPr sz="2800"/>
            </a:lvl8pPr>
            <a:lvl9pPr lvl="8" algn="ctr">
              <a:lnSpc>
                <a:spcPct val="100000"/>
              </a:lnSpc>
              <a:spcBef>
                <a:spcPts val="0"/>
              </a:spcBef>
              <a:spcAft>
                <a:spcPts val="0"/>
              </a:spcAft>
              <a:buSzPts val="2800"/>
              <a:buNone/>
              <a:defRPr sz="2800"/>
            </a:lvl9pPr>
          </a:lstStyle>
          <a:p/>
        </p:txBody>
      </p:sp>
      <p:sp>
        <p:nvSpPr>
          <p:cNvPr id="12" name="Google Shape;12;p2"/>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type="secHead">
  <p:cSld name="SECTION_HEADER">
    <p:spTree>
      <p:nvGrpSpPr>
        <p:cNvPr id="13" name="Shape 13"/>
        <p:cNvGrpSpPr/>
        <p:nvPr/>
      </p:nvGrpSpPr>
      <p:grpSpPr>
        <a:xfrm>
          <a:off x="0" y="0"/>
          <a:ext cx="0" cy="0"/>
          <a:chOff x="0" y="0"/>
          <a:chExt cx="0" cy="0"/>
        </a:xfrm>
      </p:grpSpPr>
      <p:sp>
        <p:nvSpPr>
          <p:cNvPr id="14" name="Google Shape;14;p3"/>
          <p:cNvSpPr txBox="1"/>
          <p:nvPr>
            <p:ph type="title"/>
          </p:nvPr>
        </p:nvSpPr>
        <p:spPr>
          <a:xfrm>
            <a:off x="311700" y="2150850"/>
            <a:ext cx="8520600" cy="841800"/>
          </a:xfrm>
          <a:prstGeom prst="rect">
            <a:avLst/>
          </a:prstGeom>
        </p:spPr>
        <p:txBody>
          <a:bodyPr anchorCtr="0" anchor="ctr" bIns="91425" lIns="91425" spcFirstLastPara="1" rIns="91425" wrap="square" tIns="91425">
            <a:normAutofit/>
          </a:bodyPr>
          <a:lstStyle>
            <a:lvl1pPr lvl="0" algn="ctr">
              <a:spcBef>
                <a:spcPts val="0"/>
              </a:spcBef>
              <a:spcAft>
                <a:spcPts val="0"/>
              </a:spcAft>
              <a:buSzPts val="3600"/>
              <a:buNone/>
              <a:defRPr sz="3600"/>
            </a:lvl1pPr>
            <a:lvl2pPr lvl="1" algn="ctr">
              <a:spcBef>
                <a:spcPts val="0"/>
              </a:spcBef>
              <a:spcAft>
                <a:spcPts val="0"/>
              </a:spcAft>
              <a:buSzPts val="3600"/>
              <a:buNone/>
              <a:defRPr sz="3600"/>
            </a:lvl2pPr>
            <a:lvl3pPr lvl="2" algn="ctr">
              <a:spcBef>
                <a:spcPts val="0"/>
              </a:spcBef>
              <a:spcAft>
                <a:spcPts val="0"/>
              </a:spcAft>
              <a:buSzPts val="3600"/>
              <a:buNone/>
              <a:defRPr sz="3600"/>
            </a:lvl3pPr>
            <a:lvl4pPr lvl="3" algn="ctr">
              <a:spcBef>
                <a:spcPts val="0"/>
              </a:spcBef>
              <a:spcAft>
                <a:spcPts val="0"/>
              </a:spcAft>
              <a:buSzPts val="3600"/>
              <a:buNone/>
              <a:defRPr sz="3600"/>
            </a:lvl4pPr>
            <a:lvl5pPr lvl="4" algn="ctr">
              <a:spcBef>
                <a:spcPts val="0"/>
              </a:spcBef>
              <a:spcAft>
                <a:spcPts val="0"/>
              </a:spcAft>
              <a:buSzPts val="3600"/>
              <a:buNone/>
              <a:defRPr sz="3600"/>
            </a:lvl5pPr>
            <a:lvl6pPr lvl="5" algn="ctr">
              <a:spcBef>
                <a:spcPts val="0"/>
              </a:spcBef>
              <a:spcAft>
                <a:spcPts val="0"/>
              </a:spcAft>
              <a:buSzPts val="3600"/>
              <a:buNone/>
              <a:defRPr sz="3600"/>
            </a:lvl6pPr>
            <a:lvl7pPr lvl="6" algn="ctr">
              <a:spcBef>
                <a:spcPts val="0"/>
              </a:spcBef>
              <a:spcAft>
                <a:spcPts val="0"/>
              </a:spcAft>
              <a:buSzPts val="3600"/>
              <a:buNone/>
              <a:defRPr sz="3600"/>
            </a:lvl7pPr>
            <a:lvl8pPr lvl="7" algn="ctr">
              <a:spcBef>
                <a:spcPts val="0"/>
              </a:spcBef>
              <a:spcAft>
                <a:spcPts val="0"/>
              </a:spcAft>
              <a:buSzPts val="3600"/>
              <a:buNone/>
              <a:defRPr sz="3600"/>
            </a:lvl8pPr>
            <a:lvl9pPr lvl="8" algn="ctr">
              <a:spcBef>
                <a:spcPts val="0"/>
              </a:spcBef>
              <a:spcAft>
                <a:spcPts val="0"/>
              </a:spcAft>
              <a:buSzPts val="3600"/>
              <a:buNone/>
              <a:defRPr sz="3600"/>
            </a:lvl9pPr>
          </a:lstStyle>
          <a:p/>
        </p:txBody>
      </p:sp>
      <p:sp>
        <p:nvSpPr>
          <p:cNvPr id="15" name="Google Shape;15;p3"/>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body" type="tx">
  <p:cSld name="TITLE_AND_BODY">
    <p:spTree>
      <p:nvGrpSpPr>
        <p:cNvPr id="16" name="Shape 16"/>
        <p:cNvGrpSpPr/>
        <p:nvPr/>
      </p:nvGrpSpPr>
      <p:grpSpPr>
        <a:xfrm>
          <a:off x="0" y="0"/>
          <a:ext cx="0" cy="0"/>
          <a:chOff x="0" y="0"/>
          <a:chExt cx="0" cy="0"/>
        </a:xfrm>
      </p:grpSpPr>
      <p:sp>
        <p:nvSpPr>
          <p:cNvPr id="17" name="Google Shape;17;p4"/>
          <p:cNvSpPr txBox="1"/>
          <p:nvPr>
            <p:ph type="title"/>
          </p:nvPr>
        </p:nvSpPr>
        <p:spPr>
          <a:xfrm>
            <a:off x="311700" y="445025"/>
            <a:ext cx="8520600" cy="572700"/>
          </a:xfrm>
          <a:prstGeom prst="rect">
            <a:avLst/>
          </a:prstGeom>
        </p:spPr>
        <p:txBody>
          <a:bodyPr anchorCtr="0" anchor="t" bIns="91425" lIns="91425" spcFirstLastPara="1" rIns="91425" wrap="square" tIns="91425">
            <a:normAutofit/>
          </a:bodyPr>
          <a:lstStyle>
            <a:lvl1pPr lvl="0">
              <a:spcBef>
                <a:spcPts val="0"/>
              </a:spcBef>
              <a:spcAft>
                <a:spcPts val="0"/>
              </a:spcAft>
              <a:buSzPts val="2800"/>
              <a:buNone/>
              <a:defRPr/>
            </a:lvl1pPr>
            <a:lvl2pPr lvl="1">
              <a:spcBef>
                <a:spcPts val="0"/>
              </a:spcBef>
              <a:spcAft>
                <a:spcPts val="0"/>
              </a:spcAft>
              <a:buSzPts val="2800"/>
              <a:buNone/>
              <a:defRPr/>
            </a:lvl2pPr>
            <a:lvl3pPr lvl="2">
              <a:spcBef>
                <a:spcPts val="0"/>
              </a:spcBef>
              <a:spcAft>
                <a:spcPts val="0"/>
              </a:spcAft>
              <a:buSzPts val="2800"/>
              <a:buNone/>
              <a:defRPr/>
            </a:lvl3pPr>
            <a:lvl4pPr lvl="3">
              <a:spcBef>
                <a:spcPts val="0"/>
              </a:spcBef>
              <a:spcAft>
                <a:spcPts val="0"/>
              </a:spcAft>
              <a:buSzPts val="2800"/>
              <a:buNone/>
              <a:defRPr/>
            </a:lvl4pPr>
            <a:lvl5pPr lvl="4">
              <a:spcBef>
                <a:spcPts val="0"/>
              </a:spcBef>
              <a:spcAft>
                <a:spcPts val="0"/>
              </a:spcAft>
              <a:buSzPts val="2800"/>
              <a:buNone/>
              <a:defRPr/>
            </a:lvl5pPr>
            <a:lvl6pPr lvl="5">
              <a:spcBef>
                <a:spcPts val="0"/>
              </a:spcBef>
              <a:spcAft>
                <a:spcPts val="0"/>
              </a:spcAft>
              <a:buSzPts val="2800"/>
              <a:buNone/>
              <a:defRPr/>
            </a:lvl6pPr>
            <a:lvl7pPr lvl="6">
              <a:spcBef>
                <a:spcPts val="0"/>
              </a:spcBef>
              <a:spcAft>
                <a:spcPts val="0"/>
              </a:spcAft>
              <a:buSzPts val="2800"/>
              <a:buNone/>
              <a:defRPr/>
            </a:lvl7pPr>
            <a:lvl8pPr lvl="7">
              <a:spcBef>
                <a:spcPts val="0"/>
              </a:spcBef>
              <a:spcAft>
                <a:spcPts val="0"/>
              </a:spcAft>
              <a:buSzPts val="2800"/>
              <a:buNone/>
              <a:defRPr/>
            </a:lvl8pPr>
            <a:lvl9pPr lvl="8">
              <a:spcBef>
                <a:spcPts val="0"/>
              </a:spcBef>
              <a:spcAft>
                <a:spcPts val="0"/>
              </a:spcAft>
              <a:buSzPts val="2800"/>
              <a:buNone/>
              <a:defRPr/>
            </a:lvl9pPr>
          </a:lstStyle>
          <a:p/>
        </p:txBody>
      </p:sp>
      <p:sp>
        <p:nvSpPr>
          <p:cNvPr id="18" name="Google Shape;18;p4"/>
          <p:cNvSpPr txBox="1"/>
          <p:nvPr>
            <p:ph idx="1" type="body"/>
          </p:nvPr>
        </p:nvSpPr>
        <p:spPr>
          <a:xfrm>
            <a:off x="311700" y="1152475"/>
            <a:ext cx="8520600" cy="3416400"/>
          </a:xfrm>
          <a:prstGeom prst="rect">
            <a:avLst/>
          </a:prstGeom>
        </p:spPr>
        <p:txBody>
          <a:bodyPr anchorCtr="0" anchor="t" bIns="91425" lIns="91425" spcFirstLastPara="1" rIns="91425" wrap="square" tIns="91425">
            <a:normAutofit/>
          </a:bodyPr>
          <a:lstStyle>
            <a:lvl1pPr indent="-342900" lvl="0" marL="457200">
              <a:spcBef>
                <a:spcPts val="0"/>
              </a:spcBef>
              <a:spcAft>
                <a:spcPts val="0"/>
              </a:spcAft>
              <a:buSzPts val="1800"/>
              <a:buChar char="●"/>
              <a:defRPr/>
            </a:lvl1pPr>
            <a:lvl2pPr indent="-317500" lvl="1" marL="914400">
              <a:spcBef>
                <a:spcPts val="0"/>
              </a:spcBef>
              <a:spcAft>
                <a:spcPts val="0"/>
              </a:spcAft>
              <a:buSzPts val="1400"/>
              <a:buChar char="○"/>
              <a:defRPr/>
            </a:lvl2pPr>
            <a:lvl3pPr indent="-317500" lvl="2" marL="1371600">
              <a:spcBef>
                <a:spcPts val="0"/>
              </a:spcBef>
              <a:spcAft>
                <a:spcPts val="0"/>
              </a:spcAft>
              <a:buSzPts val="1400"/>
              <a:buChar char="■"/>
              <a:defRPr/>
            </a:lvl3pPr>
            <a:lvl4pPr indent="-317500" lvl="3" marL="1828800">
              <a:spcBef>
                <a:spcPts val="0"/>
              </a:spcBef>
              <a:spcAft>
                <a:spcPts val="0"/>
              </a:spcAft>
              <a:buSzPts val="1400"/>
              <a:buChar char="●"/>
              <a:defRPr/>
            </a:lvl4pPr>
            <a:lvl5pPr indent="-317500" lvl="4" marL="2286000">
              <a:spcBef>
                <a:spcPts val="0"/>
              </a:spcBef>
              <a:spcAft>
                <a:spcPts val="0"/>
              </a:spcAft>
              <a:buSzPts val="1400"/>
              <a:buChar char="○"/>
              <a:defRPr/>
            </a:lvl5pPr>
            <a:lvl6pPr indent="-317500" lvl="5" marL="2743200">
              <a:spcBef>
                <a:spcPts val="0"/>
              </a:spcBef>
              <a:spcAft>
                <a:spcPts val="0"/>
              </a:spcAft>
              <a:buSzPts val="1400"/>
              <a:buChar char="■"/>
              <a:defRPr/>
            </a:lvl6pPr>
            <a:lvl7pPr indent="-317500" lvl="6" marL="3200400">
              <a:spcBef>
                <a:spcPts val="0"/>
              </a:spcBef>
              <a:spcAft>
                <a:spcPts val="0"/>
              </a:spcAft>
              <a:buSzPts val="1400"/>
              <a:buChar char="●"/>
              <a:defRPr/>
            </a:lvl7pPr>
            <a:lvl8pPr indent="-317500" lvl="7" marL="3657600">
              <a:spcBef>
                <a:spcPts val="0"/>
              </a:spcBef>
              <a:spcAft>
                <a:spcPts val="0"/>
              </a:spcAft>
              <a:buSzPts val="1400"/>
              <a:buChar char="○"/>
              <a:defRPr/>
            </a:lvl8pPr>
            <a:lvl9pPr indent="-317500" lvl="8" marL="4114800">
              <a:spcBef>
                <a:spcPts val="0"/>
              </a:spcBef>
              <a:spcAft>
                <a:spcPts val="0"/>
              </a:spcAft>
              <a:buSzPts val="1400"/>
              <a:buChar char="■"/>
              <a:defRPr/>
            </a:lvl9pPr>
          </a:lstStyle>
          <a:p/>
        </p:txBody>
      </p:sp>
      <p:sp>
        <p:nvSpPr>
          <p:cNvPr id="19" name="Google Shape;19;p4"/>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two columns" type="twoColTx">
  <p:cSld name="TITLE_AND_TWO_COLUMNS">
    <p:spTree>
      <p:nvGrpSpPr>
        <p:cNvPr id="20" name="Shape 20"/>
        <p:cNvGrpSpPr/>
        <p:nvPr/>
      </p:nvGrpSpPr>
      <p:grpSpPr>
        <a:xfrm>
          <a:off x="0" y="0"/>
          <a:ext cx="0" cy="0"/>
          <a:chOff x="0" y="0"/>
          <a:chExt cx="0" cy="0"/>
        </a:xfrm>
      </p:grpSpPr>
      <p:sp>
        <p:nvSpPr>
          <p:cNvPr id="21" name="Google Shape;21;p5"/>
          <p:cNvSpPr txBox="1"/>
          <p:nvPr>
            <p:ph type="title"/>
          </p:nvPr>
        </p:nvSpPr>
        <p:spPr>
          <a:xfrm>
            <a:off x="311700" y="445025"/>
            <a:ext cx="8520600" cy="572700"/>
          </a:xfrm>
          <a:prstGeom prst="rect">
            <a:avLst/>
          </a:prstGeom>
        </p:spPr>
        <p:txBody>
          <a:bodyPr anchorCtr="0" anchor="t" bIns="91425" lIns="91425" spcFirstLastPara="1" rIns="91425" wrap="square" tIns="91425">
            <a:normAutofit/>
          </a:bodyPr>
          <a:lstStyle>
            <a:lvl1pPr lvl="0">
              <a:spcBef>
                <a:spcPts val="0"/>
              </a:spcBef>
              <a:spcAft>
                <a:spcPts val="0"/>
              </a:spcAft>
              <a:buSzPts val="2800"/>
              <a:buNone/>
              <a:defRPr/>
            </a:lvl1pPr>
            <a:lvl2pPr lvl="1">
              <a:spcBef>
                <a:spcPts val="0"/>
              </a:spcBef>
              <a:spcAft>
                <a:spcPts val="0"/>
              </a:spcAft>
              <a:buSzPts val="2800"/>
              <a:buNone/>
              <a:defRPr/>
            </a:lvl2pPr>
            <a:lvl3pPr lvl="2">
              <a:spcBef>
                <a:spcPts val="0"/>
              </a:spcBef>
              <a:spcAft>
                <a:spcPts val="0"/>
              </a:spcAft>
              <a:buSzPts val="2800"/>
              <a:buNone/>
              <a:defRPr/>
            </a:lvl3pPr>
            <a:lvl4pPr lvl="3">
              <a:spcBef>
                <a:spcPts val="0"/>
              </a:spcBef>
              <a:spcAft>
                <a:spcPts val="0"/>
              </a:spcAft>
              <a:buSzPts val="2800"/>
              <a:buNone/>
              <a:defRPr/>
            </a:lvl4pPr>
            <a:lvl5pPr lvl="4">
              <a:spcBef>
                <a:spcPts val="0"/>
              </a:spcBef>
              <a:spcAft>
                <a:spcPts val="0"/>
              </a:spcAft>
              <a:buSzPts val="2800"/>
              <a:buNone/>
              <a:defRPr/>
            </a:lvl5pPr>
            <a:lvl6pPr lvl="5">
              <a:spcBef>
                <a:spcPts val="0"/>
              </a:spcBef>
              <a:spcAft>
                <a:spcPts val="0"/>
              </a:spcAft>
              <a:buSzPts val="2800"/>
              <a:buNone/>
              <a:defRPr/>
            </a:lvl6pPr>
            <a:lvl7pPr lvl="6">
              <a:spcBef>
                <a:spcPts val="0"/>
              </a:spcBef>
              <a:spcAft>
                <a:spcPts val="0"/>
              </a:spcAft>
              <a:buSzPts val="2800"/>
              <a:buNone/>
              <a:defRPr/>
            </a:lvl7pPr>
            <a:lvl8pPr lvl="7">
              <a:spcBef>
                <a:spcPts val="0"/>
              </a:spcBef>
              <a:spcAft>
                <a:spcPts val="0"/>
              </a:spcAft>
              <a:buSzPts val="2800"/>
              <a:buNone/>
              <a:defRPr/>
            </a:lvl8pPr>
            <a:lvl9pPr lvl="8">
              <a:spcBef>
                <a:spcPts val="0"/>
              </a:spcBef>
              <a:spcAft>
                <a:spcPts val="0"/>
              </a:spcAft>
              <a:buSzPts val="2800"/>
              <a:buNone/>
              <a:defRPr/>
            </a:lvl9pPr>
          </a:lstStyle>
          <a:p/>
        </p:txBody>
      </p:sp>
      <p:sp>
        <p:nvSpPr>
          <p:cNvPr id="22" name="Google Shape;22;p5"/>
          <p:cNvSpPr txBox="1"/>
          <p:nvPr>
            <p:ph idx="1" type="body"/>
          </p:nvPr>
        </p:nvSpPr>
        <p:spPr>
          <a:xfrm>
            <a:off x="311700" y="1152475"/>
            <a:ext cx="3999900" cy="3416400"/>
          </a:xfrm>
          <a:prstGeom prst="rect">
            <a:avLst/>
          </a:prstGeom>
        </p:spPr>
        <p:txBody>
          <a:bodyPr anchorCtr="0" anchor="t" bIns="91425" lIns="91425" spcFirstLastPara="1" rIns="91425" wrap="square" tIns="91425">
            <a:normAutofit/>
          </a:bodyPr>
          <a:lstStyle>
            <a:lvl1pPr indent="-317500" lvl="0" marL="457200">
              <a:spcBef>
                <a:spcPts val="0"/>
              </a:spcBef>
              <a:spcAft>
                <a:spcPts val="0"/>
              </a:spcAft>
              <a:buSzPts val="1400"/>
              <a:buChar char="●"/>
              <a:defRPr sz="1400"/>
            </a:lvl1pPr>
            <a:lvl2pPr indent="-304800" lvl="1" marL="914400">
              <a:spcBef>
                <a:spcPts val="0"/>
              </a:spcBef>
              <a:spcAft>
                <a:spcPts val="0"/>
              </a:spcAft>
              <a:buSzPts val="1200"/>
              <a:buChar char="○"/>
              <a:defRPr sz="1200"/>
            </a:lvl2pPr>
            <a:lvl3pPr indent="-304800" lvl="2" marL="1371600">
              <a:spcBef>
                <a:spcPts val="0"/>
              </a:spcBef>
              <a:spcAft>
                <a:spcPts val="0"/>
              </a:spcAft>
              <a:buSzPts val="1200"/>
              <a:buChar char="■"/>
              <a:defRPr sz="1200"/>
            </a:lvl3pPr>
            <a:lvl4pPr indent="-304800" lvl="3" marL="1828800">
              <a:spcBef>
                <a:spcPts val="0"/>
              </a:spcBef>
              <a:spcAft>
                <a:spcPts val="0"/>
              </a:spcAft>
              <a:buSzPts val="1200"/>
              <a:buChar char="●"/>
              <a:defRPr sz="1200"/>
            </a:lvl4pPr>
            <a:lvl5pPr indent="-304800" lvl="4" marL="2286000">
              <a:spcBef>
                <a:spcPts val="0"/>
              </a:spcBef>
              <a:spcAft>
                <a:spcPts val="0"/>
              </a:spcAft>
              <a:buSzPts val="1200"/>
              <a:buChar char="○"/>
              <a:defRPr sz="1200"/>
            </a:lvl5pPr>
            <a:lvl6pPr indent="-304800" lvl="5" marL="2743200">
              <a:spcBef>
                <a:spcPts val="0"/>
              </a:spcBef>
              <a:spcAft>
                <a:spcPts val="0"/>
              </a:spcAft>
              <a:buSzPts val="1200"/>
              <a:buChar char="■"/>
              <a:defRPr sz="1200"/>
            </a:lvl6pPr>
            <a:lvl7pPr indent="-304800" lvl="6" marL="3200400">
              <a:spcBef>
                <a:spcPts val="0"/>
              </a:spcBef>
              <a:spcAft>
                <a:spcPts val="0"/>
              </a:spcAft>
              <a:buSzPts val="1200"/>
              <a:buChar char="●"/>
              <a:defRPr sz="1200"/>
            </a:lvl7pPr>
            <a:lvl8pPr indent="-304800" lvl="7" marL="3657600">
              <a:spcBef>
                <a:spcPts val="0"/>
              </a:spcBef>
              <a:spcAft>
                <a:spcPts val="0"/>
              </a:spcAft>
              <a:buSzPts val="1200"/>
              <a:buChar char="○"/>
              <a:defRPr sz="1200"/>
            </a:lvl8pPr>
            <a:lvl9pPr indent="-304800" lvl="8" marL="4114800">
              <a:spcBef>
                <a:spcPts val="0"/>
              </a:spcBef>
              <a:spcAft>
                <a:spcPts val="0"/>
              </a:spcAft>
              <a:buSzPts val="1200"/>
              <a:buChar char="■"/>
              <a:defRPr sz="1200"/>
            </a:lvl9pPr>
          </a:lstStyle>
          <a:p/>
        </p:txBody>
      </p:sp>
      <p:sp>
        <p:nvSpPr>
          <p:cNvPr id="23" name="Google Shape;23;p5"/>
          <p:cNvSpPr txBox="1"/>
          <p:nvPr>
            <p:ph idx="2" type="body"/>
          </p:nvPr>
        </p:nvSpPr>
        <p:spPr>
          <a:xfrm>
            <a:off x="4832400" y="1152475"/>
            <a:ext cx="3999900" cy="3416400"/>
          </a:xfrm>
          <a:prstGeom prst="rect">
            <a:avLst/>
          </a:prstGeom>
        </p:spPr>
        <p:txBody>
          <a:bodyPr anchorCtr="0" anchor="t" bIns="91425" lIns="91425" spcFirstLastPara="1" rIns="91425" wrap="square" tIns="91425">
            <a:normAutofit/>
          </a:bodyPr>
          <a:lstStyle>
            <a:lvl1pPr indent="-317500" lvl="0" marL="457200">
              <a:spcBef>
                <a:spcPts val="0"/>
              </a:spcBef>
              <a:spcAft>
                <a:spcPts val="0"/>
              </a:spcAft>
              <a:buSzPts val="1400"/>
              <a:buChar char="●"/>
              <a:defRPr sz="1400"/>
            </a:lvl1pPr>
            <a:lvl2pPr indent="-304800" lvl="1" marL="914400">
              <a:spcBef>
                <a:spcPts val="0"/>
              </a:spcBef>
              <a:spcAft>
                <a:spcPts val="0"/>
              </a:spcAft>
              <a:buSzPts val="1200"/>
              <a:buChar char="○"/>
              <a:defRPr sz="1200"/>
            </a:lvl2pPr>
            <a:lvl3pPr indent="-304800" lvl="2" marL="1371600">
              <a:spcBef>
                <a:spcPts val="0"/>
              </a:spcBef>
              <a:spcAft>
                <a:spcPts val="0"/>
              </a:spcAft>
              <a:buSzPts val="1200"/>
              <a:buChar char="■"/>
              <a:defRPr sz="1200"/>
            </a:lvl3pPr>
            <a:lvl4pPr indent="-304800" lvl="3" marL="1828800">
              <a:spcBef>
                <a:spcPts val="0"/>
              </a:spcBef>
              <a:spcAft>
                <a:spcPts val="0"/>
              </a:spcAft>
              <a:buSzPts val="1200"/>
              <a:buChar char="●"/>
              <a:defRPr sz="1200"/>
            </a:lvl4pPr>
            <a:lvl5pPr indent="-304800" lvl="4" marL="2286000">
              <a:spcBef>
                <a:spcPts val="0"/>
              </a:spcBef>
              <a:spcAft>
                <a:spcPts val="0"/>
              </a:spcAft>
              <a:buSzPts val="1200"/>
              <a:buChar char="○"/>
              <a:defRPr sz="1200"/>
            </a:lvl5pPr>
            <a:lvl6pPr indent="-304800" lvl="5" marL="2743200">
              <a:spcBef>
                <a:spcPts val="0"/>
              </a:spcBef>
              <a:spcAft>
                <a:spcPts val="0"/>
              </a:spcAft>
              <a:buSzPts val="1200"/>
              <a:buChar char="■"/>
              <a:defRPr sz="1200"/>
            </a:lvl6pPr>
            <a:lvl7pPr indent="-304800" lvl="6" marL="3200400">
              <a:spcBef>
                <a:spcPts val="0"/>
              </a:spcBef>
              <a:spcAft>
                <a:spcPts val="0"/>
              </a:spcAft>
              <a:buSzPts val="1200"/>
              <a:buChar char="●"/>
              <a:defRPr sz="1200"/>
            </a:lvl7pPr>
            <a:lvl8pPr indent="-304800" lvl="7" marL="3657600">
              <a:spcBef>
                <a:spcPts val="0"/>
              </a:spcBef>
              <a:spcAft>
                <a:spcPts val="0"/>
              </a:spcAft>
              <a:buSzPts val="1200"/>
              <a:buChar char="○"/>
              <a:defRPr sz="1200"/>
            </a:lvl8pPr>
            <a:lvl9pPr indent="-304800" lvl="8" marL="4114800">
              <a:spcBef>
                <a:spcPts val="0"/>
              </a:spcBef>
              <a:spcAft>
                <a:spcPts val="0"/>
              </a:spcAft>
              <a:buSzPts val="1200"/>
              <a:buChar char="■"/>
              <a:defRPr sz="1200"/>
            </a:lvl9pPr>
          </a:lstStyle>
          <a:p/>
        </p:txBody>
      </p:sp>
      <p:sp>
        <p:nvSpPr>
          <p:cNvPr id="24" name="Google Shape;24;p5"/>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only" type="titleOnly">
  <p:cSld name="TITLE_ONLY">
    <p:spTree>
      <p:nvGrpSpPr>
        <p:cNvPr id="25" name="Shape 25"/>
        <p:cNvGrpSpPr/>
        <p:nvPr/>
      </p:nvGrpSpPr>
      <p:grpSpPr>
        <a:xfrm>
          <a:off x="0" y="0"/>
          <a:ext cx="0" cy="0"/>
          <a:chOff x="0" y="0"/>
          <a:chExt cx="0" cy="0"/>
        </a:xfrm>
      </p:grpSpPr>
      <p:sp>
        <p:nvSpPr>
          <p:cNvPr id="26" name="Google Shape;26;p6"/>
          <p:cNvSpPr txBox="1"/>
          <p:nvPr>
            <p:ph type="title"/>
          </p:nvPr>
        </p:nvSpPr>
        <p:spPr>
          <a:xfrm>
            <a:off x="311700" y="445025"/>
            <a:ext cx="8520600" cy="572700"/>
          </a:xfrm>
          <a:prstGeom prst="rect">
            <a:avLst/>
          </a:prstGeom>
        </p:spPr>
        <p:txBody>
          <a:bodyPr anchorCtr="0" anchor="t" bIns="91425" lIns="91425" spcFirstLastPara="1" rIns="91425" wrap="square" tIns="91425">
            <a:normAutofit/>
          </a:bodyPr>
          <a:lstStyle>
            <a:lvl1pPr lvl="0">
              <a:spcBef>
                <a:spcPts val="0"/>
              </a:spcBef>
              <a:spcAft>
                <a:spcPts val="0"/>
              </a:spcAft>
              <a:buSzPts val="2800"/>
              <a:buNone/>
              <a:defRPr/>
            </a:lvl1pPr>
            <a:lvl2pPr lvl="1">
              <a:spcBef>
                <a:spcPts val="0"/>
              </a:spcBef>
              <a:spcAft>
                <a:spcPts val="0"/>
              </a:spcAft>
              <a:buSzPts val="2800"/>
              <a:buNone/>
              <a:defRPr/>
            </a:lvl2pPr>
            <a:lvl3pPr lvl="2">
              <a:spcBef>
                <a:spcPts val="0"/>
              </a:spcBef>
              <a:spcAft>
                <a:spcPts val="0"/>
              </a:spcAft>
              <a:buSzPts val="2800"/>
              <a:buNone/>
              <a:defRPr/>
            </a:lvl3pPr>
            <a:lvl4pPr lvl="3">
              <a:spcBef>
                <a:spcPts val="0"/>
              </a:spcBef>
              <a:spcAft>
                <a:spcPts val="0"/>
              </a:spcAft>
              <a:buSzPts val="2800"/>
              <a:buNone/>
              <a:defRPr/>
            </a:lvl4pPr>
            <a:lvl5pPr lvl="4">
              <a:spcBef>
                <a:spcPts val="0"/>
              </a:spcBef>
              <a:spcAft>
                <a:spcPts val="0"/>
              </a:spcAft>
              <a:buSzPts val="2800"/>
              <a:buNone/>
              <a:defRPr/>
            </a:lvl5pPr>
            <a:lvl6pPr lvl="5">
              <a:spcBef>
                <a:spcPts val="0"/>
              </a:spcBef>
              <a:spcAft>
                <a:spcPts val="0"/>
              </a:spcAft>
              <a:buSzPts val="2800"/>
              <a:buNone/>
              <a:defRPr/>
            </a:lvl6pPr>
            <a:lvl7pPr lvl="6">
              <a:spcBef>
                <a:spcPts val="0"/>
              </a:spcBef>
              <a:spcAft>
                <a:spcPts val="0"/>
              </a:spcAft>
              <a:buSzPts val="2800"/>
              <a:buNone/>
              <a:defRPr/>
            </a:lvl7pPr>
            <a:lvl8pPr lvl="7">
              <a:spcBef>
                <a:spcPts val="0"/>
              </a:spcBef>
              <a:spcAft>
                <a:spcPts val="0"/>
              </a:spcAft>
              <a:buSzPts val="2800"/>
              <a:buNone/>
              <a:defRPr/>
            </a:lvl8pPr>
            <a:lvl9pPr lvl="8">
              <a:spcBef>
                <a:spcPts val="0"/>
              </a:spcBef>
              <a:spcAft>
                <a:spcPts val="0"/>
              </a:spcAft>
              <a:buSzPts val="2800"/>
              <a:buNone/>
              <a:defRPr/>
            </a:lvl9pPr>
          </a:lstStyle>
          <a:p/>
        </p:txBody>
      </p:sp>
      <p:sp>
        <p:nvSpPr>
          <p:cNvPr id="27" name="Google Shape;27;p6"/>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One column text">
  <p:cSld name="ONE_COLUMN_TEXT">
    <p:spTree>
      <p:nvGrpSpPr>
        <p:cNvPr id="28" name="Shape 28"/>
        <p:cNvGrpSpPr/>
        <p:nvPr/>
      </p:nvGrpSpPr>
      <p:grpSpPr>
        <a:xfrm>
          <a:off x="0" y="0"/>
          <a:ext cx="0" cy="0"/>
          <a:chOff x="0" y="0"/>
          <a:chExt cx="0" cy="0"/>
        </a:xfrm>
      </p:grpSpPr>
      <p:sp>
        <p:nvSpPr>
          <p:cNvPr id="29" name="Google Shape;29;p7"/>
          <p:cNvSpPr txBox="1"/>
          <p:nvPr>
            <p:ph type="title"/>
          </p:nvPr>
        </p:nvSpPr>
        <p:spPr>
          <a:xfrm>
            <a:off x="311700" y="555600"/>
            <a:ext cx="2808000" cy="755700"/>
          </a:xfrm>
          <a:prstGeom prst="rect">
            <a:avLst/>
          </a:prstGeom>
        </p:spPr>
        <p:txBody>
          <a:bodyPr anchorCtr="0" anchor="b" bIns="91425" lIns="91425" spcFirstLastPara="1" rIns="91425" wrap="square" tIns="91425">
            <a:normAutofit/>
          </a:bodyPr>
          <a:lstStyle>
            <a:lvl1pPr lvl="0">
              <a:spcBef>
                <a:spcPts val="0"/>
              </a:spcBef>
              <a:spcAft>
                <a:spcPts val="0"/>
              </a:spcAft>
              <a:buSzPts val="2400"/>
              <a:buNone/>
              <a:defRPr sz="2400"/>
            </a:lvl1pPr>
            <a:lvl2pPr lvl="1">
              <a:spcBef>
                <a:spcPts val="0"/>
              </a:spcBef>
              <a:spcAft>
                <a:spcPts val="0"/>
              </a:spcAft>
              <a:buSzPts val="2400"/>
              <a:buNone/>
              <a:defRPr sz="2400"/>
            </a:lvl2pPr>
            <a:lvl3pPr lvl="2">
              <a:spcBef>
                <a:spcPts val="0"/>
              </a:spcBef>
              <a:spcAft>
                <a:spcPts val="0"/>
              </a:spcAft>
              <a:buSzPts val="2400"/>
              <a:buNone/>
              <a:defRPr sz="2400"/>
            </a:lvl3pPr>
            <a:lvl4pPr lvl="3">
              <a:spcBef>
                <a:spcPts val="0"/>
              </a:spcBef>
              <a:spcAft>
                <a:spcPts val="0"/>
              </a:spcAft>
              <a:buSzPts val="2400"/>
              <a:buNone/>
              <a:defRPr sz="2400"/>
            </a:lvl4pPr>
            <a:lvl5pPr lvl="4">
              <a:spcBef>
                <a:spcPts val="0"/>
              </a:spcBef>
              <a:spcAft>
                <a:spcPts val="0"/>
              </a:spcAft>
              <a:buSzPts val="2400"/>
              <a:buNone/>
              <a:defRPr sz="2400"/>
            </a:lvl5pPr>
            <a:lvl6pPr lvl="5">
              <a:spcBef>
                <a:spcPts val="0"/>
              </a:spcBef>
              <a:spcAft>
                <a:spcPts val="0"/>
              </a:spcAft>
              <a:buSzPts val="2400"/>
              <a:buNone/>
              <a:defRPr sz="2400"/>
            </a:lvl6pPr>
            <a:lvl7pPr lvl="6">
              <a:spcBef>
                <a:spcPts val="0"/>
              </a:spcBef>
              <a:spcAft>
                <a:spcPts val="0"/>
              </a:spcAft>
              <a:buSzPts val="2400"/>
              <a:buNone/>
              <a:defRPr sz="2400"/>
            </a:lvl7pPr>
            <a:lvl8pPr lvl="7">
              <a:spcBef>
                <a:spcPts val="0"/>
              </a:spcBef>
              <a:spcAft>
                <a:spcPts val="0"/>
              </a:spcAft>
              <a:buSzPts val="2400"/>
              <a:buNone/>
              <a:defRPr sz="2400"/>
            </a:lvl8pPr>
            <a:lvl9pPr lvl="8">
              <a:spcBef>
                <a:spcPts val="0"/>
              </a:spcBef>
              <a:spcAft>
                <a:spcPts val="0"/>
              </a:spcAft>
              <a:buSzPts val="2400"/>
              <a:buNone/>
              <a:defRPr sz="2400"/>
            </a:lvl9pPr>
          </a:lstStyle>
          <a:p/>
        </p:txBody>
      </p:sp>
      <p:sp>
        <p:nvSpPr>
          <p:cNvPr id="30" name="Google Shape;30;p7"/>
          <p:cNvSpPr txBox="1"/>
          <p:nvPr>
            <p:ph idx="1" type="body"/>
          </p:nvPr>
        </p:nvSpPr>
        <p:spPr>
          <a:xfrm>
            <a:off x="311700" y="1389600"/>
            <a:ext cx="2808000" cy="3179400"/>
          </a:xfrm>
          <a:prstGeom prst="rect">
            <a:avLst/>
          </a:prstGeom>
        </p:spPr>
        <p:txBody>
          <a:bodyPr anchorCtr="0" anchor="t" bIns="91425" lIns="91425" spcFirstLastPara="1" rIns="91425" wrap="square" tIns="91425">
            <a:normAutofit/>
          </a:bodyPr>
          <a:lstStyle>
            <a:lvl1pPr indent="-304800" lvl="0" marL="457200">
              <a:spcBef>
                <a:spcPts val="0"/>
              </a:spcBef>
              <a:spcAft>
                <a:spcPts val="0"/>
              </a:spcAft>
              <a:buSzPts val="1200"/>
              <a:buChar char="●"/>
              <a:defRPr sz="1200"/>
            </a:lvl1pPr>
            <a:lvl2pPr indent="-304800" lvl="1" marL="914400">
              <a:spcBef>
                <a:spcPts val="0"/>
              </a:spcBef>
              <a:spcAft>
                <a:spcPts val="0"/>
              </a:spcAft>
              <a:buSzPts val="1200"/>
              <a:buChar char="○"/>
              <a:defRPr sz="1200"/>
            </a:lvl2pPr>
            <a:lvl3pPr indent="-304800" lvl="2" marL="1371600">
              <a:spcBef>
                <a:spcPts val="0"/>
              </a:spcBef>
              <a:spcAft>
                <a:spcPts val="0"/>
              </a:spcAft>
              <a:buSzPts val="1200"/>
              <a:buChar char="■"/>
              <a:defRPr sz="1200"/>
            </a:lvl3pPr>
            <a:lvl4pPr indent="-304800" lvl="3" marL="1828800">
              <a:spcBef>
                <a:spcPts val="0"/>
              </a:spcBef>
              <a:spcAft>
                <a:spcPts val="0"/>
              </a:spcAft>
              <a:buSzPts val="1200"/>
              <a:buChar char="●"/>
              <a:defRPr sz="1200"/>
            </a:lvl4pPr>
            <a:lvl5pPr indent="-304800" lvl="4" marL="2286000">
              <a:spcBef>
                <a:spcPts val="0"/>
              </a:spcBef>
              <a:spcAft>
                <a:spcPts val="0"/>
              </a:spcAft>
              <a:buSzPts val="1200"/>
              <a:buChar char="○"/>
              <a:defRPr sz="1200"/>
            </a:lvl5pPr>
            <a:lvl6pPr indent="-304800" lvl="5" marL="2743200">
              <a:spcBef>
                <a:spcPts val="0"/>
              </a:spcBef>
              <a:spcAft>
                <a:spcPts val="0"/>
              </a:spcAft>
              <a:buSzPts val="1200"/>
              <a:buChar char="■"/>
              <a:defRPr sz="1200"/>
            </a:lvl6pPr>
            <a:lvl7pPr indent="-304800" lvl="6" marL="3200400">
              <a:spcBef>
                <a:spcPts val="0"/>
              </a:spcBef>
              <a:spcAft>
                <a:spcPts val="0"/>
              </a:spcAft>
              <a:buSzPts val="1200"/>
              <a:buChar char="●"/>
              <a:defRPr sz="1200"/>
            </a:lvl7pPr>
            <a:lvl8pPr indent="-304800" lvl="7" marL="3657600">
              <a:spcBef>
                <a:spcPts val="0"/>
              </a:spcBef>
              <a:spcAft>
                <a:spcPts val="0"/>
              </a:spcAft>
              <a:buSzPts val="1200"/>
              <a:buChar char="○"/>
              <a:defRPr sz="1200"/>
            </a:lvl8pPr>
            <a:lvl9pPr indent="-304800" lvl="8" marL="4114800">
              <a:spcBef>
                <a:spcPts val="0"/>
              </a:spcBef>
              <a:spcAft>
                <a:spcPts val="0"/>
              </a:spcAft>
              <a:buSzPts val="1200"/>
              <a:buChar char="■"/>
              <a:defRPr sz="1200"/>
            </a:lvl9pPr>
          </a:lstStyle>
          <a:p/>
        </p:txBody>
      </p:sp>
      <p:sp>
        <p:nvSpPr>
          <p:cNvPr id="31" name="Google Shape;31;p7"/>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Main point">
  <p:cSld name="MAIN_POINT">
    <p:spTree>
      <p:nvGrpSpPr>
        <p:cNvPr id="32" name="Shape 32"/>
        <p:cNvGrpSpPr/>
        <p:nvPr/>
      </p:nvGrpSpPr>
      <p:grpSpPr>
        <a:xfrm>
          <a:off x="0" y="0"/>
          <a:ext cx="0" cy="0"/>
          <a:chOff x="0" y="0"/>
          <a:chExt cx="0" cy="0"/>
        </a:xfrm>
      </p:grpSpPr>
      <p:sp>
        <p:nvSpPr>
          <p:cNvPr id="33" name="Google Shape;33;p8"/>
          <p:cNvSpPr txBox="1"/>
          <p:nvPr>
            <p:ph type="title"/>
          </p:nvPr>
        </p:nvSpPr>
        <p:spPr>
          <a:xfrm>
            <a:off x="490250" y="450150"/>
            <a:ext cx="6367800" cy="4090800"/>
          </a:xfrm>
          <a:prstGeom prst="rect">
            <a:avLst/>
          </a:prstGeom>
        </p:spPr>
        <p:txBody>
          <a:bodyPr anchorCtr="0" anchor="ctr" bIns="91425" lIns="91425" spcFirstLastPara="1" rIns="91425" wrap="square" tIns="91425">
            <a:normAutofit/>
          </a:bodyPr>
          <a:lstStyle>
            <a:lvl1pPr lvl="0">
              <a:spcBef>
                <a:spcPts val="0"/>
              </a:spcBef>
              <a:spcAft>
                <a:spcPts val="0"/>
              </a:spcAft>
              <a:buSzPts val="4800"/>
              <a:buNone/>
              <a:defRPr sz="4800"/>
            </a:lvl1pPr>
            <a:lvl2pPr lvl="1">
              <a:spcBef>
                <a:spcPts val="0"/>
              </a:spcBef>
              <a:spcAft>
                <a:spcPts val="0"/>
              </a:spcAft>
              <a:buSzPts val="4800"/>
              <a:buNone/>
              <a:defRPr sz="4800"/>
            </a:lvl2pPr>
            <a:lvl3pPr lvl="2">
              <a:spcBef>
                <a:spcPts val="0"/>
              </a:spcBef>
              <a:spcAft>
                <a:spcPts val="0"/>
              </a:spcAft>
              <a:buSzPts val="4800"/>
              <a:buNone/>
              <a:defRPr sz="4800"/>
            </a:lvl3pPr>
            <a:lvl4pPr lvl="3">
              <a:spcBef>
                <a:spcPts val="0"/>
              </a:spcBef>
              <a:spcAft>
                <a:spcPts val="0"/>
              </a:spcAft>
              <a:buSzPts val="4800"/>
              <a:buNone/>
              <a:defRPr sz="4800"/>
            </a:lvl4pPr>
            <a:lvl5pPr lvl="4">
              <a:spcBef>
                <a:spcPts val="0"/>
              </a:spcBef>
              <a:spcAft>
                <a:spcPts val="0"/>
              </a:spcAft>
              <a:buSzPts val="4800"/>
              <a:buNone/>
              <a:defRPr sz="4800"/>
            </a:lvl5pPr>
            <a:lvl6pPr lvl="5">
              <a:spcBef>
                <a:spcPts val="0"/>
              </a:spcBef>
              <a:spcAft>
                <a:spcPts val="0"/>
              </a:spcAft>
              <a:buSzPts val="4800"/>
              <a:buNone/>
              <a:defRPr sz="4800"/>
            </a:lvl6pPr>
            <a:lvl7pPr lvl="6">
              <a:spcBef>
                <a:spcPts val="0"/>
              </a:spcBef>
              <a:spcAft>
                <a:spcPts val="0"/>
              </a:spcAft>
              <a:buSzPts val="4800"/>
              <a:buNone/>
              <a:defRPr sz="4800"/>
            </a:lvl7pPr>
            <a:lvl8pPr lvl="7">
              <a:spcBef>
                <a:spcPts val="0"/>
              </a:spcBef>
              <a:spcAft>
                <a:spcPts val="0"/>
              </a:spcAft>
              <a:buSzPts val="4800"/>
              <a:buNone/>
              <a:defRPr sz="4800"/>
            </a:lvl8pPr>
            <a:lvl9pPr lvl="8">
              <a:spcBef>
                <a:spcPts val="0"/>
              </a:spcBef>
              <a:spcAft>
                <a:spcPts val="0"/>
              </a:spcAft>
              <a:buSzPts val="4800"/>
              <a:buNone/>
              <a:defRPr sz="4800"/>
            </a:lvl9pPr>
          </a:lstStyle>
          <a:p/>
        </p:txBody>
      </p:sp>
      <p:sp>
        <p:nvSpPr>
          <p:cNvPr id="34" name="Google Shape;34;p8"/>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title and description">
  <p:cSld name="SECTION_TITLE_AND_DESCRIPTION">
    <p:spTree>
      <p:nvGrpSpPr>
        <p:cNvPr id="35" name="Shape 35"/>
        <p:cNvGrpSpPr/>
        <p:nvPr/>
      </p:nvGrpSpPr>
      <p:grpSpPr>
        <a:xfrm>
          <a:off x="0" y="0"/>
          <a:ext cx="0" cy="0"/>
          <a:chOff x="0" y="0"/>
          <a:chExt cx="0" cy="0"/>
        </a:xfrm>
      </p:grpSpPr>
      <p:sp>
        <p:nvSpPr>
          <p:cNvPr id="36" name="Google Shape;36;p9"/>
          <p:cNvSpPr/>
          <p:nvPr/>
        </p:nvSpPr>
        <p:spPr>
          <a:xfrm>
            <a:off x="4572000" y="-125"/>
            <a:ext cx="4572000" cy="5143500"/>
          </a:xfrm>
          <a:prstGeom prst="rect">
            <a:avLst/>
          </a:prstGeom>
          <a:solidFill>
            <a:schemeClr val="lt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7" name="Google Shape;37;p9"/>
          <p:cNvSpPr txBox="1"/>
          <p:nvPr>
            <p:ph type="title"/>
          </p:nvPr>
        </p:nvSpPr>
        <p:spPr>
          <a:xfrm>
            <a:off x="265500" y="1233175"/>
            <a:ext cx="4045200" cy="1482300"/>
          </a:xfrm>
          <a:prstGeom prst="rect">
            <a:avLst/>
          </a:prstGeom>
        </p:spPr>
        <p:txBody>
          <a:bodyPr anchorCtr="0" anchor="b" bIns="91425" lIns="91425" spcFirstLastPara="1" rIns="91425" wrap="square" tIns="91425">
            <a:normAutofit/>
          </a:bodyPr>
          <a:lstStyle>
            <a:lvl1pPr lvl="0" algn="ctr">
              <a:spcBef>
                <a:spcPts val="0"/>
              </a:spcBef>
              <a:spcAft>
                <a:spcPts val="0"/>
              </a:spcAft>
              <a:buSzPts val="4200"/>
              <a:buNone/>
              <a:defRPr sz="4200"/>
            </a:lvl1pPr>
            <a:lvl2pPr lvl="1" algn="ctr">
              <a:spcBef>
                <a:spcPts val="0"/>
              </a:spcBef>
              <a:spcAft>
                <a:spcPts val="0"/>
              </a:spcAft>
              <a:buSzPts val="4200"/>
              <a:buNone/>
              <a:defRPr sz="4200"/>
            </a:lvl2pPr>
            <a:lvl3pPr lvl="2" algn="ctr">
              <a:spcBef>
                <a:spcPts val="0"/>
              </a:spcBef>
              <a:spcAft>
                <a:spcPts val="0"/>
              </a:spcAft>
              <a:buSzPts val="4200"/>
              <a:buNone/>
              <a:defRPr sz="4200"/>
            </a:lvl3pPr>
            <a:lvl4pPr lvl="3" algn="ctr">
              <a:spcBef>
                <a:spcPts val="0"/>
              </a:spcBef>
              <a:spcAft>
                <a:spcPts val="0"/>
              </a:spcAft>
              <a:buSzPts val="4200"/>
              <a:buNone/>
              <a:defRPr sz="4200"/>
            </a:lvl4pPr>
            <a:lvl5pPr lvl="4" algn="ctr">
              <a:spcBef>
                <a:spcPts val="0"/>
              </a:spcBef>
              <a:spcAft>
                <a:spcPts val="0"/>
              </a:spcAft>
              <a:buSzPts val="4200"/>
              <a:buNone/>
              <a:defRPr sz="4200"/>
            </a:lvl5pPr>
            <a:lvl6pPr lvl="5" algn="ctr">
              <a:spcBef>
                <a:spcPts val="0"/>
              </a:spcBef>
              <a:spcAft>
                <a:spcPts val="0"/>
              </a:spcAft>
              <a:buSzPts val="4200"/>
              <a:buNone/>
              <a:defRPr sz="4200"/>
            </a:lvl6pPr>
            <a:lvl7pPr lvl="6" algn="ctr">
              <a:spcBef>
                <a:spcPts val="0"/>
              </a:spcBef>
              <a:spcAft>
                <a:spcPts val="0"/>
              </a:spcAft>
              <a:buSzPts val="4200"/>
              <a:buNone/>
              <a:defRPr sz="4200"/>
            </a:lvl7pPr>
            <a:lvl8pPr lvl="7" algn="ctr">
              <a:spcBef>
                <a:spcPts val="0"/>
              </a:spcBef>
              <a:spcAft>
                <a:spcPts val="0"/>
              </a:spcAft>
              <a:buSzPts val="4200"/>
              <a:buNone/>
              <a:defRPr sz="4200"/>
            </a:lvl8pPr>
            <a:lvl9pPr lvl="8" algn="ctr">
              <a:spcBef>
                <a:spcPts val="0"/>
              </a:spcBef>
              <a:spcAft>
                <a:spcPts val="0"/>
              </a:spcAft>
              <a:buSzPts val="4200"/>
              <a:buNone/>
              <a:defRPr sz="4200"/>
            </a:lvl9pPr>
          </a:lstStyle>
          <a:p/>
        </p:txBody>
      </p:sp>
      <p:sp>
        <p:nvSpPr>
          <p:cNvPr id="38" name="Google Shape;38;p9"/>
          <p:cNvSpPr txBox="1"/>
          <p:nvPr>
            <p:ph idx="1" type="subTitle"/>
          </p:nvPr>
        </p:nvSpPr>
        <p:spPr>
          <a:xfrm>
            <a:off x="265500" y="2803075"/>
            <a:ext cx="4045200" cy="1235100"/>
          </a:xfrm>
          <a:prstGeom prst="rect">
            <a:avLst/>
          </a:prstGeom>
        </p:spPr>
        <p:txBody>
          <a:bodyPr anchorCtr="0" anchor="t" bIns="91425" lIns="91425" spcFirstLastPara="1" rIns="91425" wrap="square" tIns="91425">
            <a:normAutofit/>
          </a:bodyPr>
          <a:lstStyle>
            <a:lvl1pPr lvl="0" algn="ctr">
              <a:lnSpc>
                <a:spcPct val="100000"/>
              </a:lnSpc>
              <a:spcBef>
                <a:spcPts val="0"/>
              </a:spcBef>
              <a:spcAft>
                <a:spcPts val="0"/>
              </a:spcAft>
              <a:buSzPts val="2100"/>
              <a:buNone/>
              <a:defRPr sz="2100"/>
            </a:lvl1pPr>
            <a:lvl2pPr lvl="1" algn="ctr">
              <a:lnSpc>
                <a:spcPct val="100000"/>
              </a:lnSpc>
              <a:spcBef>
                <a:spcPts val="0"/>
              </a:spcBef>
              <a:spcAft>
                <a:spcPts val="0"/>
              </a:spcAft>
              <a:buSzPts val="2100"/>
              <a:buNone/>
              <a:defRPr sz="2100"/>
            </a:lvl2pPr>
            <a:lvl3pPr lvl="2" algn="ctr">
              <a:lnSpc>
                <a:spcPct val="100000"/>
              </a:lnSpc>
              <a:spcBef>
                <a:spcPts val="0"/>
              </a:spcBef>
              <a:spcAft>
                <a:spcPts val="0"/>
              </a:spcAft>
              <a:buSzPts val="2100"/>
              <a:buNone/>
              <a:defRPr sz="2100"/>
            </a:lvl3pPr>
            <a:lvl4pPr lvl="3" algn="ctr">
              <a:lnSpc>
                <a:spcPct val="100000"/>
              </a:lnSpc>
              <a:spcBef>
                <a:spcPts val="0"/>
              </a:spcBef>
              <a:spcAft>
                <a:spcPts val="0"/>
              </a:spcAft>
              <a:buSzPts val="2100"/>
              <a:buNone/>
              <a:defRPr sz="2100"/>
            </a:lvl4pPr>
            <a:lvl5pPr lvl="4" algn="ctr">
              <a:lnSpc>
                <a:spcPct val="100000"/>
              </a:lnSpc>
              <a:spcBef>
                <a:spcPts val="0"/>
              </a:spcBef>
              <a:spcAft>
                <a:spcPts val="0"/>
              </a:spcAft>
              <a:buSzPts val="2100"/>
              <a:buNone/>
              <a:defRPr sz="2100"/>
            </a:lvl5pPr>
            <a:lvl6pPr lvl="5" algn="ctr">
              <a:lnSpc>
                <a:spcPct val="100000"/>
              </a:lnSpc>
              <a:spcBef>
                <a:spcPts val="0"/>
              </a:spcBef>
              <a:spcAft>
                <a:spcPts val="0"/>
              </a:spcAft>
              <a:buSzPts val="2100"/>
              <a:buNone/>
              <a:defRPr sz="2100"/>
            </a:lvl6pPr>
            <a:lvl7pPr lvl="6" algn="ctr">
              <a:lnSpc>
                <a:spcPct val="100000"/>
              </a:lnSpc>
              <a:spcBef>
                <a:spcPts val="0"/>
              </a:spcBef>
              <a:spcAft>
                <a:spcPts val="0"/>
              </a:spcAft>
              <a:buSzPts val="2100"/>
              <a:buNone/>
              <a:defRPr sz="2100"/>
            </a:lvl7pPr>
            <a:lvl8pPr lvl="7" algn="ctr">
              <a:lnSpc>
                <a:spcPct val="100000"/>
              </a:lnSpc>
              <a:spcBef>
                <a:spcPts val="0"/>
              </a:spcBef>
              <a:spcAft>
                <a:spcPts val="0"/>
              </a:spcAft>
              <a:buSzPts val="2100"/>
              <a:buNone/>
              <a:defRPr sz="2100"/>
            </a:lvl8pPr>
            <a:lvl9pPr lvl="8" algn="ctr">
              <a:lnSpc>
                <a:spcPct val="100000"/>
              </a:lnSpc>
              <a:spcBef>
                <a:spcPts val="0"/>
              </a:spcBef>
              <a:spcAft>
                <a:spcPts val="0"/>
              </a:spcAft>
              <a:buSzPts val="2100"/>
              <a:buNone/>
              <a:defRPr sz="2100"/>
            </a:lvl9pPr>
          </a:lstStyle>
          <a:p/>
        </p:txBody>
      </p:sp>
      <p:sp>
        <p:nvSpPr>
          <p:cNvPr id="39" name="Google Shape;39;p9"/>
          <p:cNvSpPr txBox="1"/>
          <p:nvPr>
            <p:ph idx="2" type="body"/>
          </p:nvPr>
        </p:nvSpPr>
        <p:spPr>
          <a:xfrm>
            <a:off x="4939500" y="724075"/>
            <a:ext cx="3837000" cy="3695100"/>
          </a:xfrm>
          <a:prstGeom prst="rect">
            <a:avLst/>
          </a:prstGeom>
        </p:spPr>
        <p:txBody>
          <a:bodyPr anchorCtr="0" anchor="ctr" bIns="91425" lIns="91425" spcFirstLastPara="1" rIns="91425" wrap="square" tIns="91425">
            <a:normAutofit/>
          </a:bodyPr>
          <a:lstStyle>
            <a:lvl1pPr indent="-342900" lvl="0" marL="457200">
              <a:spcBef>
                <a:spcPts val="0"/>
              </a:spcBef>
              <a:spcAft>
                <a:spcPts val="0"/>
              </a:spcAft>
              <a:buSzPts val="1800"/>
              <a:buChar char="●"/>
              <a:defRPr/>
            </a:lvl1pPr>
            <a:lvl2pPr indent="-317500" lvl="1" marL="914400">
              <a:spcBef>
                <a:spcPts val="0"/>
              </a:spcBef>
              <a:spcAft>
                <a:spcPts val="0"/>
              </a:spcAft>
              <a:buSzPts val="1400"/>
              <a:buChar char="○"/>
              <a:defRPr/>
            </a:lvl2pPr>
            <a:lvl3pPr indent="-317500" lvl="2" marL="1371600">
              <a:spcBef>
                <a:spcPts val="0"/>
              </a:spcBef>
              <a:spcAft>
                <a:spcPts val="0"/>
              </a:spcAft>
              <a:buSzPts val="1400"/>
              <a:buChar char="■"/>
              <a:defRPr/>
            </a:lvl3pPr>
            <a:lvl4pPr indent="-317500" lvl="3" marL="1828800">
              <a:spcBef>
                <a:spcPts val="0"/>
              </a:spcBef>
              <a:spcAft>
                <a:spcPts val="0"/>
              </a:spcAft>
              <a:buSzPts val="1400"/>
              <a:buChar char="●"/>
              <a:defRPr/>
            </a:lvl4pPr>
            <a:lvl5pPr indent="-317500" lvl="4" marL="2286000">
              <a:spcBef>
                <a:spcPts val="0"/>
              </a:spcBef>
              <a:spcAft>
                <a:spcPts val="0"/>
              </a:spcAft>
              <a:buSzPts val="1400"/>
              <a:buChar char="○"/>
              <a:defRPr/>
            </a:lvl5pPr>
            <a:lvl6pPr indent="-317500" lvl="5" marL="2743200">
              <a:spcBef>
                <a:spcPts val="0"/>
              </a:spcBef>
              <a:spcAft>
                <a:spcPts val="0"/>
              </a:spcAft>
              <a:buSzPts val="1400"/>
              <a:buChar char="■"/>
              <a:defRPr/>
            </a:lvl6pPr>
            <a:lvl7pPr indent="-317500" lvl="6" marL="3200400">
              <a:spcBef>
                <a:spcPts val="0"/>
              </a:spcBef>
              <a:spcAft>
                <a:spcPts val="0"/>
              </a:spcAft>
              <a:buSzPts val="1400"/>
              <a:buChar char="●"/>
              <a:defRPr/>
            </a:lvl7pPr>
            <a:lvl8pPr indent="-317500" lvl="7" marL="3657600">
              <a:spcBef>
                <a:spcPts val="0"/>
              </a:spcBef>
              <a:spcAft>
                <a:spcPts val="0"/>
              </a:spcAft>
              <a:buSzPts val="1400"/>
              <a:buChar char="○"/>
              <a:defRPr/>
            </a:lvl8pPr>
            <a:lvl9pPr indent="-317500" lvl="8" marL="4114800">
              <a:spcBef>
                <a:spcPts val="0"/>
              </a:spcBef>
              <a:spcAft>
                <a:spcPts val="0"/>
              </a:spcAft>
              <a:buSzPts val="1400"/>
              <a:buChar char="■"/>
              <a:defRPr/>
            </a:lvl9pPr>
          </a:lstStyle>
          <a:p/>
        </p:txBody>
      </p:sp>
      <p:sp>
        <p:nvSpPr>
          <p:cNvPr id="40" name="Google Shape;40;p9"/>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Caption">
  <p:cSld name="CAPTION_ONLY">
    <p:spTree>
      <p:nvGrpSpPr>
        <p:cNvPr id="41" name="Shape 41"/>
        <p:cNvGrpSpPr/>
        <p:nvPr/>
      </p:nvGrpSpPr>
      <p:grpSpPr>
        <a:xfrm>
          <a:off x="0" y="0"/>
          <a:ext cx="0" cy="0"/>
          <a:chOff x="0" y="0"/>
          <a:chExt cx="0" cy="0"/>
        </a:xfrm>
      </p:grpSpPr>
      <p:sp>
        <p:nvSpPr>
          <p:cNvPr id="42" name="Google Shape;42;p10"/>
          <p:cNvSpPr txBox="1"/>
          <p:nvPr>
            <p:ph idx="1" type="body"/>
          </p:nvPr>
        </p:nvSpPr>
        <p:spPr>
          <a:xfrm>
            <a:off x="311700" y="4230575"/>
            <a:ext cx="5998800" cy="605100"/>
          </a:xfrm>
          <a:prstGeom prst="rect">
            <a:avLst/>
          </a:prstGeom>
        </p:spPr>
        <p:txBody>
          <a:bodyPr anchorCtr="0" anchor="ctr" bIns="91425" lIns="91425" spcFirstLastPara="1" rIns="91425" wrap="square" tIns="91425">
            <a:normAutofit/>
          </a:bodyPr>
          <a:lstStyle>
            <a:lvl1pPr indent="-228600" lvl="0" marL="457200">
              <a:lnSpc>
                <a:spcPct val="100000"/>
              </a:lnSpc>
              <a:spcBef>
                <a:spcPts val="0"/>
              </a:spcBef>
              <a:spcAft>
                <a:spcPts val="0"/>
              </a:spcAft>
              <a:buSzPts val="1800"/>
              <a:buNone/>
              <a:defRPr/>
            </a:lvl1pPr>
          </a:lstStyle>
          <a:p/>
        </p:txBody>
      </p:sp>
      <p:sp>
        <p:nvSpPr>
          <p:cNvPr id="43" name="Google Shape;43;p10"/>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1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ig number">
  <p:cSld name="BIG_NUMBER">
    <p:spTree>
      <p:nvGrpSpPr>
        <p:cNvPr id="44" name="Shape 44"/>
        <p:cNvGrpSpPr/>
        <p:nvPr/>
      </p:nvGrpSpPr>
      <p:grpSpPr>
        <a:xfrm>
          <a:off x="0" y="0"/>
          <a:ext cx="0" cy="0"/>
          <a:chOff x="0" y="0"/>
          <a:chExt cx="0" cy="0"/>
        </a:xfrm>
      </p:grpSpPr>
      <p:sp>
        <p:nvSpPr>
          <p:cNvPr id="45" name="Google Shape;45;p11"/>
          <p:cNvSpPr txBox="1"/>
          <p:nvPr>
            <p:ph hasCustomPrompt="1" type="title"/>
          </p:nvPr>
        </p:nvSpPr>
        <p:spPr>
          <a:xfrm>
            <a:off x="311700" y="1106125"/>
            <a:ext cx="8520600" cy="1963500"/>
          </a:xfrm>
          <a:prstGeom prst="rect">
            <a:avLst/>
          </a:prstGeom>
        </p:spPr>
        <p:txBody>
          <a:bodyPr anchorCtr="0" anchor="b" bIns="91425" lIns="91425" spcFirstLastPara="1" rIns="91425" wrap="square" tIns="91425">
            <a:normAutofit/>
          </a:bodyPr>
          <a:lstStyle>
            <a:lvl1pPr lvl="0" algn="ctr">
              <a:spcBef>
                <a:spcPts val="0"/>
              </a:spcBef>
              <a:spcAft>
                <a:spcPts val="0"/>
              </a:spcAft>
              <a:buSzPts val="12000"/>
              <a:buNone/>
              <a:defRPr sz="12000"/>
            </a:lvl1pPr>
            <a:lvl2pPr lvl="1" algn="ctr">
              <a:spcBef>
                <a:spcPts val="0"/>
              </a:spcBef>
              <a:spcAft>
                <a:spcPts val="0"/>
              </a:spcAft>
              <a:buSzPts val="12000"/>
              <a:buNone/>
              <a:defRPr sz="12000"/>
            </a:lvl2pPr>
            <a:lvl3pPr lvl="2" algn="ctr">
              <a:spcBef>
                <a:spcPts val="0"/>
              </a:spcBef>
              <a:spcAft>
                <a:spcPts val="0"/>
              </a:spcAft>
              <a:buSzPts val="12000"/>
              <a:buNone/>
              <a:defRPr sz="12000"/>
            </a:lvl3pPr>
            <a:lvl4pPr lvl="3" algn="ctr">
              <a:spcBef>
                <a:spcPts val="0"/>
              </a:spcBef>
              <a:spcAft>
                <a:spcPts val="0"/>
              </a:spcAft>
              <a:buSzPts val="12000"/>
              <a:buNone/>
              <a:defRPr sz="12000"/>
            </a:lvl4pPr>
            <a:lvl5pPr lvl="4" algn="ctr">
              <a:spcBef>
                <a:spcPts val="0"/>
              </a:spcBef>
              <a:spcAft>
                <a:spcPts val="0"/>
              </a:spcAft>
              <a:buSzPts val="12000"/>
              <a:buNone/>
              <a:defRPr sz="12000"/>
            </a:lvl5pPr>
            <a:lvl6pPr lvl="5" algn="ctr">
              <a:spcBef>
                <a:spcPts val="0"/>
              </a:spcBef>
              <a:spcAft>
                <a:spcPts val="0"/>
              </a:spcAft>
              <a:buSzPts val="12000"/>
              <a:buNone/>
              <a:defRPr sz="12000"/>
            </a:lvl6pPr>
            <a:lvl7pPr lvl="6" algn="ctr">
              <a:spcBef>
                <a:spcPts val="0"/>
              </a:spcBef>
              <a:spcAft>
                <a:spcPts val="0"/>
              </a:spcAft>
              <a:buSzPts val="12000"/>
              <a:buNone/>
              <a:defRPr sz="12000"/>
            </a:lvl7pPr>
            <a:lvl8pPr lvl="7" algn="ctr">
              <a:spcBef>
                <a:spcPts val="0"/>
              </a:spcBef>
              <a:spcAft>
                <a:spcPts val="0"/>
              </a:spcAft>
              <a:buSzPts val="12000"/>
              <a:buNone/>
              <a:defRPr sz="12000"/>
            </a:lvl8pPr>
            <a:lvl9pPr lvl="8" algn="ctr">
              <a:spcBef>
                <a:spcPts val="0"/>
              </a:spcBef>
              <a:spcAft>
                <a:spcPts val="0"/>
              </a:spcAft>
              <a:buSzPts val="12000"/>
              <a:buNone/>
              <a:defRPr sz="12000"/>
            </a:lvl9pPr>
          </a:lstStyle>
          <a:p>
            <a:r>
              <a:t>xx%</a:t>
            </a:r>
          </a:p>
        </p:txBody>
      </p:sp>
      <p:sp>
        <p:nvSpPr>
          <p:cNvPr id="46" name="Google Shape;46;p11"/>
          <p:cNvSpPr txBox="1"/>
          <p:nvPr>
            <p:ph idx="1" type="body"/>
          </p:nvPr>
        </p:nvSpPr>
        <p:spPr>
          <a:xfrm>
            <a:off x="311700" y="3152225"/>
            <a:ext cx="8520600" cy="1300800"/>
          </a:xfrm>
          <a:prstGeom prst="rect">
            <a:avLst/>
          </a:prstGeom>
        </p:spPr>
        <p:txBody>
          <a:bodyPr anchorCtr="0" anchor="t" bIns="91425" lIns="91425" spcFirstLastPara="1" rIns="91425" wrap="square" tIns="91425">
            <a:normAutofit/>
          </a:bodyPr>
          <a:lstStyle>
            <a:lvl1pPr indent="-342900" lvl="0" marL="457200" algn="ctr">
              <a:spcBef>
                <a:spcPts val="0"/>
              </a:spcBef>
              <a:spcAft>
                <a:spcPts val="0"/>
              </a:spcAft>
              <a:buSzPts val="1800"/>
              <a:buChar char="●"/>
              <a:defRPr/>
            </a:lvl1pPr>
            <a:lvl2pPr indent="-317500" lvl="1" marL="914400" algn="ctr">
              <a:spcBef>
                <a:spcPts val="0"/>
              </a:spcBef>
              <a:spcAft>
                <a:spcPts val="0"/>
              </a:spcAft>
              <a:buSzPts val="1400"/>
              <a:buChar char="○"/>
              <a:defRPr/>
            </a:lvl2pPr>
            <a:lvl3pPr indent="-317500" lvl="2" marL="1371600" algn="ctr">
              <a:spcBef>
                <a:spcPts val="0"/>
              </a:spcBef>
              <a:spcAft>
                <a:spcPts val="0"/>
              </a:spcAft>
              <a:buSzPts val="1400"/>
              <a:buChar char="■"/>
              <a:defRPr/>
            </a:lvl3pPr>
            <a:lvl4pPr indent="-317500" lvl="3" marL="1828800" algn="ctr">
              <a:spcBef>
                <a:spcPts val="0"/>
              </a:spcBef>
              <a:spcAft>
                <a:spcPts val="0"/>
              </a:spcAft>
              <a:buSzPts val="1400"/>
              <a:buChar char="●"/>
              <a:defRPr/>
            </a:lvl4pPr>
            <a:lvl5pPr indent="-317500" lvl="4" marL="2286000" algn="ctr">
              <a:spcBef>
                <a:spcPts val="0"/>
              </a:spcBef>
              <a:spcAft>
                <a:spcPts val="0"/>
              </a:spcAft>
              <a:buSzPts val="1400"/>
              <a:buChar char="○"/>
              <a:defRPr/>
            </a:lvl5pPr>
            <a:lvl6pPr indent="-317500" lvl="5" marL="2743200" algn="ctr">
              <a:spcBef>
                <a:spcPts val="0"/>
              </a:spcBef>
              <a:spcAft>
                <a:spcPts val="0"/>
              </a:spcAft>
              <a:buSzPts val="1400"/>
              <a:buChar char="■"/>
              <a:defRPr/>
            </a:lvl6pPr>
            <a:lvl7pPr indent="-317500" lvl="6" marL="3200400" algn="ctr">
              <a:spcBef>
                <a:spcPts val="0"/>
              </a:spcBef>
              <a:spcAft>
                <a:spcPts val="0"/>
              </a:spcAft>
              <a:buSzPts val="1400"/>
              <a:buChar char="●"/>
              <a:defRPr/>
            </a:lvl7pPr>
            <a:lvl8pPr indent="-317500" lvl="7" marL="3657600" algn="ctr">
              <a:spcBef>
                <a:spcPts val="0"/>
              </a:spcBef>
              <a:spcAft>
                <a:spcPts val="0"/>
              </a:spcAft>
              <a:buSzPts val="1400"/>
              <a:buChar char="○"/>
              <a:defRPr/>
            </a:lvl8pPr>
            <a:lvl9pPr indent="-317500" lvl="8" marL="4114800" algn="ctr">
              <a:spcBef>
                <a:spcPts val="0"/>
              </a:spcBef>
              <a:spcAft>
                <a:spcPts val="0"/>
              </a:spcAft>
              <a:buSzPts val="1400"/>
              <a:buChar char="■"/>
              <a:defRPr/>
            </a:lvl9pPr>
          </a:lstStyle>
          <a:p/>
        </p:txBody>
      </p:sp>
      <p:sp>
        <p:nvSpPr>
          <p:cNvPr id="47" name="Google Shape;47;p11"/>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lank" type="blank">
  <p:cSld name="BLANK">
    <p:spTree>
      <p:nvGrpSpPr>
        <p:cNvPr id="48" name="Shape 48"/>
        <p:cNvGrpSpPr/>
        <p:nvPr/>
      </p:nvGrpSpPr>
      <p:grpSpPr>
        <a:xfrm>
          <a:off x="0" y="0"/>
          <a:ext cx="0" cy="0"/>
          <a:chOff x="0" y="0"/>
          <a:chExt cx="0" cy="0"/>
        </a:xfrm>
      </p:grpSpPr>
      <p:sp>
        <p:nvSpPr>
          <p:cNvPr id="49" name="Google Shape;49;p12"/>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1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Page Light">
  <p:cSld name="TITLE_4">
    <p:bg>
      <p:bgPr>
        <a:solidFill>
          <a:schemeClr val="lt1"/>
        </a:solidFill>
      </p:bgPr>
    </p:bg>
    <p:spTree>
      <p:nvGrpSpPr>
        <p:cNvPr id="54" name="Shape 54"/>
        <p:cNvGrpSpPr/>
        <p:nvPr/>
      </p:nvGrpSpPr>
      <p:grpSpPr>
        <a:xfrm>
          <a:off x="0" y="0"/>
          <a:ext cx="0" cy="0"/>
          <a:chOff x="0" y="0"/>
          <a:chExt cx="0" cy="0"/>
        </a:xfrm>
      </p:grpSpPr>
      <p:sp>
        <p:nvSpPr>
          <p:cNvPr id="55" name="Google Shape;55;p14"/>
          <p:cNvSpPr/>
          <p:nvPr/>
        </p:nvSpPr>
        <p:spPr>
          <a:xfrm>
            <a:off x="8128803" y="-9"/>
            <a:ext cx="1015200" cy="1015200"/>
          </a:xfrm>
          <a:prstGeom prst="rect">
            <a:avLst/>
          </a:prstGeom>
          <a:solidFill>
            <a:srgbClr val="F6F7FA"/>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6" name="Google Shape;56;p14"/>
          <p:cNvSpPr/>
          <p:nvPr/>
        </p:nvSpPr>
        <p:spPr>
          <a:xfrm>
            <a:off x="8128828" y="1791"/>
            <a:ext cx="1015200" cy="1015200"/>
          </a:xfrm>
          <a:prstGeom prst="rect">
            <a:avLst/>
          </a:prstGeom>
          <a:solidFill>
            <a:schemeClr val="accent3"/>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7" name="Google Shape;57;p14"/>
          <p:cNvSpPr/>
          <p:nvPr/>
        </p:nvSpPr>
        <p:spPr>
          <a:xfrm rot="10800000">
            <a:off x="8127625" y="2030450"/>
            <a:ext cx="1017600" cy="1017600"/>
          </a:xfrm>
          <a:prstGeom prst="rtTriangle">
            <a:avLst/>
          </a:prstGeom>
          <a:solidFill>
            <a:schemeClr val="accent6"/>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8" name="Google Shape;58;p14"/>
          <p:cNvSpPr/>
          <p:nvPr/>
        </p:nvSpPr>
        <p:spPr>
          <a:xfrm>
            <a:off x="7605025" y="600"/>
            <a:ext cx="1014000" cy="1014000"/>
          </a:xfrm>
          <a:prstGeom prst="ellipse">
            <a:avLst/>
          </a:prstGeom>
          <a:solidFill>
            <a:schemeClr val="l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9" name="Google Shape;59;p14"/>
          <p:cNvSpPr/>
          <p:nvPr/>
        </p:nvSpPr>
        <p:spPr>
          <a:xfrm>
            <a:off x="8128803" y="1015216"/>
            <a:ext cx="1015200" cy="1015200"/>
          </a:xfrm>
          <a:prstGeom prst="rect">
            <a:avLst/>
          </a:prstGeom>
          <a:solidFill>
            <a:schemeClr val="accent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pic>
        <p:nvPicPr>
          <p:cNvPr id="60" name="Google Shape;60;p14"/>
          <p:cNvPicPr preferRelativeResize="0"/>
          <p:nvPr/>
        </p:nvPicPr>
        <p:blipFill rotWithShape="1">
          <a:blip r:embed="rId2">
            <a:alphaModFix/>
          </a:blip>
          <a:srcRect b="0" l="0" r="0" t="0"/>
          <a:stretch/>
        </p:blipFill>
        <p:spPr>
          <a:xfrm>
            <a:off x="8398214" y="1165560"/>
            <a:ext cx="476350" cy="714544"/>
          </a:xfrm>
          <a:prstGeom prst="rect">
            <a:avLst/>
          </a:prstGeom>
          <a:noFill/>
          <a:ln>
            <a:noFill/>
          </a:ln>
        </p:spPr>
      </p:pic>
      <p:sp>
        <p:nvSpPr>
          <p:cNvPr id="61" name="Google Shape;61;p14"/>
          <p:cNvSpPr/>
          <p:nvPr/>
        </p:nvSpPr>
        <p:spPr>
          <a:xfrm rot="10800000">
            <a:off x="7112428" y="1797"/>
            <a:ext cx="1015200" cy="1015200"/>
          </a:xfrm>
          <a:prstGeom prst="rtTriangle">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pic>
        <p:nvPicPr>
          <p:cNvPr id="62" name="Google Shape;62;p14"/>
          <p:cNvPicPr preferRelativeResize="0"/>
          <p:nvPr/>
        </p:nvPicPr>
        <p:blipFill>
          <a:blip r:embed="rId3">
            <a:alphaModFix/>
          </a:blip>
          <a:stretch>
            <a:fillRect/>
          </a:stretch>
        </p:blipFill>
        <p:spPr>
          <a:xfrm>
            <a:off x="2155978" y="2099645"/>
            <a:ext cx="4076400" cy="623062"/>
          </a:xfrm>
          <a:prstGeom prst="rect">
            <a:avLst/>
          </a:prstGeom>
          <a:noFill/>
          <a:ln>
            <a:noFill/>
          </a:ln>
        </p:spPr>
      </p:pic>
    </p:spTree>
  </p:cSld>
  <p:clrMapOvr>
    <a:masterClrMapping/>
  </p:clrMapOvr>
</p:sldLayout>
</file>

<file path=ppt/slideLayouts/slideLayout1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Dark 1">
  <p:cSld name="TITLE_3">
    <p:bg>
      <p:bgPr>
        <a:gradFill>
          <a:gsLst>
            <a:gs pos="0">
              <a:srgbClr val="42B0FF"/>
            </a:gs>
            <a:gs pos="100000">
              <a:srgbClr val="076EB8"/>
            </a:gs>
          </a:gsLst>
          <a:lin ang="13500032" scaled="0"/>
        </a:gradFill>
      </p:bgPr>
    </p:bg>
    <p:spTree>
      <p:nvGrpSpPr>
        <p:cNvPr id="63" name="Shape 63"/>
        <p:cNvGrpSpPr/>
        <p:nvPr/>
      </p:nvGrpSpPr>
      <p:grpSpPr>
        <a:xfrm>
          <a:off x="0" y="0"/>
          <a:ext cx="0" cy="0"/>
          <a:chOff x="0" y="0"/>
          <a:chExt cx="0" cy="0"/>
        </a:xfrm>
      </p:grpSpPr>
      <p:sp>
        <p:nvSpPr>
          <p:cNvPr id="64" name="Google Shape;64;p15"/>
          <p:cNvSpPr txBox="1"/>
          <p:nvPr>
            <p:ph type="ctrTitle"/>
          </p:nvPr>
        </p:nvSpPr>
        <p:spPr>
          <a:xfrm>
            <a:off x="598100" y="1226378"/>
            <a:ext cx="5533500" cy="1894500"/>
          </a:xfrm>
          <a:prstGeom prst="rect">
            <a:avLst/>
          </a:prstGeom>
          <a:noFill/>
          <a:ln>
            <a:noFill/>
          </a:ln>
        </p:spPr>
        <p:txBody>
          <a:bodyPr anchorCtr="0" anchor="t" bIns="91425" lIns="91425" spcFirstLastPara="1" rIns="91425" wrap="square" tIns="91425">
            <a:normAutofit/>
          </a:bodyPr>
          <a:lstStyle>
            <a:lvl1pPr lvl="0" algn="l">
              <a:lnSpc>
                <a:spcPct val="100000"/>
              </a:lnSpc>
              <a:spcBef>
                <a:spcPts val="0"/>
              </a:spcBef>
              <a:spcAft>
                <a:spcPts val="0"/>
              </a:spcAft>
              <a:buClr>
                <a:schemeClr val="lt1"/>
              </a:buClr>
              <a:buSzPts val="4200"/>
              <a:buNone/>
              <a:defRPr sz="4200">
                <a:solidFill>
                  <a:schemeClr val="lt1"/>
                </a:solidFill>
              </a:defRPr>
            </a:lvl1pPr>
            <a:lvl2pPr lvl="1" algn="l">
              <a:lnSpc>
                <a:spcPct val="100000"/>
              </a:lnSpc>
              <a:spcBef>
                <a:spcPts val="0"/>
              </a:spcBef>
              <a:spcAft>
                <a:spcPts val="0"/>
              </a:spcAft>
              <a:buClr>
                <a:schemeClr val="lt1"/>
              </a:buClr>
              <a:buSzPts val="4200"/>
              <a:buNone/>
              <a:defRPr sz="4200">
                <a:solidFill>
                  <a:schemeClr val="lt1"/>
                </a:solidFill>
              </a:defRPr>
            </a:lvl2pPr>
            <a:lvl3pPr lvl="2" algn="l">
              <a:lnSpc>
                <a:spcPct val="100000"/>
              </a:lnSpc>
              <a:spcBef>
                <a:spcPts val="0"/>
              </a:spcBef>
              <a:spcAft>
                <a:spcPts val="0"/>
              </a:spcAft>
              <a:buClr>
                <a:schemeClr val="lt1"/>
              </a:buClr>
              <a:buSzPts val="4200"/>
              <a:buNone/>
              <a:defRPr sz="4200">
                <a:solidFill>
                  <a:schemeClr val="lt1"/>
                </a:solidFill>
              </a:defRPr>
            </a:lvl3pPr>
            <a:lvl4pPr lvl="3" algn="l">
              <a:lnSpc>
                <a:spcPct val="100000"/>
              </a:lnSpc>
              <a:spcBef>
                <a:spcPts val="0"/>
              </a:spcBef>
              <a:spcAft>
                <a:spcPts val="0"/>
              </a:spcAft>
              <a:buClr>
                <a:schemeClr val="lt1"/>
              </a:buClr>
              <a:buSzPts val="4200"/>
              <a:buNone/>
              <a:defRPr sz="4200">
                <a:solidFill>
                  <a:schemeClr val="lt1"/>
                </a:solidFill>
              </a:defRPr>
            </a:lvl4pPr>
            <a:lvl5pPr lvl="4" algn="l">
              <a:lnSpc>
                <a:spcPct val="100000"/>
              </a:lnSpc>
              <a:spcBef>
                <a:spcPts val="0"/>
              </a:spcBef>
              <a:spcAft>
                <a:spcPts val="0"/>
              </a:spcAft>
              <a:buClr>
                <a:schemeClr val="lt1"/>
              </a:buClr>
              <a:buSzPts val="4200"/>
              <a:buNone/>
              <a:defRPr sz="4200">
                <a:solidFill>
                  <a:schemeClr val="lt1"/>
                </a:solidFill>
              </a:defRPr>
            </a:lvl5pPr>
            <a:lvl6pPr lvl="5" algn="l">
              <a:lnSpc>
                <a:spcPct val="100000"/>
              </a:lnSpc>
              <a:spcBef>
                <a:spcPts val="0"/>
              </a:spcBef>
              <a:spcAft>
                <a:spcPts val="0"/>
              </a:spcAft>
              <a:buClr>
                <a:schemeClr val="lt1"/>
              </a:buClr>
              <a:buSzPts val="4200"/>
              <a:buNone/>
              <a:defRPr sz="4200">
                <a:solidFill>
                  <a:schemeClr val="lt1"/>
                </a:solidFill>
              </a:defRPr>
            </a:lvl6pPr>
            <a:lvl7pPr lvl="6" algn="l">
              <a:lnSpc>
                <a:spcPct val="100000"/>
              </a:lnSpc>
              <a:spcBef>
                <a:spcPts val="0"/>
              </a:spcBef>
              <a:spcAft>
                <a:spcPts val="0"/>
              </a:spcAft>
              <a:buClr>
                <a:schemeClr val="lt1"/>
              </a:buClr>
              <a:buSzPts val="4200"/>
              <a:buNone/>
              <a:defRPr sz="4200">
                <a:solidFill>
                  <a:schemeClr val="lt1"/>
                </a:solidFill>
              </a:defRPr>
            </a:lvl7pPr>
            <a:lvl8pPr lvl="7" algn="l">
              <a:lnSpc>
                <a:spcPct val="100000"/>
              </a:lnSpc>
              <a:spcBef>
                <a:spcPts val="0"/>
              </a:spcBef>
              <a:spcAft>
                <a:spcPts val="0"/>
              </a:spcAft>
              <a:buClr>
                <a:schemeClr val="lt1"/>
              </a:buClr>
              <a:buSzPts val="4200"/>
              <a:buNone/>
              <a:defRPr sz="4200">
                <a:solidFill>
                  <a:schemeClr val="lt1"/>
                </a:solidFill>
              </a:defRPr>
            </a:lvl8pPr>
            <a:lvl9pPr lvl="8" algn="l">
              <a:lnSpc>
                <a:spcPct val="100000"/>
              </a:lnSpc>
              <a:spcBef>
                <a:spcPts val="0"/>
              </a:spcBef>
              <a:spcAft>
                <a:spcPts val="0"/>
              </a:spcAft>
              <a:buClr>
                <a:schemeClr val="lt1"/>
              </a:buClr>
              <a:buSzPts val="4200"/>
              <a:buNone/>
              <a:defRPr sz="4200">
                <a:solidFill>
                  <a:schemeClr val="lt1"/>
                </a:solidFill>
              </a:defRPr>
            </a:lvl9pPr>
          </a:lstStyle>
          <a:p/>
        </p:txBody>
      </p:sp>
      <p:sp>
        <p:nvSpPr>
          <p:cNvPr id="65" name="Google Shape;65;p15"/>
          <p:cNvSpPr txBox="1"/>
          <p:nvPr>
            <p:ph idx="1" type="subTitle"/>
          </p:nvPr>
        </p:nvSpPr>
        <p:spPr>
          <a:xfrm>
            <a:off x="598088" y="2715913"/>
            <a:ext cx="8222100" cy="432900"/>
          </a:xfrm>
          <a:prstGeom prst="rect">
            <a:avLst/>
          </a:prstGeom>
          <a:noFill/>
          <a:ln>
            <a:noFill/>
          </a:ln>
        </p:spPr>
        <p:txBody>
          <a:bodyPr anchorCtr="0" anchor="t" bIns="91425" lIns="91425" spcFirstLastPara="1" rIns="91425" wrap="square" tIns="91425">
            <a:normAutofit/>
          </a:bodyPr>
          <a:lstStyle>
            <a:lvl1pPr lvl="0" algn="l">
              <a:lnSpc>
                <a:spcPct val="100000"/>
              </a:lnSpc>
              <a:spcBef>
                <a:spcPts val="0"/>
              </a:spcBef>
              <a:spcAft>
                <a:spcPts val="0"/>
              </a:spcAft>
              <a:buClr>
                <a:schemeClr val="lt1"/>
              </a:buClr>
              <a:buSzPts val="2100"/>
              <a:buNone/>
              <a:defRPr sz="2100">
                <a:solidFill>
                  <a:schemeClr val="lt1"/>
                </a:solidFill>
              </a:defRPr>
            </a:lvl1pPr>
            <a:lvl2pPr lvl="1" algn="l">
              <a:lnSpc>
                <a:spcPct val="100000"/>
              </a:lnSpc>
              <a:spcBef>
                <a:spcPts val="0"/>
              </a:spcBef>
              <a:spcAft>
                <a:spcPts val="0"/>
              </a:spcAft>
              <a:buClr>
                <a:schemeClr val="lt1"/>
              </a:buClr>
              <a:buSzPts val="2100"/>
              <a:buNone/>
              <a:defRPr sz="2100">
                <a:solidFill>
                  <a:schemeClr val="lt1"/>
                </a:solidFill>
              </a:defRPr>
            </a:lvl2pPr>
            <a:lvl3pPr lvl="2" algn="l">
              <a:lnSpc>
                <a:spcPct val="100000"/>
              </a:lnSpc>
              <a:spcBef>
                <a:spcPts val="0"/>
              </a:spcBef>
              <a:spcAft>
                <a:spcPts val="0"/>
              </a:spcAft>
              <a:buClr>
                <a:schemeClr val="lt1"/>
              </a:buClr>
              <a:buSzPts val="2100"/>
              <a:buNone/>
              <a:defRPr sz="2100">
                <a:solidFill>
                  <a:schemeClr val="lt1"/>
                </a:solidFill>
              </a:defRPr>
            </a:lvl3pPr>
            <a:lvl4pPr lvl="3" algn="l">
              <a:lnSpc>
                <a:spcPct val="100000"/>
              </a:lnSpc>
              <a:spcBef>
                <a:spcPts val="0"/>
              </a:spcBef>
              <a:spcAft>
                <a:spcPts val="0"/>
              </a:spcAft>
              <a:buClr>
                <a:schemeClr val="lt1"/>
              </a:buClr>
              <a:buSzPts val="2100"/>
              <a:buNone/>
              <a:defRPr sz="2100">
                <a:solidFill>
                  <a:schemeClr val="lt1"/>
                </a:solidFill>
              </a:defRPr>
            </a:lvl4pPr>
            <a:lvl5pPr lvl="4" algn="l">
              <a:lnSpc>
                <a:spcPct val="100000"/>
              </a:lnSpc>
              <a:spcBef>
                <a:spcPts val="0"/>
              </a:spcBef>
              <a:spcAft>
                <a:spcPts val="0"/>
              </a:spcAft>
              <a:buClr>
                <a:schemeClr val="lt1"/>
              </a:buClr>
              <a:buSzPts val="2100"/>
              <a:buNone/>
              <a:defRPr sz="2100">
                <a:solidFill>
                  <a:schemeClr val="lt1"/>
                </a:solidFill>
              </a:defRPr>
            </a:lvl5pPr>
            <a:lvl6pPr lvl="5" algn="l">
              <a:lnSpc>
                <a:spcPct val="100000"/>
              </a:lnSpc>
              <a:spcBef>
                <a:spcPts val="0"/>
              </a:spcBef>
              <a:spcAft>
                <a:spcPts val="0"/>
              </a:spcAft>
              <a:buClr>
                <a:schemeClr val="lt1"/>
              </a:buClr>
              <a:buSzPts val="2100"/>
              <a:buNone/>
              <a:defRPr sz="2100">
                <a:solidFill>
                  <a:schemeClr val="lt1"/>
                </a:solidFill>
              </a:defRPr>
            </a:lvl6pPr>
            <a:lvl7pPr lvl="6" algn="l">
              <a:lnSpc>
                <a:spcPct val="100000"/>
              </a:lnSpc>
              <a:spcBef>
                <a:spcPts val="0"/>
              </a:spcBef>
              <a:spcAft>
                <a:spcPts val="0"/>
              </a:spcAft>
              <a:buClr>
                <a:schemeClr val="lt1"/>
              </a:buClr>
              <a:buSzPts val="2100"/>
              <a:buNone/>
              <a:defRPr sz="2100">
                <a:solidFill>
                  <a:schemeClr val="lt1"/>
                </a:solidFill>
              </a:defRPr>
            </a:lvl7pPr>
            <a:lvl8pPr lvl="7" algn="l">
              <a:lnSpc>
                <a:spcPct val="100000"/>
              </a:lnSpc>
              <a:spcBef>
                <a:spcPts val="0"/>
              </a:spcBef>
              <a:spcAft>
                <a:spcPts val="0"/>
              </a:spcAft>
              <a:buClr>
                <a:schemeClr val="lt1"/>
              </a:buClr>
              <a:buSzPts val="2100"/>
              <a:buNone/>
              <a:defRPr sz="2100">
                <a:solidFill>
                  <a:schemeClr val="lt1"/>
                </a:solidFill>
              </a:defRPr>
            </a:lvl8pPr>
            <a:lvl9pPr lvl="8" algn="l">
              <a:lnSpc>
                <a:spcPct val="100000"/>
              </a:lnSpc>
              <a:spcBef>
                <a:spcPts val="0"/>
              </a:spcBef>
              <a:spcAft>
                <a:spcPts val="0"/>
              </a:spcAft>
              <a:buClr>
                <a:schemeClr val="lt1"/>
              </a:buClr>
              <a:buSzPts val="2100"/>
              <a:buNone/>
              <a:defRPr sz="2100">
                <a:solidFill>
                  <a:schemeClr val="lt1"/>
                </a:solidFill>
              </a:defRPr>
            </a:lvl9pPr>
          </a:lstStyle>
          <a:p/>
        </p:txBody>
      </p:sp>
      <p:pic>
        <p:nvPicPr>
          <p:cNvPr id="66" name="Google Shape;66;p15"/>
          <p:cNvPicPr preferRelativeResize="0"/>
          <p:nvPr/>
        </p:nvPicPr>
        <p:blipFill rotWithShape="1">
          <a:blip r:embed="rId2">
            <a:alphaModFix/>
          </a:blip>
          <a:srcRect b="0" l="0" r="0" t="0"/>
          <a:stretch/>
        </p:blipFill>
        <p:spPr>
          <a:xfrm rot="5400000">
            <a:off x="8312352" y="4301684"/>
            <a:ext cx="844843" cy="838800"/>
          </a:xfrm>
          <a:prstGeom prst="rect">
            <a:avLst/>
          </a:prstGeom>
          <a:noFill/>
          <a:ln>
            <a:noFill/>
          </a:ln>
        </p:spPr>
      </p:pic>
      <p:sp>
        <p:nvSpPr>
          <p:cNvPr id="67" name="Google Shape;67;p15"/>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sp>
        <p:nvSpPr>
          <p:cNvPr id="68" name="Google Shape;68;p15"/>
          <p:cNvSpPr/>
          <p:nvPr/>
        </p:nvSpPr>
        <p:spPr>
          <a:xfrm>
            <a:off x="8208900" y="0"/>
            <a:ext cx="935100" cy="935100"/>
          </a:xfrm>
          <a:prstGeom prst="rect">
            <a:avLst/>
          </a:prstGeom>
          <a:solidFill>
            <a:schemeClr val="accent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pic>
        <p:nvPicPr>
          <p:cNvPr id="69" name="Google Shape;69;p15"/>
          <p:cNvPicPr preferRelativeResize="0"/>
          <p:nvPr/>
        </p:nvPicPr>
        <p:blipFill rotWithShape="1">
          <a:blip r:embed="rId3">
            <a:alphaModFix/>
          </a:blip>
          <a:srcRect b="0" l="0" r="0" t="0"/>
          <a:stretch/>
        </p:blipFill>
        <p:spPr>
          <a:xfrm>
            <a:off x="7273800" y="3350"/>
            <a:ext cx="935100" cy="928411"/>
          </a:xfrm>
          <a:prstGeom prst="rect">
            <a:avLst/>
          </a:prstGeom>
          <a:noFill/>
          <a:ln>
            <a:noFill/>
          </a:ln>
        </p:spPr>
      </p:pic>
      <p:pic>
        <p:nvPicPr>
          <p:cNvPr id="70" name="Google Shape;70;p15"/>
          <p:cNvPicPr preferRelativeResize="0"/>
          <p:nvPr/>
        </p:nvPicPr>
        <p:blipFill>
          <a:blip r:embed="rId4">
            <a:alphaModFix/>
          </a:blip>
          <a:stretch>
            <a:fillRect/>
          </a:stretch>
        </p:blipFill>
        <p:spPr>
          <a:xfrm>
            <a:off x="705581" y="4235025"/>
            <a:ext cx="2575105" cy="393600"/>
          </a:xfrm>
          <a:prstGeom prst="rect">
            <a:avLst/>
          </a:prstGeom>
          <a:noFill/>
          <a:ln>
            <a:noFill/>
          </a:ln>
        </p:spPr>
      </p:pic>
    </p:spTree>
  </p:cSld>
  <p:clrMapOvr>
    <a:masterClrMapping/>
  </p:clrMapOvr>
</p:sldLayout>
</file>

<file path=ppt/slideLayouts/slideLayout1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Dark 2">
  <p:cSld name="TITLE_2">
    <p:bg>
      <p:bgPr>
        <a:solidFill>
          <a:schemeClr val="accent1"/>
        </a:solidFill>
      </p:bgPr>
    </p:bg>
    <p:spTree>
      <p:nvGrpSpPr>
        <p:cNvPr id="71" name="Shape 71"/>
        <p:cNvGrpSpPr/>
        <p:nvPr/>
      </p:nvGrpSpPr>
      <p:grpSpPr>
        <a:xfrm>
          <a:off x="0" y="0"/>
          <a:ext cx="0" cy="0"/>
          <a:chOff x="0" y="0"/>
          <a:chExt cx="0" cy="0"/>
        </a:xfrm>
      </p:grpSpPr>
      <p:sp>
        <p:nvSpPr>
          <p:cNvPr id="72" name="Google Shape;72;p16"/>
          <p:cNvSpPr txBox="1"/>
          <p:nvPr>
            <p:ph type="ctrTitle"/>
          </p:nvPr>
        </p:nvSpPr>
        <p:spPr>
          <a:xfrm>
            <a:off x="598100" y="1226378"/>
            <a:ext cx="5533500" cy="1894500"/>
          </a:xfrm>
          <a:prstGeom prst="rect">
            <a:avLst/>
          </a:prstGeom>
          <a:noFill/>
          <a:ln>
            <a:noFill/>
          </a:ln>
        </p:spPr>
        <p:txBody>
          <a:bodyPr anchorCtr="0" anchor="t" bIns="91425" lIns="91425" spcFirstLastPara="1" rIns="91425" wrap="square" tIns="91425">
            <a:normAutofit/>
          </a:bodyPr>
          <a:lstStyle>
            <a:lvl1pPr lvl="0" algn="l">
              <a:lnSpc>
                <a:spcPct val="100000"/>
              </a:lnSpc>
              <a:spcBef>
                <a:spcPts val="0"/>
              </a:spcBef>
              <a:spcAft>
                <a:spcPts val="0"/>
              </a:spcAft>
              <a:buClr>
                <a:schemeClr val="lt1"/>
              </a:buClr>
              <a:buSzPts val="4200"/>
              <a:buNone/>
              <a:defRPr sz="4200">
                <a:solidFill>
                  <a:schemeClr val="lt1"/>
                </a:solidFill>
              </a:defRPr>
            </a:lvl1pPr>
            <a:lvl2pPr lvl="1" algn="l">
              <a:lnSpc>
                <a:spcPct val="100000"/>
              </a:lnSpc>
              <a:spcBef>
                <a:spcPts val="0"/>
              </a:spcBef>
              <a:spcAft>
                <a:spcPts val="0"/>
              </a:spcAft>
              <a:buClr>
                <a:schemeClr val="lt1"/>
              </a:buClr>
              <a:buSzPts val="4200"/>
              <a:buNone/>
              <a:defRPr sz="4200">
                <a:solidFill>
                  <a:schemeClr val="lt1"/>
                </a:solidFill>
              </a:defRPr>
            </a:lvl2pPr>
            <a:lvl3pPr lvl="2" algn="l">
              <a:lnSpc>
                <a:spcPct val="100000"/>
              </a:lnSpc>
              <a:spcBef>
                <a:spcPts val="0"/>
              </a:spcBef>
              <a:spcAft>
                <a:spcPts val="0"/>
              </a:spcAft>
              <a:buClr>
                <a:schemeClr val="lt1"/>
              </a:buClr>
              <a:buSzPts val="4200"/>
              <a:buNone/>
              <a:defRPr sz="4200">
                <a:solidFill>
                  <a:schemeClr val="lt1"/>
                </a:solidFill>
              </a:defRPr>
            </a:lvl3pPr>
            <a:lvl4pPr lvl="3" algn="l">
              <a:lnSpc>
                <a:spcPct val="100000"/>
              </a:lnSpc>
              <a:spcBef>
                <a:spcPts val="0"/>
              </a:spcBef>
              <a:spcAft>
                <a:spcPts val="0"/>
              </a:spcAft>
              <a:buClr>
                <a:schemeClr val="lt1"/>
              </a:buClr>
              <a:buSzPts val="4200"/>
              <a:buNone/>
              <a:defRPr sz="4200">
                <a:solidFill>
                  <a:schemeClr val="lt1"/>
                </a:solidFill>
              </a:defRPr>
            </a:lvl4pPr>
            <a:lvl5pPr lvl="4" algn="l">
              <a:lnSpc>
                <a:spcPct val="100000"/>
              </a:lnSpc>
              <a:spcBef>
                <a:spcPts val="0"/>
              </a:spcBef>
              <a:spcAft>
                <a:spcPts val="0"/>
              </a:spcAft>
              <a:buClr>
                <a:schemeClr val="lt1"/>
              </a:buClr>
              <a:buSzPts val="4200"/>
              <a:buNone/>
              <a:defRPr sz="4200">
                <a:solidFill>
                  <a:schemeClr val="lt1"/>
                </a:solidFill>
              </a:defRPr>
            </a:lvl5pPr>
            <a:lvl6pPr lvl="5" algn="l">
              <a:lnSpc>
                <a:spcPct val="100000"/>
              </a:lnSpc>
              <a:spcBef>
                <a:spcPts val="0"/>
              </a:spcBef>
              <a:spcAft>
                <a:spcPts val="0"/>
              </a:spcAft>
              <a:buClr>
                <a:schemeClr val="lt1"/>
              </a:buClr>
              <a:buSzPts val="4200"/>
              <a:buNone/>
              <a:defRPr sz="4200">
                <a:solidFill>
                  <a:schemeClr val="lt1"/>
                </a:solidFill>
              </a:defRPr>
            </a:lvl6pPr>
            <a:lvl7pPr lvl="6" algn="l">
              <a:lnSpc>
                <a:spcPct val="100000"/>
              </a:lnSpc>
              <a:spcBef>
                <a:spcPts val="0"/>
              </a:spcBef>
              <a:spcAft>
                <a:spcPts val="0"/>
              </a:spcAft>
              <a:buClr>
                <a:schemeClr val="lt1"/>
              </a:buClr>
              <a:buSzPts val="4200"/>
              <a:buNone/>
              <a:defRPr sz="4200">
                <a:solidFill>
                  <a:schemeClr val="lt1"/>
                </a:solidFill>
              </a:defRPr>
            </a:lvl7pPr>
            <a:lvl8pPr lvl="7" algn="l">
              <a:lnSpc>
                <a:spcPct val="100000"/>
              </a:lnSpc>
              <a:spcBef>
                <a:spcPts val="0"/>
              </a:spcBef>
              <a:spcAft>
                <a:spcPts val="0"/>
              </a:spcAft>
              <a:buClr>
                <a:schemeClr val="lt1"/>
              </a:buClr>
              <a:buSzPts val="4200"/>
              <a:buNone/>
              <a:defRPr sz="4200">
                <a:solidFill>
                  <a:schemeClr val="lt1"/>
                </a:solidFill>
              </a:defRPr>
            </a:lvl8pPr>
            <a:lvl9pPr lvl="8" algn="l">
              <a:lnSpc>
                <a:spcPct val="100000"/>
              </a:lnSpc>
              <a:spcBef>
                <a:spcPts val="0"/>
              </a:spcBef>
              <a:spcAft>
                <a:spcPts val="0"/>
              </a:spcAft>
              <a:buClr>
                <a:schemeClr val="lt1"/>
              </a:buClr>
              <a:buSzPts val="4200"/>
              <a:buNone/>
              <a:defRPr sz="4200">
                <a:solidFill>
                  <a:schemeClr val="lt1"/>
                </a:solidFill>
              </a:defRPr>
            </a:lvl9pPr>
          </a:lstStyle>
          <a:p/>
        </p:txBody>
      </p:sp>
      <p:sp>
        <p:nvSpPr>
          <p:cNvPr id="73" name="Google Shape;73;p16"/>
          <p:cNvSpPr txBox="1"/>
          <p:nvPr>
            <p:ph idx="1" type="subTitle"/>
          </p:nvPr>
        </p:nvSpPr>
        <p:spPr>
          <a:xfrm>
            <a:off x="598088" y="2715913"/>
            <a:ext cx="8222100" cy="432900"/>
          </a:xfrm>
          <a:prstGeom prst="rect">
            <a:avLst/>
          </a:prstGeom>
          <a:noFill/>
          <a:ln>
            <a:noFill/>
          </a:ln>
        </p:spPr>
        <p:txBody>
          <a:bodyPr anchorCtr="0" anchor="t" bIns="91425" lIns="91425" spcFirstLastPara="1" rIns="91425" wrap="square" tIns="91425">
            <a:normAutofit/>
          </a:bodyPr>
          <a:lstStyle>
            <a:lvl1pPr lvl="0" algn="l">
              <a:lnSpc>
                <a:spcPct val="100000"/>
              </a:lnSpc>
              <a:spcBef>
                <a:spcPts val="0"/>
              </a:spcBef>
              <a:spcAft>
                <a:spcPts val="0"/>
              </a:spcAft>
              <a:buClr>
                <a:schemeClr val="lt1"/>
              </a:buClr>
              <a:buSzPts val="2100"/>
              <a:buNone/>
              <a:defRPr sz="2100">
                <a:solidFill>
                  <a:schemeClr val="lt1"/>
                </a:solidFill>
              </a:defRPr>
            </a:lvl1pPr>
            <a:lvl2pPr lvl="1" algn="l">
              <a:lnSpc>
                <a:spcPct val="100000"/>
              </a:lnSpc>
              <a:spcBef>
                <a:spcPts val="0"/>
              </a:spcBef>
              <a:spcAft>
                <a:spcPts val="0"/>
              </a:spcAft>
              <a:buClr>
                <a:schemeClr val="lt1"/>
              </a:buClr>
              <a:buSzPts val="2100"/>
              <a:buNone/>
              <a:defRPr sz="2100">
                <a:solidFill>
                  <a:schemeClr val="lt1"/>
                </a:solidFill>
              </a:defRPr>
            </a:lvl2pPr>
            <a:lvl3pPr lvl="2" algn="l">
              <a:lnSpc>
                <a:spcPct val="100000"/>
              </a:lnSpc>
              <a:spcBef>
                <a:spcPts val="0"/>
              </a:spcBef>
              <a:spcAft>
                <a:spcPts val="0"/>
              </a:spcAft>
              <a:buClr>
                <a:schemeClr val="lt1"/>
              </a:buClr>
              <a:buSzPts val="2100"/>
              <a:buNone/>
              <a:defRPr sz="2100">
                <a:solidFill>
                  <a:schemeClr val="lt1"/>
                </a:solidFill>
              </a:defRPr>
            </a:lvl3pPr>
            <a:lvl4pPr lvl="3" algn="l">
              <a:lnSpc>
                <a:spcPct val="100000"/>
              </a:lnSpc>
              <a:spcBef>
                <a:spcPts val="0"/>
              </a:spcBef>
              <a:spcAft>
                <a:spcPts val="0"/>
              </a:spcAft>
              <a:buClr>
                <a:schemeClr val="lt1"/>
              </a:buClr>
              <a:buSzPts val="2100"/>
              <a:buNone/>
              <a:defRPr sz="2100">
                <a:solidFill>
                  <a:schemeClr val="lt1"/>
                </a:solidFill>
              </a:defRPr>
            </a:lvl4pPr>
            <a:lvl5pPr lvl="4" algn="l">
              <a:lnSpc>
                <a:spcPct val="100000"/>
              </a:lnSpc>
              <a:spcBef>
                <a:spcPts val="0"/>
              </a:spcBef>
              <a:spcAft>
                <a:spcPts val="0"/>
              </a:spcAft>
              <a:buClr>
                <a:schemeClr val="lt1"/>
              </a:buClr>
              <a:buSzPts val="2100"/>
              <a:buNone/>
              <a:defRPr sz="2100">
                <a:solidFill>
                  <a:schemeClr val="lt1"/>
                </a:solidFill>
              </a:defRPr>
            </a:lvl5pPr>
            <a:lvl6pPr lvl="5" algn="l">
              <a:lnSpc>
                <a:spcPct val="100000"/>
              </a:lnSpc>
              <a:spcBef>
                <a:spcPts val="0"/>
              </a:spcBef>
              <a:spcAft>
                <a:spcPts val="0"/>
              </a:spcAft>
              <a:buClr>
                <a:schemeClr val="lt1"/>
              </a:buClr>
              <a:buSzPts val="2100"/>
              <a:buNone/>
              <a:defRPr sz="2100">
                <a:solidFill>
                  <a:schemeClr val="lt1"/>
                </a:solidFill>
              </a:defRPr>
            </a:lvl6pPr>
            <a:lvl7pPr lvl="6" algn="l">
              <a:lnSpc>
                <a:spcPct val="100000"/>
              </a:lnSpc>
              <a:spcBef>
                <a:spcPts val="0"/>
              </a:spcBef>
              <a:spcAft>
                <a:spcPts val="0"/>
              </a:spcAft>
              <a:buClr>
                <a:schemeClr val="lt1"/>
              </a:buClr>
              <a:buSzPts val="2100"/>
              <a:buNone/>
              <a:defRPr sz="2100">
                <a:solidFill>
                  <a:schemeClr val="lt1"/>
                </a:solidFill>
              </a:defRPr>
            </a:lvl7pPr>
            <a:lvl8pPr lvl="7" algn="l">
              <a:lnSpc>
                <a:spcPct val="100000"/>
              </a:lnSpc>
              <a:spcBef>
                <a:spcPts val="0"/>
              </a:spcBef>
              <a:spcAft>
                <a:spcPts val="0"/>
              </a:spcAft>
              <a:buClr>
                <a:schemeClr val="lt1"/>
              </a:buClr>
              <a:buSzPts val="2100"/>
              <a:buNone/>
              <a:defRPr sz="2100">
                <a:solidFill>
                  <a:schemeClr val="lt1"/>
                </a:solidFill>
              </a:defRPr>
            </a:lvl8pPr>
            <a:lvl9pPr lvl="8" algn="l">
              <a:lnSpc>
                <a:spcPct val="100000"/>
              </a:lnSpc>
              <a:spcBef>
                <a:spcPts val="0"/>
              </a:spcBef>
              <a:spcAft>
                <a:spcPts val="0"/>
              </a:spcAft>
              <a:buClr>
                <a:schemeClr val="lt1"/>
              </a:buClr>
              <a:buSzPts val="2100"/>
              <a:buNone/>
              <a:defRPr sz="2100">
                <a:solidFill>
                  <a:schemeClr val="lt1"/>
                </a:solidFill>
              </a:defRPr>
            </a:lvl9pPr>
          </a:lstStyle>
          <a:p/>
        </p:txBody>
      </p:sp>
      <p:pic>
        <p:nvPicPr>
          <p:cNvPr id="74" name="Google Shape;74;p16"/>
          <p:cNvPicPr preferRelativeResize="0"/>
          <p:nvPr/>
        </p:nvPicPr>
        <p:blipFill rotWithShape="1">
          <a:blip r:embed="rId2">
            <a:alphaModFix/>
          </a:blip>
          <a:srcRect b="0" l="0" r="0" t="0"/>
          <a:stretch/>
        </p:blipFill>
        <p:spPr>
          <a:xfrm rot="5400000">
            <a:off x="8312352" y="4301684"/>
            <a:ext cx="844843" cy="838800"/>
          </a:xfrm>
          <a:prstGeom prst="rect">
            <a:avLst/>
          </a:prstGeom>
          <a:noFill/>
          <a:ln>
            <a:noFill/>
          </a:ln>
        </p:spPr>
      </p:pic>
      <p:sp>
        <p:nvSpPr>
          <p:cNvPr id="75" name="Google Shape;75;p16"/>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sp>
        <p:nvSpPr>
          <p:cNvPr id="76" name="Google Shape;76;p16"/>
          <p:cNvSpPr/>
          <p:nvPr/>
        </p:nvSpPr>
        <p:spPr>
          <a:xfrm>
            <a:off x="8128803" y="-9"/>
            <a:ext cx="1015200" cy="1015200"/>
          </a:xfrm>
          <a:prstGeom prst="rect">
            <a:avLst/>
          </a:prstGeom>
          <a:solidFill>
            <a:srgbClr val="5B1DE7"/>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77" name="Google Shape;77;p16"/>
          <p:cNvSpPr/>
          <p:nvPr/>
        </p:nvSpPr>
        <p:spPr>
          <a:xfrm rot="10800000">
            <a:off x="8128789" y="1015350"/>
            <a:ext cx="1015200" cy="1015200"/>
          </a:xfrm>
          <a:prstGeom prst="rtTriangle">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pic>
        <p:nvPicPr>
          <p:cNvPr id="78" name="Google Shape;78;p16"/>
          <p:cNvPicPr preferRelativeResize="0"/>
          <p:nvPr/>
        </p:nvPicPr>
        <p:blipFill>
          <a:blip r:embed="rId3">
            <a:alphaModFix/>
          </a:blip>
          <a:stretch>
            <a:fillRect/>
          </a:stretch>
        </p:blipFill>
        <p:spPr>
          <a:xfrm>
            <a:off x="705581" y="4235025"/>
            <a:ext cx="2575105" cy="393600"/>
          </a:xfrm>
          <a:prstGeom prst="rect">
            <a:avLst/>
          </a:prstGeom>
          <a:noFill/>
          <a:ln>
            <a:noFill/>
          </a:ln>
        </p:spPr>
      </p:pic>
    </p:spTree>
  </p:cSld>
  <p:clrMapOvr>
    <a:masterClrMapping/>
  </p:clrMapOvr>
</p:sldLayout>
</file>

<file path=ppt/slideLayouts/slideLayout1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Light">
  <p:cSld name="TITLE_1">
    <p:bg>
      <p:bgPr>
        <a:solidFill>
          <a:schemeClr val="lt1"/>
        </a:solidFill>
      </p:bgPr>
    </p:bg>
    <p:spTree>
      <p:nvGrpSpPr>
        <p:cNvPr id="79" name="Shape 79"/>
        <p:cNvGrpSpPr/>
        <p:nvPr/>
      </p:nvGrpSpPr>
      <p:grpSpPr>
        <a:xfrm>
          <a:off x="0" y="0"/>
          <a:ext cx="0" cy="0"/>
          <a:chOff x="0" y="0"/>
          <a:chExt cx="0" cy="0"/>
        </a:xfrm>
      </p:grpSpPr>
      <p:sp>
        <p:nvSpPr>
          <p:cNvPr id="80" name="Google Shape;80;p17"/>
          <p:cNvSpPr/>
          <p:nvPr/>
        </p:nvSpPr>
        <p:spPr>
          <a:xfrm>
            <a:off x="8224223" y="-12"/>
            <a:ext cx="921900" cy="921900"/>
          </a:xfrm>
          <a:prstGeom prst="rect">
            <a:avLst/>
          </a:prstGeom>
          <a:solidFill>
            <a:schemeClr val="accent6"/>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81" name="Google Shape;81;p17"/>
          <p:cNvSpPr txBox="1"/>
          <p:nvPr>
            <p:ph type="ctrTitle"/>
          </p:nvPr>
        </p:nvSpPr>
        <p:spPr>
          <a:xfrm>
            <a:off x="598100" y="1226378"/>
            <a:ext cx="5533500" cy="1894500"/>
          </a:xfrm>
          <a:prstGeom prst="rect">
            <a:avLst/>
          </a:prstGeom>
          <a:noFill/>
          <a:ln>
            <a:noFill/>
          </a:ln>
        </p:spPr>
        <p:txBody>
          <a:bodyPr anchorCtr="0" anchor="t" bIns="91425" lIns="91425" spcFirstLastPara="1" rIns="91425" wrap="square" tIns="91425">
            <a:normAutofit/>
          </a:bodyPr>
          <a:lstStyle>
            <a:lvl1pPr lvl="0" algn="l">
              <a:lnSpc>
                <a:spcPct val="100000"/>
              </a:lnSpc>
              <a:spcBef>
                <a:spcPts val="0"/>
              </a:spcBef>
              <a:spcAft>
                <a:spcPts val="0"/>
              </a:spcAft>
              <a:buSzPts val="4200"/>
              <a:buNone/>
              <a:defRPr sz="4200"/>
            </a:lvl1pPr>
            <a:lvl2pPr lvl="1" algn="l">
              <a:lnSpc>
                <a:spcPct val="100000"/>
              </a:lnSpc>
              <a:spcBef>
                <a:spcPts val="0"/>
              </a:spcBef>
              <a:spcAft>
                <a:spcPts val="0"/>
              </a:spcAft>
              <a:buClr>
                <a:schemeClr val="lt1"/>
              </a:buClr>
              <a:buSzPts val="4200"/>
              <a:buNone/>
              <a:defRPr sz="4200">
                <a:solidFill>
                  <a:schemeClr val="lt1"/>
                </a:solidFill>
              </a:defRPr>
            </a:lvl2pPr>
            <a:lvl3pPr lvl="2" algn="l">
              <a:lnSpc>
                <a:spcPct val="100000"/>
              </a:lnSpc>
              <a:spcBef>
                <a:spcPts val="0"/>
              </a:spcBef>
              <a:spcAft>
                <a:spcPts val="0"/>
              </a:spcAft>
              <a:buClr>
                <a:schemeClr val="lt1"/>
              </a:buClr>
              <a:buSzPts val="4200"/>
              <a:buNone/>
              <a:defRPr sz="4200">
                <a:solidFill>
                  <a:schemeClr val="lt1"/>
                </a:solidFill>
              </a:defRPr>
            </a:lvl3pPr>
            <a:lvl4pPr lvl="3" algn="l">
              <a:lnSpc>
                <a:spcPct val="100000"/>
              </a:lnSpc>
              <a:spcBef>
                <a:spcPts val="0"/>
              </a:spcBef>
              <a:spcAft>
                <a:spcPts val="0"/>
              </a:spcAft>
              <a:buClr>
                <a:schemeClr val="lt1"/>
              </a:buClr>
              <a:buSzPts val="4200"/>
              <a:buNone/>
              <a:defRPr sz="4200">
                <a:solidFill>
                  <a:schemeClr val="lt1"/>
                </a:solidFill>
              </a:defRPr>
            </a:lvl4pPr>
            <a:lvl5pPr lvl="4" algn="l">
              <a:lnSpc>
                <a:spcPct val="100000"/>
              </a:lnSpc>
              <a:spcBef>
                <a:spcPts val="0"/>
              </a:spcBef>
              <a:spcAft>
                <a:spcPts val="0"/>
              </a:spcAft>
              <a:buClr>
                <a:schemeClr val="lt1"/>
              </a:buClr>
              <a:buSzPts val="4200"/>
              <a:buNone/>
              <a:defRPr sz="4200">
                <a:solidFill>
                  <a:schemeClr val="lt1"/>
                </a:solidFill>
              </a:defRPr>
            </a:lvl5pPr>
            <a:lvl6pPr lvl="5" algn="l">
              <a:lnSpc>
                <a:spcPct val="100000"/>
              </a:lnSpc>
              <a:spcBef>
                <a:spcPts val="0"/>
              </a:spcBef>
              <a:spcAft>
                <a:spcPts val="0"/>
              </a:spcAft>
              <a:buClr>
                <a:schemeClr val="lt1"/>
              </a:buClr>
              <a:buSzPts val="4200"/>
              <a:buNone/>
              <a:defRPr sz="4200">
                <a:solidFill>
                  <a:schemeClr val="lt1"/>
                </a:solidFill>
              </a:defRPr>
            </a:lvl6pPr>
            <a:lvl7pPr lvl="6" algn="l">
              <a:lnSpc>
                <a:spcPct val="100000"/>
              </a:lnSpc>
              <a:spcBef>
                <a:spcPts val="0"/>
              </a:spcBef>
              <a:spcAft>
                <a:spcPts val="0"/>
              </a:spcAft>
              <a:buClr>
                <a:schemeClr val="lt1"/>
              </a:buClr>
              <a:buSzPts val="4200"/>
              <a:buNone/>
              <a:defRPr sz="4200">
                <a:solidFill>
                  <a:schemeClr val="lt1"/>
                </a:solidFill>
              </a:defRPr>
            </a:lvl7pPr>
            <a:lvl8pPr lvl="7" algn="l">
              <a:lnSpc>
                <a:spcPct val="100000"/>
              </a:lnSpc>
              <a:spcBef>
                <a:spcPts val="0"/>
              </a:spcBef>
              <a:spcAft>
                <a:spcPts val="0"/>
              </a:spcAft>
              <a:buClr>
                <a:schemeClr val="lt1"/>
              </a:buClr>
              <a:buSzPts val="4200"/>
              <a:buNone/>
              <a:defRPr sz="4200">
                <a:solidFill>
                  <a:schemeClr val="lt1"/>
                </a:solidFill>
              </a:defRPr>
            </a:lvl8pPr>
            <a:lvl9pPr lvl="8" algn="l">
              <a:lnSpc>
                <a:spcPct val="100000"/>
              </a:lnSpc>
              <a:spcBef>
                <a:spcPts val="0"/>
              </a:spcBef>
              <a:spcAft>
                <a:spcPts val="0"/>
              </a:spcAft>
              <a:buClr>
                <a:schemeClr val="lt1"/>
              </a:buClr>
              <a:buSzPts val="4200"/>
              <a:buNone/>
              <a:defRPr sz="4200">
                <a:solidFill>
                  <a:schemeClr val="lt1"/>
                </a:solidFill>
              </a:defRPr>
            </a:lvl9pPr>
          </a:lstStyle>
          <a:p/>
        </p:txBody>
      </p:sp>
      <p:sp>
        <p:nvSpPr>
          <p:cNvPr id="82" name="Google Shape;82;p17"/>
          <p:cNvSpPr txBox="1"/>
          <p:nvPr>
            <p:ph idx="1" type="subTitle"/>
          </p:nvPr>
        </p:nvSpPr>
        <p:spPr>
          <a:xfrm>
            <a:off x="598088" y="2715913"/>
            <a:ext cx="8222100" cy="432900"/>
          </a:xfrm>
          <a:prstGeom prst="rect">
            <a:avLst/>
          </a:prstGeom>
          <a:noFill/>
          <a:ln>
            <a:noFill/>
          </a:ln>
        </p:spPr>
        <p:txBody>
          <a:bodyPr anchorCtr="0" anchor="t" bIns="91425" lIns="91425" spcFirstLastPara="1" rIns="91425" wrap="square" tIns="91425">
            <a:normAutofit/>
          </a:bodyPr>
          <a:lstStyle>
            <a:lvl1pPr lvl="0" algn="l">
              <a:lnSpc>
                <a:spcPct val="100000"/>
              </a:lnSpc>
              <a:spcBef>
                <a:spcPts val="0"/>
              </a:spcBef>
              <a:spcAft>
                <a:spcPts val="0"/>
              </a:spcAft>
              <a:buClr>
                <a:schemeClr val="dk1"/>
              </a:buClr>
              <a:buSzPts val="2100"/>
              <a:buNone/>
              <a:defRPr sz="2100">
                <a:solidFill>
                  <a:schemeClr val="dk1"/>
                </a:solidFill>
              </a:defRPr>
            </a:lvl1pPr>
            <a:lvl2pPr lvl="1" algn="l">
              <a:lnSpc>
                <a:spcPct val="100000"/>
              </a:lnSpc>
              <a:spcBef>
                <a:spcPts val="0"/>
              </a:spcBef>
              <a:spcAft>
                <a:spcPts val="0"/>
              </a:spcAft>
              <a:buClr>
                <a:schemeClr val="lt1"/>
              </a:buClr>
              <a:buSzPts val="2100"/>
              <a:buNone/>
              <a:defRPr sz="2100">
                <a:solidFill>
                  <a:schemeClr val="lt1"/>
                </a:solidFill>
              </a:defRPr>
            </a:lvl2pPr>
            <a:lvl3pPr lvl="2" algn="l">
              <a:lnSpc>
                <a:spcPct val="100000"/>
              </a:lnSpc>
              <a:spcBef>
                <a:spcPts val="0"/>
              </a:spcBef>
              <a:spcAft>
                <a:spcPts val="0"/>
              </a:spcAft>
              <a:buClr>
                <a:schemeClr val="lt1"/>
              </a:buClr>
              <a:buSzPts val="2100"/>
              <a:buNone/>
              <a:defRPr sz="2100">
                <a:solidFill>
                  <a:schemeClr val="lt1"/>
                </a:solidFill>
              </a:defRPr>
            </a:lvl3pPr>
            <a:lvl4pPr lvl="3" algn="l">
              <a:lnSpc>
                <a:spcPct val="100000"/>
              </a:lnSpc>
              <a:spcBef>
                <a:spcPts val="0"/>
              </a:spcBef>
              <a:spcAft>
                <a:spcPts val="0"/>
              </a:spcAft>
              <a:buClr>
                <a:schemeClr val="lt1"/>
              </a:buClr>
              <a:buSzPts val="2100"/>
              <a:buNone/>
              <a:defRPr sz="2100">
                <a:solidFill>
                  <a:schemeClr val="lt1"/>
                </a:solidFill>
              </a:defRPr>
            </a:lvl4pPr>
            <a:lvl5pPr lvl="4" algn="l">
              <a:lnSpc>
                <a:spcPct val="100000"/>
              </a:lnSpc>
              <a:spcBef>
                <a:spcPts val="0"/>
              </a:spcBef>
              <a:spcAft>
                <a:spcPts val="0"/>
              </a:spcAft>
              <a:buClr>
                <a:schemeClr val="lt1"/>
              </a:buClr>
              <a:buSzPts val="2100"/>
              <a:buNone/>
              <a:defRPr sz="2100">
                <a:solidFill>
                  <a:schemeClr val="lt1"/>
                </a:solidFill>
              </a:defRPr>
            </a:lvl5pPr>
            <a:lvl6pPr lvl="5" algn="l">
              <a:lnSpc>
                <a:spcPct val="100000"/>
              </a:lnSpc>
              <a:spcBef>
                <a:spcPts val="0"/>
              </a:spcBef>
              <a:spcAft>
                <a:spcPts val="0"/>
              </a:spcAft>
              <a:buClr>
                <a:schemeClr val="lt1"/>
              </a:buClr>
              <a:buSzPts val="2100"/>
              <a:buNone/>
              <a:defRPr sz="2100">
                <a:solidFill>
                  <a:schemeClr val="lt1"/>
                </a:solidFill>
              </a:defRPr>
            </a:lvl6pPr>
            <a:lvl7pPr lvl="6" algn="l">
              <a:lnSpc>
                <a:spcPct val="100000"/>
              </a:lnSpc>
              <a:spcBef>
                <a:spcPts val="0"/>
              </a:spcBef>
              <a:spcAft>
                <a:spcPts val="0"/>
              </a:spcAft>
              <a:buClr>
                <a:schemeClr val="lt1"/>
              </a:buClr>
              <a:buSzPts val="2100"/>
              <a:buNone/>
              <a:defRPr sz="2100">
                <a:solidFill>
                  <a:schemeClr val="lt1"/>
                </a:solidFill>
              </a:defRPr>
            </a:lvl7pPr>
            <a:lvl8pPr lvl="7" algn="l">
              <a:lnSpc>
                <a:spcPct val="100000"/>
              </a:lnSpc>
              <a:spcBef>
                <a:spcPts val="0"/>
              </a:spcBef>
              <a:spcAft>
                <a:spcPts val="0"/>
              </a:spcAft>
              <a:buClr>
                <a:schemeClr val="lt1"/>
              </a:buClr>
              <a:buSzPts val="2100"/>
              <a:buNone/>
              <a:defRPr sz="2100">
                <a:solidFill>
                  <a:schemeClr val="lt1"/>
                </a:solidFill>
              </a:defRPr>
            </a:lvl8pPr>
            <a:lvl9pPr lvl="8" algn="l">
              <a:lnSpc>
                <a:spcPct val="100000"/>
              </a:lnSpc>
              <a:spcBef>
                <a:spcPts val="0"/>
              </a:spcBef>
              <a:spcAft>
                <a:spcPts val="0"/>
              </a:spcAft>
              <a:buClr>
                <a:schemeClr val="lt1"/>
              </a:buClr>
              <a:buSzPts val="2100"/>
              <a:buNone/>
              <a:defRPr sz="2100">
                <a:solidFill>
                  <a:schemeClr val="lt1"/>
                </a:solidFill>
              </a:defRPr>
            </a:lvl9pPr>
          </a:lstStyle>
          <a:p/>
        </p:txBody>
      </p:sp>
      <p:sp>
        <p:nvSpPr>
          <p:cNvPr id="83" name="Google Shape;83;p17"/>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pic>
        <p:nvPicPr>
          <p:cNvPr id="84" name="Google Shape;84;p17"/>
          <p:cNvPicPr preferRelativeResize="0"/>
          <p:nvPr/>
        </p:nvPicPr>
        <p:blipFill>
          <a:blip r:embed="rId2">
            <a:alphaModFix/>
          </a:blip>
          <a:stretch>
            <a:fillRect/>
          </a:stretch>
        </p:blipFill>
        <p:spPr>
          <a:xfrm>
            <a:off x="703819" y="4236356"/>
            <a:ext cx="2575140" cy="393600"/>
          </a:xfrm>
          <a:prstGeom prst="rect">
            <a:avLst/>
          </a:prstGeom>
          <a:noFill/>
          <a:ln>
            <a:noFill/>
          </a:ln>
        </p:spPr>
      </p:pic>
    </p:spTree>
  </p:cSld>
  <p:clrMapOvr>
    <a:masterClrMapping/>
  </p:clrMapOvr>
</p:sldLayout>
</file>

<file path=ppt/slideLayouts/slideLayout1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1">
  <p:cSld name="SECTION_HEADER_1">
    <p:bg>
      <p:bgPr>
        <a:solidFill>
          <a:srgbClr val="F6F7FA"/>
        </a:solidFill>
      </p:bgPr>
    </p:bg>
    <p:spTree>
      <p:nvGrpSpPr>
        <p:cNvPr id="85" name="Shape 85"/>
        <p:cNvGrpSpPr/>
        <p:nvPr/>
      </p:nvGrpSpPr>
      <p:grpSpPr>
        <a:xfrm>
          <a:off x="0" y="0"/>
          <a:ext cx="0" cy="0"/>
          <a:chOff x="0" y="0"/>
          <a:chExt cx="0" cy="0"/>
        </a:xfrm>
      </p:grpSpPr>
      <p:sp>
        <p:nvSpPr>
          <p:cNvPr id="86" name="Google Shape;86;p18"/>
          <p:cNvSpPr/>
          <p:nvPr/>
        </p:nvSpPr>
        <p:spPr>
          <a:xfrm flipH="1" rot="5400000">
            <a:off x="-12" y="4128307"/>
            <a:ext cx="1015200" cy="1015200"/>
          </a:xfrm>
          <a:prstGeom prst="rtTriangle">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87" name="Google Shape;87;p18"/>
          <p:cNvSpPr txBox="1"/>
          <p:nvPr>
            <p:ph type="title"/>
          </p:nvPr>
        </p:nvSpPr>
        <p:spPr>
          <a:xfrm>
            <a:off x="607150" y="2148722"/>
            <a:ext cx="8222100" cy="838800"/>
          </a:xfrm>
          <a:prstGeom prst="rect">
            <a:avLst/>
          </a:prstGeom>
          <a:noFill/>
          <a:ln>
            <a:noFill/>
          </a:ln>
        </p:spPr>
        <p:txBody>
          <a:bodyPr anchorCtr="0" anchor="ctr" bIns="91425" lIns="91425" spcFirstLastPara="1" rIns="91425" wrap="square" tIns="91425">
            <a:normAutofit/>
          </a:bodyPr>
          <a:lstStyle>
            <a:lvl1pPr lvl="0" algn="l">
              <a:lnSpc>
                <a:spcPct val="100000"/>
              </a:lnSpc>
              <a:spcBef>
                <a:spcPts val="0"/>
              </a:spcBef>
              <a:spcAft>
                <a:spcPts val="0"/>
              </a:spcAft>
              <a:buSzPts val="4200"/>
              <a:buNone/>
              <a:defRPr sz="4200"/>
            </a:lvl1pPr>
            <a:lvl2pPr lvl="1" algn="l">
              <a:lnSpc>
                <a:spcPct val="100000"/>
              </a:lnSpc>
              <a:spcBef>
                <a:spcPts val="0"/>
              </a:spcBef>
              <a:spcAft>
                <a:spcPts val="0"/>
              </a:spcAft>
              <a:buClr>
                <a:schemeClr val="lt1"/>
              </a:buClr>
              <a:buSzPts val="4200"/>
              <a:buNone/>
              <a:defRPr sz="4200">
                <a:solidFill>
                  <a:schemeClr val="lt1"/>
                </a:solidFill>
              </a:defRPr>
            </a:lvl2pPr>
            <a:lvl3pPr lvl="2" algn="l">
              <a:lnSpc>
                <a:spcPct val="100000"/>
              </a:lnSpc>
              <a:spcBef>
                <a:spcPts val="0"/>
              </a:spcBef>
              <a:spcAft>
                <a:spcPts val="0"/>
              </a:spcAft>
              <a:buClr>
                <a:schemeClr val="lt1"/>
              </a:buClr>
              <a:buSzPts val="4200"/>
              <a:buNone/>
              <a:defRPr sz="4200">
                <a:solidFill>
                  <a:schemeClr val="lt1"/>
                </a:solidFill>
              </a:defRPr>
            </a:lvl3pPr>
            <a:lvl4pPr lvl="3" algn="l">
              <a:lnSpc>
                <a:spcPct val="100000"/>
              </a:lnSpc>
              <a:spcBef>
                <a:spcPts val="0"/>
              </a:spcBef>
              <a:spcAft>
                <a:spcPts val="0"/>
              </a:spcAft>
              <a:buClr>
                <a:schemeClr val="lt1"/>
              </a:buClr>
              <a:buSzPts val="4200"/>
              <a:buNone/>
              <a:defRPr sz="4200">
                <a:solidFill>
                  <a:schemeClr val="lt1"/>
                </a:solidFill>
              </a:defRPr>
            </a:lvl4pPr>
            <a:lvl5pPr lvl="4" algn="l">
              <a:lnSpc>
                <a:spcPct val="100000"/>
              </a:lnSpc>
              <a:spcBef>
                <a:spcPts val="0"/>
              </a:spcBef>
              <a:spcAft>
                <a:spcPts val="0"/>
              </a:spcAft>
              <a:buClr>
                <a:schemeClr val="lt1"/>
              </a:buClr>
              <a:buSzPts val="4200"/>
              <a:buNone/>
              <a:defRPr sz="4200">
                <a:solidFill>
                  <a:schemeClr val="lt1"/>
                </a:solidFill>
              </a:defRPr>
            </a:lvl5pPr>
            <a:lvl6pPr lvl="5" algn="l">
              <a:lnSpc>
                <a:spcPct val="100000"/>
              </a:lnSpc>
              <a:spcBef>
                <a:spcPts val="0"/>
              </a:spcBef>
              <a:spcAft>
                <a:spcPts val="0"/>
              </a:spcAft>
              <a:buClr>
                <a:schemeClr val="lt1"/>
              </a:buClr>
              <a:buSzPts val="4200"/>
              <a:buNone/>
              <a:defRPr sz="4200">
                <a:solidFill>
                  <a:schemeClr val="lt1"/>
                </a:solidFill>
              </a:defRPr>
            </a:lvl6pPr>
            <a:lvl7pPr lvl="6" algn="l">
              <a:lnSpc>
                <a:spcPct val="100000"/>
              </a:lnSpc>
              <a:spcBef>
                <a:spcPts val="0"/>
              </a:spcBef>
              <a:spcAft>
                <a:spcPts val="0"/>
              </a:spcAft>
              <a:buClr>
                <a:schemeClr val="lt1"/>
              </a:buClr>
              <a:buSzPts val="4200"/>
              <a:buNone/>
              <a:defRPr sz="4200">
                <a:solidFill>
                  <a:schemeClr val="lt1"/>
                </a:solidFill>
              </a:defRPr>
            </a:lvl7pPr>
            <a:lvl8pPr lvl="7" algn="l">
              <a:lnSpc>
                <a:spcPct val="100000"/>
              </a:lnSpc>
              <a:spcBef>
                <a:spcPts val="0"/>
              </a:spcBef>
              <a:spcAft>
                <a:spcPts val="0"/>
              </a:spcAft>
              <a:buClr>
                <a:schemeClr val="lt1"/>
              </a:buClr>
              <a:buSzPts val="4200"/>
              <a:buNone/>
              <a:defRPr sz="4200">
                <a:solidFill>
                  <a:schemeClr val="lt1"/>
                </a:solidFill>
              </a:defRPr>
            </a:lvl8pPr>
            <a:lvl9pPr lvl="8" algn="l">
              <a:lnSpc>
                <a:spcPct val="100000"/>
              </a:lnSpc>
              <a:spcBef>
                <a:spcPts val="0"/>
              </a:spcBef>
              <a:spcAft>
                <a:spcPts val="0"/>
              </a:spcAft>
              <a:buClr>
                <a:schemeClr val="lt1"/>
              </a:buClr>
              <a:buSzPts val="4200"/>
              <a:buNone/>
              <a:defRPr sz="4200">
                <a:solidFill>
                  <a:schemeClr val="lt1"/>
                </a:solidFill>
              </a:defRPr>
            </a:lvl9pPr>
          </a:lstStyle>
          <a:p/>
        </p:txBody>
      </p:sp>
      <p:sp>
        <p:nvSpPr>
          <p:cNvPr id="88" name="Google Shape;88;p18"/>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pic>
        <p:nvPicPr>
          <p:cNvPr id="89" name="Google Shape;89;p18"/>
          <p:cNvPicPr preferRelativeResize="0"/>
          <p:nvPr/>
        </p:nvPicPr>
        <p:blipFill rotWithShape="1">
          <a:blip r:embed="rId2">
            <a:alphaModFix/>
          </a:blip>
          <a:srcRect b="0" l="0" r="0" t="0"/>
          <a:stretch/>
        </p:blipFill>
        <p:spPr>
          <a:xfrm>
            <a:off x="8155621" y="-1"/>
            <a:ext cx="988375" cy="988375"/>
          </a:xfrm>
          <a:prstGeom prst="rect">
            <a:avLst/>
          </a:prstGeom>
          <a:noFill/>
          <a:ln>
            <a:noFill/>
          </a:ln>
        </p:spPr>
      </p:pic>
    </p:spTree>
  </p:cSld>
  <p:clrMapOvr>
    <a:masterClrMapping/>
  </p:clrMapOvr>
</p:sldLayout>
</file>

<file path=ppt/slideLayouts/slideLayout1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type="secHead">
  <p:cSld name="SECTION_HEADER">
    <p:bg>
      <p:bgPr>
        <a:gradFill>
          <a:gsLst>
            <a:gs pos="0">
              <a:schemeClr val="accent2"/>
            </a:gs>
            <a:gs pos="100000">
              <a:schemeClr val="accent4"/>
            </a:gs>
          </a:gsLst>
          <a:lin ang="5400012" scaled="0"/>
        </a:gradFill>
      </p:bgPr>
    </p:bg>
    <p:spTree>
      <p:nvGrpSpPr>
        <p:cNvPr id="90" name="Shape 90"/>
        <p:cNvGrpSpPr/>
        <p:nvPr/>
      </p:nvGrpSpPr>
      <p:grpSpPr>
        <a:xfrm>
          <a:off x="0" y="0"/>
          <a:ext cx="0" cy="0"/>
          <a:chOff x="0" y="0"/>
          <a:chExt cx="0" cy="0"/>
        </a:xfrm>
      </p:grpSpPr>
      <p:sp>
        <p:nvSpPr>
          <p:cNvPr id="91" name="Google Shape;91;p19"/>
          <p:cNvSpPr/>
          <p:nvPr/>
        </p:nvSpPr>
        <p:spPr>
          <a:xfrm flipH="1" rot="5400000">
            <a:off x="-12" y="4128307"/>
            <a:ext cx="1015200" cy="1015200"/>
          </a:xfrm>
          <a:prstGeom prst="rtTriangle">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92" name="Google Shape;92;p19"/>
          <p:cNvSpPr txBox="1"/>
          <p:nvPr>
            <p:ph type="title"/>
          </p:nvPr>
        </p:nvSpPr>
        <p:spPr>
          <a:xfrm>
            <a:off x="598100" y="2152347"/>
            <a:ext cx="8222100" cy="838800"/>
          </a:xfrm>
          <a:prstGeom prst="rect">
            <a:avLst/>
          </a:prstGeom>
          <a:noFill/>
          <a:ln>
            <a:noFill/>
          </a:ln>
        </p:spPr>
        <p:txBody>
          <a:bodyPr anchorCtr="0" anchor="ctr" bIns="91425" lIns="91425" spcFirstLastPara="1" rIns="91425" wrap="square" tIns="91425">
            <a:normAutofit/>
          </a:bodyPr>
          <a:lstStyle>
            <a:lvl1pPr lvl="0" algn="l">
              <a:lnSpc>
                <a:spcPct val="100000"/>
              </a:lnSpc>
              <a:spcBef>
                <a:spcPts val="0"/>
              </a:spcBef>
              <a:spcAft>
                <a:spcPts val="0"/>
              </a:spcAft>
              <a:buClr>
                <a:schemeClr val="lt1"/>
              </a:buClr>
              <a:buSzPts val="4200"/>
              <a:buNone/>
              <a:defRPr sz="4200">
                <a:solidFill>
                  <a:schemeClr val="lt1"/>
                </a:solidFill>
              </a:defRPr>
            </a:lvl1pPr>
            <a:lvl2pPr lvl="1" algn="l">
              <a:lnSpc>
                <a:spcPct val="100000"/>
              </a:lnSpc>
              <a:spcBef>
                <a:spcPts val="0"/>
              </a:spcBef>
              <a:spcAft>
                <a:spcPts val="0"/>
              </a:spcAft>
              <a:buClr>
                <a:schemeClr val="lt1"/>
              </a:buClr>
              <a:buSzPts val="4200"/>
              <a:buNone/>
              <a:defRPr sz="4200">
                <a:solidFill>
                  <a:schemeClr val="lt1"/>
                </a:solidFill>
              </a:defRPr>
            </a:lvl2pPr>
            <a:lvl3pPr lvl="2" algn="l">
              <a:lnSpc>
                <a:spcPct val="100000"/>
              </a:lnSpc>
              <a:spcBef>
                <a:spcPts val="0"/>
              </a:spcBef>
              <a:spcAft>
                <a:spcPts val="0"/>
              </a:spcAft>
              <a:buClr>
                <a:schemeClr val="lt1"/>
              </a:buClr>
              <a:buSzPts val="4200"/>
              <a:buNone/>
              <a:defRPr sz="4200">
                <a:solidFill>
                  <a:schemeClr val="lt1"/>
                </a:solidFill>
              </a:defRPr>
            </a:lvl3pPr>
            <a:lvl4pPr lvl="3" algn="l">
              <a:lnSpc>
                <a:spcPct val="100000"/>
              </a:lnSpc>
              <a:spcBef>
                <a:spcPts val="0"/>
              </a:spcBef>
              <a:spcAft>
                <a:spcPts val="0"/>
              </a:spcAft>
              <a:buClr>
                <a:schemeClr val="lt1"/>
              </a:buClr>
              <a:buSzPts val="4200"/>
              <a:buNone/>
              <a:defRPr sz="4200">
                <a:solidFill>
                  <a:schemeClr val="lt1"/>
                </a:solidFill>
              </a:defRPr>
            </a:lvl4pPr>
            <a:lvl5pPr lvl="4" algn="l">
              <a:lnSpc>
                <a:spcPct val="100000"/>
              </a:lnSpc>
              <a:spcBef>
                <a:spcPts val="0"/>
              </a:spcBef>
              <a:spcAft>
                <a:spcPts val="0"/>
              </a:spcAft>
              <a:buClr>
                <a:schemeClr val="lt1"/>
              </a:buClr>
              <a:buSzPts val="4200"/>
              <a:buNone/>
              <a:defRPr sz="4200">
                <a:solidFill>
                  <a:schemeClr val="lt1"/>
                </a:solidFill>
              </a:defRPr>
            </a:lvl5pPr>
            <a:lvl6pPr lvl="5" algn="l">
              <a:lnSpc>
                <a:spcPct val="100000"/>
              </a:lnSpc>
              <a:spcBef>
                <a:spcPts val="0"/>
              </a:spcBef>
              <a:spcAft>
                <a:spcPts val="0"/>
              </a:spcAft>
              <a:buClr>
                <a:schemeClr val="lt1"/>
              </a:buClr>
              <a:buSzPts val="4200"/>
              <a:buNone/>
              <a:defRPr sz="4200">
                <a:solidFill>
                  <a:schemeClr val="lt1"/>
                </a:solidFill>
              </a:defRPr>
            </a:lvl6pPr>
            <a:lvl7pPr lvl="6" algn="l">
              <a:lnSpc>
                <a:spcPct val="100000"/>
              </a:lnSpc>
              <a:spcBef>
                <a:spcPts val="0"/>
              </a:spcBef>
              <a:spcAft>
                <a:spcPts val="0"/>
              </a:spcAft>
              <a:buClr>
                <a:schemeClr val="lt1"/>
              </a:buClr>
              <a:buSzPts val="4200"/>
              <a:buNone/>
              <a:defRPr sz="4200">
                <a:solidFill>
                  <a:schemeClr val="lt1"/>
                </a:solidFill>
              </a:defRPr>
            </a:lvl7pPr>
            <a:lvl8pPr lvl="7" algn="l">
              <a:lnSpc>
                <a:spcPct val="100000"/>
              </a:lnSpc>
              <a:spcBef>
                <a:spcPts val="0"/>
              </a:spcBef>
              <a:spcAft>
                <a:spcPts val="0"/>
              </a:spcAft>
              <a:buClr>
                <a:schemeClr val="lt1"/>
              </a:buClr>
              <a:buSzPts val="4200"/>
              <a:buNone/>
              <a:defRPr sz="4200">
                <a:solidFill>
                  <a:schemeClr val="lt1"/>
                </a:solidFill>
              </a:defRPr>
            </a:lvl8pPr>
            <a:lvl9pPr lvl="8" algn="l">
              <a:lnSpc>
                <a:spcPct val="100000"/>
              </a:lnSpc>
              <a:spcBef>
                <a:spcPts val="0"/>
              </a:spcBef>
              <a:spcAft>
                <a:spcPts val="0"/>
              </a:spcAft>
              <a:buClr>
                <a:schemeClr val="lt1"/>
              </a:buClr>
              <a:buSzPts val="4200"/>
              <a:buNone/>
              <a:defRPr sz="4200">
                <a:solidFill>
                  <a:schemeClr val="lt1"/>
                </a:solidFill>
              </a:defRPr>
            </a:lvl9pPr>
          </a:lstStyle>
          <a:p/>
        </p:txBody>
      </p:sp>
      <p:sp>
        <p:nvSpPr>
          <p:cNvPr id="93" name="Google Shape;93;p19"/>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pic>
        <p:nvPicPr>
          <p:cNvPr id="94" name="Google Shape;94;p19"/>
          <p:cNvPicPr preferRelativeResize="0"/>
          <p:nvPr/>
        </p:nvPicPr>
        <p:blipFill rotWithShape="1">
          <a:blip r:embed="rId2">
            <a:alphaModFix/>
          </a:blip>
          <a:srcRect b="0" l="0" r="0" t="0"/>
          <a:stretch/>
        </p:blipFill>
        <p:spPr>
          <a:xfrm>
            <a:off x="8128800" y="0"/>
            <a:ext cx="1015200" cy="1007953"/>
          </a:xfrm>
          <a:prstGeom prst="rect">
            <a:avLst/>
          </a:prstGeom>
          <a:noFill/>
          <a:ln>
            <a:noFill/>
          </a:ln>
        </p:spPr>
      </p:pic>
    </p:spTree>
  </p:cSld>
  <p:clrMapOvr>
    <a:masterClrMapping/>
  </p:clrMapOvr>
</p:sldLayout>
</file>

<file path=ppt/slideLayouts/slideLayout1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two columns" type="twoColTx">
  <p:cSld name="TITLE_AND_TWO_COLUMNS">
    <p:spTree>
      <p:nvGrpSpPr>
        <p:cNvPr id="95" name="Shape 95"/>
        <p:cNvGrpSpPr/>
        <p:nvPr/>
      </p:nvGrpSpPr>
      <p:grpSpPr>
        <a:xfrm>
          <a:off x="0" y="0"/>
          <a:ext cx="0" cy="0"/>
          <a:chOff x="0" y="0"/>
          <a:chExt cx="0" cy="0"/>
        </a:xfrm>
      </p:grpSpPr>
      <p:sp>
        <p:nvSpPr>
          <p:cNvPr id="96" name="Google Shape;96;p20"/>
          <p:cNvSpPr txBox="1"/>
          <p:nvPr>
            <p:ph type="title"/>
          </p:nvPr>
        </p:nvSpPr>
        <p:spPr>
          <a:xfrm>
            <a:off x="311700" y="410000"/>
            <a:ext cx="6614100" cy="607800"/>
          </a:xfrm>
          <a:prstGeom prst="rect">
            <a:avLst/>
          </a:prstGeom>
          <a:noFill/>
          <a:ln>
            <a:noFill/>
          </a:ln>
        </p:spPr>
        <p:txBody>
          <a:bodyPr anchorCtr="0" anchor="t" bIns="91425" lIns="91425" spcFirstLastPara="1" rIns="91425" wrap="square" tIns="91425">
            <a:normAutofit/>
          </a:bodyPr>
          <a:lstStyle>
            <a:lvl1pPr lvl="0" algn="l">
              <a:lnSpc>
                <a:spcPct val="100000"/>
              </a:lnSpc>
              <a:spcBef>
                <a:spcPts val="0"/>
              </a:spcBef>
              <a:spcAft>
                <a:spcPts val="0"/>
              </a:spcAft>
              <a:buSzPts val="3000"/>
              <a:buNone/>
              <a:defRPr/>
            </a:lvl1pPr>
            <a:lvl2pPr lvl="1" algn="l">
              <a:lnSpc>
                <a:spcPct val="100000"/>
              </a:lnSpc>
              <a:spcBef>
                <a:spcPts val="0"/>
              </a:spcBef>
              <a:spcAft>
                <a:spcPts val="0"/>
              </a:spcAft>
              <a:buSzPts val="3000"/>
              <a:buNone/>
              <a:defRPr/>
            </a:lvl2pPr>
            <a:lvl3pPr lvl="2" algn="l">
              <a:lnSpc>
                <a:spcPct val="100000"/>
              </a:lnSpc>
              <a:spcBef>
                <a:spcPts val="0"/>
              </a:spcBef>
              <a:spcAft>
                <a:spcPts val="0"/>
              </a:spcAft>
              <a:buSzPts val="3000"/>
              <a:buNone/>
              <a:defRPr/>
            </a:lvl3pPr>
            <a:lvl4pPr lvl="3" algn="l">
              <a:lnSpc>
                <a:spcPct val="100000"/>
              </a:lnSpc>
              <a:spcBef>
                <a:spcPts val="0"/>
              </a:spcBef>
              <a:spcAft>
                <a:spcPts val="0"/>
              </a:spcAft>
              <a:buSzPts val="3000"/>
              <a:buNone/>
              <a:defRPr/>
            </a:lvl4pPr>
            <a:lvl5pPr lvl="4" algn="l">
              <a:lnSpc>
                <a:spcPct val="100000"/>
              </a:lnSpc>
              <a:spcBef>
                <a:spcPts val="0"/>
              </a:spcBef>
              <a:spcAft>
                <a:spcPts val="0"/>
              </a:spcAft>
              <a:buSzPts val="3000"/>
              <a:buNone/>
              <a:defRPr/>
            </a:lvl5pPr>
            <a:lvl6pPr lvl="5" algn="l">
              <a:lnSpc>
                <a:spcPct val="100000"/>
              </a:lnSpc>
              <a:spcBef>
                <a:spcPts val="0"/>
              </a:spcBef>
              <a:spcAft>
                <a:spcPts val="0"/>
              </a:spcAft>
              <a:buSzPts val="3000"/>
              <a:buNone/>
              <a:defRPr/>
            </a:lvl6pPr>
            <a:lvl7pPr lvl="6" algn="l">
              <a:lnSpc>
                <a:spcPct val="100000"/>
              </a:lnSpc>
              <a:spcBef>
                <a:spcPts val="0"/>
              </a:spcBef>
              <a:spcAft>
                <a:spcPts val="0"/>
              </a:spcAft>
              <a:buSzPts val="3000"/>
              <a:buNone/>
              <a:defRPr/>
            </a:lvl7pPr>
            <a:lvl8pPr lvl="7" algn="l">
              <a:lnSpc>
                <a:spcPct val="100000"/>
              </a:lnSpc>
              <a:spcBef>
                <a:spcPts val="0"/>
              </a:spcBef>
              <a:spcAft>
                <a:spcPts val="0"/>
              </a:spcAft>
              <a:buSzPts val="3000"/>
              <a:buNone/>
              <a:defRPr/>
            </a:lvl8pPr>
            <a:lvl9pPr lvl="8" algn="l">
              <a:lnSpc>
                <a:spcPct val="100000"/>
              </a:lnSpc>
              <a:spcBef>
                <a:spcPts val="0"/>
              </a:spcBef>
              <a:spcAft>
                <a:spcPts val="0"/>
              </a:spcAft>
              <a:buSzPts val="3000"/>
              <a:buNone/>
              <a:defRPr/>
            </a:lvl9pPr>
          </a:lstStyle>
          <a:p/>
        </p:txBody>
      </p:sp>
      <p:sp>
        <p:nvSpPr>
          <p:cNvPr id="97" name="Google Shape;97;p20"/>
          <p:cNvSpPr txBox="1"/>
          <p:nvPr>
            <p:ph idx="1" type="body"/>
          </p:nvPr>
        </p:nvSpPr>
        <p:spPr>
          <a:xfrm>
            <a:off x="311700" y="1229975"/>
            <a:ext cx="3999900" cy="3339000"/>
          </a:xfrm>
          <a:prstGeom prst="rect">
            <a:avLst/>
          </a:prstGeom>
          <a:noFill/>
          <a:ln>
            <a:noFill/>
          </a:ln>
        </p:spPr>
        <p:txBody>
          <a:bodyPr anchorCtr="0" anchor="t" bIns="91425" lIns="91425" spcFirstLastPara="1" rIns="91425" wrap="square" tIns="91425">
            <a:normAutofit/>
          </a:bodyPr>
          <a:lstStyle>
            <a:lvl1pPr indent="-317500" lvl="0" marL="457200" algn="l">
              <a:lnSpc>
                <a:spcPct val="115000"/>
              </a:lnSpc>
              <a:spcBef>
                <a:spcPts val="0"/>
              </a:spcBef>
              <a:spcAft>
                <a:spcPts val="0"/>
              </a:spcAft>
              <a:buSzPts val="1400"/>
              <a:buChar char="●"/>
              <a:defRPr sz="1400"/>
            </a:lvl1pPr>
            <a:lvl2pPr indent="-304800" lvl="1" marL="914400" algn="l">
              <a:lnSpc>
                <a:spcPct val="115000"/>
              </a:lnSpc>
              <a:spcBef>
                <a:spcPts val="0"/>
              </a:spcBef>
              <a:spcAft>
                <a:spcPts val="0"/>
              </a:spcAft>
              <a:buSzPts val="1200"/>
              <a:buChar char="○"/>
              <a:defRPr sz="1200"/>
            </a:lvl2pPr>
            <a:lvl3pPr indent="-304800" lvl="2" marL="1371600" algn="l">
              <a:lnSpc>
                <a:spcPct val="115000"/>
              </a:lnSpc>
              <a:spcBef>
                <a:spcPts val="0"/>
              </a:spcBef>
              <a:spcAft>
                <a:spcPts val="0"/>
              </a:spcAft>
              <a:buSzPts val="1200"/>
              <a:buChar char="■"/>
              <a:defRPr sz="1200"/>
            </a:lvl3pPr>
            <a:lvl4pPr indent="-304800" lvl="3" marL="1828800" algn="l">
              <a:lnSpc>
                <a:spcPct val="115000"/>
              </a:lnSpc>
              <a:spcBef>
                <a:spcPts val="0"/>
              </a:spcBef>
              <a:spcAft>
                <a:spcPts val="0"/>
              </a:spcAft>
              <a:buSzPts val="1200"/>
              <a:buChar char="●"/>
              <a:defRPr sz="1200"/>
            </a:lvl4pPr>
            <a:lvl5pPr indent="-304800" lvl="4" marL="2286000" algn="l">
              <a:lnSpc>
                <a:spcPct val="115000"/>
              </a:lnSpc>
              <a:spcBef>
                <a:spcPts val="0"/>
              </a:spcBef>
              <a:spcAft>
                <a:spcPts val="0"/>
              </a:spcAft>
              <a:buSzPts val="1200"/>
              <a:buChar char="○"/>
              <a:defRPr sz="1200"/>
            </a:lvl5pPr>
            <a:lvl6pPr indent="-304800" lvl="5" marL="2743200" algn="l">
              <a:lnSpc>
                <a:spcPct val="115000"/>
              </a:lnSpc>
              <a:spcBef>
                <a:spcPts val="0"/>
              </a:spcBef>
              <a:spcAft>
                <a:spcPts val="0"/>
              </a:spcAft>
              <a:buSzPts val="1200"/>
              <a:buChar char="■"/>
              <a:defRPr sz="1200"/>
            </a:lvl6pPr>
            <a:lvl7pPr indent="-304800" lvl="6" marL="3200400" algn="l">
              <a:lnSpc>
                <a:spcPct val="115000"/>
              </a:lnSpc>
              <a:spcBef>
                <a:spcPts val="0"/>
              </a:spcBef>
              <a:spcAft>
                <a:spcPts val="0"/>
              </a:spcAft>
              <a:buSzPts val="1200"/>
              <a:buChar char="●"/>
              <a:defRPr sz="1200"/>
            </a:lvl7pPr>
            <a:lvl8pPr indent="-304800" lvl="7" marL="3657600" algn="l">
              <a:lnSpc>
                <a:spcPct val="115000"/>
              </a:lnSpc>
              <a:spcBef>
                <a:spcPts val="0"/>
              </a:spcBef>
              <a:spcAft>
                <a:spcPts val="0"/>
              </a:spcAft>
              <a:buSzPts val="1200"/>
              <a:buChar char="○"/>
              <a:defRPr sz="1200"/>
            </a:lvl8pPr>
            <a:lvl9pPr indent="-304800" lvl="8" marL="4114800" algn="l">
              <a:lnSpc>
                <a:spcPct val="115000"/>
              </a:lnSpc>
              <a:spcBef>
                <a:spcPts val="0"/>
              </a:spcBef>
              <a:spcAft>
                <a:spcPts val="0"/>
              </a:spcAft>
              <a:buSzPts val="1200"/>
              <a:buChar char="■"/>
              <a:defRPr sz="1200"/>
            </a:lvl9pPr>
          </a:lstStyle>
          <a:p/>
        </p:txBody>
      </p:sp>
      <p:sp>
        <p:nvSpPr>
          <p:cNvPr id="98" name="Google Shape;98;p20"/>
          <p:cNvSpPr txBox="1"/>
          <p:nvPr>
            <p:ph idx="2" type="body"/>
          </p:nvPr>
        </p:nvSpPr>
        <p:spPr>
          <a:xfrm>
            <a:off x="4832400" y="1229975"/>
            <a:ext cx="3999900" cy="3339000"/>
          </a:xfrm>
          <a:prstGeom prst="rect">
            <a:avLst/>
          </a:prstGeom>
          <a:noFill/>
          <a:ln>
            <a:noFill/>
          </a:ln>
        </p:spPr>
        <p:txBody>
          <a:bodyPr anchorCtr="0" anchor="t" bIns="91425" lIns="91425" spcFirstLastPara="1" rIns="91425" wrap="square" tIns="91425">
            <a:normAutofit/>
          </a:bodyPr>
          <a:lstStyle>
            <a:lvl1pPr indent="-317500" lvl="0" marL="457200" algn="l">
              <a:lnSpc>
                <a:spcPct val="115000"/>
              </a:lnSpc>
              <a:spcBef>
                <a:spcPts val="0"/>
              </a:spcBef>
              <a:spcAft>
                <a:spcPts val="0"/>
              </a:spcAft>
              <a:buSzPts val="1400"/>
              <a:buChar char="●"/>
              <a:defRPr sz="1400"/>
            </a:lvl1pPr>
            <a:lvl2pPr indent="-304800" lvl="1" marL="914400" algn="l">
              <a:lnSpc>
                <a:spcPct val="115000"/>
              </a:lnSpc>
              <a:spcBef>
                <a:spcPts val="0"/>
              </a:spcBef>
              <a:spcAft>
                <a:spcPts val="0"/>
              </a:spcAft>
              <a:buSzPts val="1200"/>
              <a:buChar char="○"/>
              <a:defRPr sz="1200"/>
            </a:lvl2pPr>
            <a:lvl3pPr indent="-304800" lvl="2" marL="1371600" algn="l">
              <a:lnSpc>
                <a:spcPct val="115000"/>
              </a:lnSpc>
              <a:spcBef>
                <a:spcPts val="0"/>
              </a:spcBef>
              <a:spcAft>
                <a:spcPts val="0"/>
              </a:spcAft>
              <a:buSzPts val="1200"/>
              <a:buChar char="■"/>
              <a:defRPr sz="1200"/>
            </a:lvl3pPr>
            <a:lvl4pPr indent="-304800" lvl="3" marL="1828800" algn="l">
              <a:lnSpc>
                <a:spcPct val="115000"/>
              </a:lnSpc>
              <a:spcBef>
                <a:spcPts val="0"/>
              </a:spcBef>
              <a:spcAft>
                <a:spcPts val="0"/>
              </a:spcAft>
              <a:buSzPts val="1200"/>
              <a:buChar char="●"/>
              <a:defRPr sz="1200"/>
            </a:lvl4pPr>
            <a:lvl5pPr indent="-304800" lvl="4" marL="2286000" algn="l">
              <a:lnSpc>
                <a:spcPct val="115000"/>
              </a:lnSpc>
              <a:spcBef>
                <a:spcPts val="0"/>
              </a:spcBef>
              <a:spcAft>
                <a:spcPts val="0"/>
              </a:spcAft>
              <a:buSzPts val="1200"/>
              <a:buChar char="○"/>
              <a:defRPr sz="1200"/>
            </a:lvl5pPr>
            <a:lvl6pPr indent="-304800" lvl="5" marL="2743200" algn="l">
              <a:lnSpc>
                <a:spcPct val="115000"/>
              </a:lnSpc>
              <a:spcBef>
                <a:spcPts val="0"/>
              </a:spcBef>
              <a:spcAft>
                <a:spcPts val="0"/>
              </a:spcAft>
              <a:buSzPts val="1200"/>
              <a:buChar char="■"/>
              <a:defRPr sz="1200"/>
            </a:lvl6pPr>
            <a:lvl7pPr indent="-304800" lvl="6" marL="3200400" algn="l">
              <a:lnSpc>
                <a:spcPct val="115000"/>
              </a:lnSpc>
              <a:spcBef>
                <a:spcPts val="0"/>
              </a:spcBef>
              <a:spcAft>
                <a:spcPts val="0"/>
              </a:spcAft>
              <a:buSzPts val="1200"/>
              <a:buChar char="●"/>
              <a:defRPr sz="1200"/>
            </a:lvl7pPr>
            <a:lvl8pPr indent="-304800" lvl="7" marL="3657600" algn="l">
              <a:lnSpc>
                <a:spcPct val="115000"/>
              </a:lnSpc>
              <a:spcBef>
                <a:spcPts val="0"/>
              </a:spcBef>
              <a:spcAft>
                <a:spcPts val="0"/>
              </a:spcAft>
              <a:buSzPts val="1200"/>
              <a:buChar char="○"/>
              <a:defRPr sz="1200"/>
            </a:lvl8pPr>
            <a:lvl9pPr indent="-304800" lvl="8" marL="4114800" algn="l">
              <a:lnSpc>
                <a:spcPct val="115000"/>
              </a:lnSpc>
              <a:spcBef>
                <a:spcPts val="0"/>
              </a:spcBef>
              <a:spcAft>
                <a:spcPts val="0"/>
              </a:spcAft>
              <a:buSzPts val="1200"/>
              <a:buChar char="■"/>
              <a:defRPr sz="1200"/>
            </a:lvl9pPr>
          </a:lstStyle>
          <a:p/>
        </p:txBody>
      </p:sp>
      <p:sp>
        <p:nvSpPr>
          <p:cNvPr id="99" name="Google Shape;99;p20"/>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grpSp>
        <p:nvGrpSpPr>
          <p:cNvPr id="100" name="Google Shape;100;p20"/>
          <p:cNvGrpSpPr/>
          <p:nvPr/>
        </p:nvGrpSpPr>
        <p:grpSpPr>
          <a:xfrm>
            <a:off x="6971838" y="-12"/>
            <a:ext cx="2174881" cy="1450030"/>
            <a:chOff x="6098378" y="5"/>
            <a:chExt cx="3045625" cy="2030570"/>
          </a:xfrm>
        </p:grpSpPr>
        <p:sp>
          <p:nvSpPr>
            <p:cNvPr id="101" name="Google Shape;101;p20"/>
            <p:cNvSpPr/>
            <p:nvPr/>
          </p:nvSpPr>
          <p:spPr>
            <a:xfrm>
              <a:off x="8128803" y="16"/>
              <a:ext cx="1015200" cy="1015200"/>
            </a:xfrm>
            <a:prstGeom prst="rect">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02" name="Google Shape;102;p20"/>
            <p:cNvSpPr/>
            <p:nvPr/>
          </p:nvSpPr>
          <p:spPr>
            <a:xfrm flipH="1">
              <a:off x="7113463" y="5"/>
              <a:ext cx="1015200" cy="1015200"/>
            </a:xfrm>
            <a:prstGeom prst="rtTriangle">
              <a:avLst/>
            </a:prstGeom>
            <a:solidFill>
              <a:schemeClr val="l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03" name="Google Shape;103;p20"/>
            <p:cNvSpPr/>
            <p:nvPr/>
          </p:nvSpPr>
          <p:spPr>
            <a:xfrm rot="10800000">
              <a:off x="6098378" y="97"/>
              <a:ext cx="1015200" cy="1015200"/>
            </a:xfrm>
            <a:prstGeom prst="rtTriangle">
              <a:avLst/>
            </a:prstGeom>
            <a:solidFill>
              <a:schemeClr val="l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04" name="Google Shape;104;p20"/>
            <p:cNvSpPr/>
            <p:nvPr/>
          </p:nvSpPr>
          <p:spPr>
            <a:xfrm rot="10800000">
              <a:off x="8128789" y="1015375"/>
              <a:ext cx="1015200" cy="1015200"/>
            </a:xfrm>
            <a:prstGeom prst="rtTriangle">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pic>
        <p:nvPicPr>
          <p:cNvPr id="105" name="Google Shape;105;p20"/>
          <p:cNvPicPr preferRelativeResize="0"/>
          <p:nvPr/>
        </p:nvPicPr>
        <p:blipFill rotWithShape="1">
          <a:blip r:embed="rId2">
            <a:alphaModFix/>
          </a:blip>
          <a:srcRect b="0" l="0" r="0" t="0"/>
          <a:stretch/>
        </p:blipFill>
        <p:spPr>
          <a:xfrm>
            <a:off x="8675950" y="0"/>
            <a:ext cx="470775" cy="470775"/>
          </a:xfrm>
          <a:prstGeom prst="rect">
            <a:avLst/>
          </a:prstGeom>
          <a:noFill/>
          <a:ln>
            <a:noFill/>
          </a:ln>
        </p:spPr>
      </p:pic>
      <p:pic>
        <p:nvPicPr>
          <p:cNvPr id="106" name="Google Shape;106;p20"/>
          <p:cNvPicPr preferRelativeResize="0"/>
          <p:nvPr/>
        </p:nvPicPr>
        <p:blipFill>
          <a:blip r:embed="rId3">
            <a:alphaModFix/>
          </a:blip>
          <a:stretch>
            <a:fillRect/>
          </a:stretch>
        </p:blipFill>
        <p:spPr>
          <a:xfrm>
            <a:off x="190331" y="4614328"/>
            <a:ext cx="2575265" cy="393600"/>
          </a:xfrm>
          <a:prstGeom prst="rect">
            <a:avLst/>
          </a:prstGeom>
          <a:noFill/>
          <a:ln>
            <a:noFill/>
          </a:ln>
        </p:spPr>
      </p:pic>
    </p:spTree>
  </p:cSld>
  <p:clrMapOvr>
    <a:masterClrMapping/>
  </p:clrMapOvr>
</p:sldLayout>
</file>

<file path=ppt/slideLayouts/slideLayout1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body" type="tx">
  <p:cSld name="TITLE_AND_BODY">
    <p:spTree>
      <p:nvGrpSpPr>
        <p:cNvPr id="107" name="Shape 107"/>
        <p:cNvGrpSpPr/>
        <p:nvPr/>
      </p:nvGrpSpPr>
      <p:grpSpPr>
        <a:xfrm>
          <a:off x="0" y="0"/>
          <a:ext cx="0" cy="0"/>
          <a:chOff x="0" y="0"/>
          <a:chExt cx="0" cy="0"/>
        </a:xfrm>
      </p:grpSpPr>
      <p:sp>
        <p:nvSpPr>
          <p:cNvPr id="108" name="Google Shape;108;p21"/>
          <p:cNvSpPr/>
          <p:nvPr/>
        </p:nvSpPr>
        <p:spPr>
          <a:xfrm>
            <a:off x="8432941" y="4431167"/>
            <a:ext cx="724200" cy="724200"/>
          </a:xfrm>
          <a:prstGeom prst="rect">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09" name="Google Shape;109;p21"/>
          <p:cNvSpPr/>
          <p:nvPr/>
        </p:nvSpPr>
        <p:spPr>
          <a:xfrm rot="10800000">
            <a:off x="7701526" y="4431200"/>
            <a:ext cx="731400" cy="730500"/>
          </a:xfrm>
          <a:prstGeom prst="rtTriangle">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10" name="Google Shape;110;p21"/>
          <p:cNvSpPr txBox="1"/>
          <p:nvPr>
            <p:ph type="title"/>
          </p:nvPr>
        </p:nvSpPr>
        <p:spPr>
          <a:xfrm>
            <a:off x="311700" y="410000"/>
            <a:ext cx="8520600" cy="607800"/>
          </a:xfrm>
          <a:prstGeom prst="rect">
            <a:avLst/>
          </a:prstGeom>
          <a:noFill/>
          <a:ln>
            <a:noFill/>
          </a:ln>
        </p:spPr>
        <p:txBody>
          <a:bodyPr anchorCtr="0" anchor="t" bIns="91425" lIns="91425" spcFirstLastPara="1" rIns="91425" wrap="square" tIns="91425">
            <a:normAutofit/>
          </a:bodyPr>
          <a:lstStyle>
            <a:lvl1pPr lvl="0" algn="l">
              <a:lnSpc>
                <a:spcPct val="100000"/>
              </a:lnSpc>
              <a:spcBef>
                <a:spcPts val="0"/>
              </a:spcBef>
              <a:spcAft>
                <a:spcPts val="0"/>
              </a:spcAft>
              <a:buSzPts val="3000"/>
              <a:buNone/>
              <a:defRPr/>
            </a:lvl1pPr>
            <a:lvl2pPr lvl="1" algn="l">
              <a:lnSpc>
                <a:spcPct val="100000"/>
              </a:lnSpc>
              <a:spcBef>
                <a:spcPts val="0"/>
              </a:spcBef>
              <a:spcAft>
                <a:spcPts val="0"/>
              </a:spcAft>
              <a:buSzPts val="3000"/>
              <a:buNone/>
              <a:defRPr/>
            </a:lvl2pPr>
            <a:lvl3pPr lvl="2" algn="l">
              <a:lnSpc>
                <a:spcPct val="100000"/>
              </a:lnSpc>
              <a:spcBef>
                <a:spcPts val="0"/>
              </a:spcBef>
              <a:spcAft>
                <a:spcPts val="0"/>
              </a:spcAft>
              <a:buSzPts val="3000"/>
              <a:buNone/>
              <a:defRPr/>
            </a:lvl3pPr>
            <a:lvl4pPr lvl="3" algn="l">
              <a:lnSpc>
                <a:spcPct val="100000"/>
              </a:lnSpc>
              <a:spcBef>
                <a:spcPts val="0"/>
              </a:spcBef>
              <a:spcAft>
                <a:spcPts val="0"/>
              </a:spcAft>
              <a:buSzPts val="3000"/>
              <a:buNone/>
              <a:defRPr/>
            </a:lvl4pPr>
            <a:lvl5pPr lvl="4" algn="l">
              <a:lnSpc>
                <a:spcPct val="100000"/>
              </a:lnSpc>
              <a:spcBef>
                <a:spcPts val="0"/>
              </a:spcBef>
              <a:spcAft>
                <a:spcPts val="0"/>
              </a:spcAft>
              <a:buSzPts val="3000"/>
              <a:buNone/>
              <a:defRPr/>
            </a:lvl5pPr>
            <a:lvl6pPr lvl="5" algn="l">
              <a:lnSpc>
                <a:spcPct val="100000"/>
              </a:lnSpc>
              <a:spcBef>
                <a:spcPts val="0"/>
              </a:spcBef>
              <a:spcAft>
                <a:spcPts val="0"/>
              </a:spcAft>
              <a:buSzPts val="3000"/>
              <a:buNone/>
              <a:defRPr/>
            </a:lvl6pPr>
            <a:lvl7pPr lvl="6" algn="l">
              <a:lnSpc>
                <a:spcPct val="100000"/>
              </a:lnSpc>
              <a:spcBef>
                <a:spcPts val="0"/>
              </a:spcBef>
              <a:spcAft>
                <a:spcPts val="0"/>
              </a:spcAft>
              <a:buSzPts val="3000"/>
              <a:buNone/>
              <a:defRPr/>
            </a:lvl7pPr>
            <a:lvl8pPr lvl="7" algn="l">
              <a:lnSpc>
                <a:spcPct val="100000"/>
              </a:lnSpc>
              <a:spcBef>
                <a:spcPts val="0"/>
              </a:spcBef>
              <a:spcAft>
                <a:spcPts val="0"/>
              </a:spcAft>
              <a:buSzPts val="3000"/>
              <a:buNone/>
              <a:defRPr/>
            </a:lvl8pPr>
            <a:lvl9pPr lvl="8" algn="l">
              <a:lnSpc>
                <a:spcPct val="100000"/>
              </a:lnSpc>
              <a:spcBef>
                <a:spcPts val="0"/>
              </a:spcBef>
              <a:spcAft>
                <a:spcPts val="0"/>
              </a:spcAft>
              <a:buSzPts val="3000"/>
              <a:buNone/>
              <a:defRPr/>
            </a:lvl9pPr>
          </a:lstStyle>
          <a:p/>
        </p:txBody>
      </p:sp>
      <p:sp>
        <p:nvSpPr>
          <p:cNvPr id="111" name="Google Shape;111;p21"/>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sp>
        <p:nvSpPr>
          <p:cNvPr id="112" name="Google Shape;112;p21"/>
          <p:cNvSpPr/>
          <p:nvPr/>
        </p:nvSpPr>
        <p:spPr>
          <a:xfrm>
            <a:off x="8418600" y="0"/>
            <a:ext cx="725400" cy="725400"/>
          </a:xfrm>
          <a:prstGeom prst="rect">
            <a:avLst/>
          </a:prstGeom>
          <a:solidFill>
            <a:schemeClr val="accent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13" name="Google Shape;113;p21"/>
          <p:cNvSpPr txBox="1"/>
          <p:nvPr>
            <p:ph idx="1" type="body"/>
          </p:nvPr>
        </p:nvSpPr>
        <p:spPr>
          <a:xfrm>
            <a:off x="280350" y="1266450"/>
            <a:ext cx="8520600" cy="3339000"/>
          </a:xfrm>
          <a:prstGeom prst="rect">
            <a:avLst/>
          </a:prstGeom>
          <a:noFill/>
          <a:ln>
            <a:noFill/>
          </a:ln>
        </p:spPr>
        <p:txBody>
          <a:bodyPr anchorCtr="0" anchor="t" bIns="91425" lIns="91425" spcFirstLastPara="1" rIns="91425" wrap="square" tIns="91425">
            <a:normAutofit/>
          </a:bodyPr>
          <a:lstStyle>
            <a:lvl1pPr indent="-342900" lvl="0" marL="457200" algn="l">
              <a:lnSpc>
                <a:spcPct val="115000"/>
              </a:lnSpc>
              <a:spcBef>
                <a:spcPts val="0"/>
              </a:spcBef>
              <a:spcAft>
                <a:spcPts val="0"/>
              </a:spcAft>
              <a:buSzPts val="1800"/>
              <a:buChar char="●"/>
              <a:defRPr/>
            </a:lvl1pPr>
            <a:lvl2pPr indent="-317500" lvl="1" marL="914400" algn="l">
              <a:lnSpc>
                <a:spcPct val="115000"/>
              </a:lnSpc>
              <a:spcBef>
                <a:spcPts val="0"/>
              </a:spcBef>
              <a:spcAft>
                <a:spcPts val="0"/>
              </a:spcAft>
              <a:buSzPts val="1400"/>
              <a:buChar char="○"/>
              <a:defRPr/>
            </a:lvl2pPr>
            <a:lvl3pPr indent="-317500" lvl="2" marL="1371600" algn="l">
              <a:lnSpc>
                <a:spcPct val="115000"/>
              </a:lnSpc>
              <a:spcBef>
                <a:spcPts val="0"/>
              </a:spcBef>
              <a:spcAft>
                <a:spcPts val="0"/>
              </a:spcAft>
              <a:buSzPts val="1400"/>
              <a:buChar char="■"/>
              <a:defRPr/>
            </a:lvl3pPr>
            <a:lvl4pPr indent="-317500" lvl="3" marL="1828800" algn="l">
              <a:lnSpc>
                <a:spcPct val="115000"/>
              </a:lnSpc>
              <a:spcBef>
                <a:spcPts val="0"/>
              </a:spcBef>
              <a:spcAft>
                <a:spcPts val="0"/>
              </a:spcAft>
              <a:buSzPts val="1400"/>
              <a:buChar char="●"/>
              <a:defRPr/>
            </a:lvl4pPr>
            <a:lvl5pPr indent="-317500" lvl="4" marL="2286000" algn="l">
              <a:lnSpc>
                <a:spcPct val="115000"/>
              </a:lnSpc>
              <a:spcBef>
                <a:spcPts val="0"/>
              </a:spcBef>
              <a:spcAft>
                <a:spcPts val="0"/>
              </a:spcAft>
              <a:buSzPts val="1400"/>
              <a:buChar char="○"/>
              <a:defRPr/>
            </a:lvl5pPr>
            <a:lvl6pPr indent="-317500" lvl="5" marL="2743200" algn="l">
              <a:lnSpc>
                <a:spcPct val="115000"/>
              </a:lnSpc>
              <a:spcBef>
                <a:spcPts val="0"/>
              </a:spcBef>
              <a:spcAft>
                <a:spcPts val="0"/>
              </a:spcAft>
              <a:buSzPts val="1400"/>
              <a:buChar char="■"/>
              <a:defRPr/>
            </a:lvl6pPr>
            <a:lvl7pPr indent="-317500" lvl="6" marL="3200400" algn="l">
              <a:lnSpc>
                <a:spcPct val="115000"/>
              </a:lnSpc>
              <a:spcBef>
                <a:spcPts val="0"/>
              </a:spcBef>
              <a:spcAft>
                <a:spcPts val="0"/>
              </a:spcAft>
              <a:buSzPts val="1400"/>
              <a:buChar char="●"/>
              <a:defRPr/>
            </a:lvl7pPr>
            <a:lvl8pPr indent="-317500" lvl="7" marL="3657600" algn="l">
              <a:lnSpc>
                <a:spcPct val="115000"/>
              </a:lnSpc>
              <a:spcBef>
                <a:spcPts val="0"/>
              </a:spcBef>
              <a:spcAft>
                <a:spcPts val="0"/>
              </a:spcAft>
              <a:buSzPts val="1400"/>
              <a:buChar char="○"/>
              <a:defRPr/>
            </a:lvl8pPr>
            <a:lvl9pPr indent="-317500" lvl="8" marL="4114800" algn="l">
              <a:lnSpc>
                <a:spcPct val="115000"/>
              </a:lnSpc>
              <a:spcBef>
                <a:spcPts val="0"/>
              </a:spcBef>
              <a:spcAft>
                <a:spcPts val="0"/>
              </a:spcAft>
              <a:buSzPts val="1400"/>
              <a:buChar char="■"/>
              <a:defRPr/>
            </a:lvl9pPr>
          </a:lstStyle>
          <a:p/>
        </p:txBody>
      </p:sp>
      <p:pic>
        <p:nvPicPr>
          <p:cNvPr id="114" name="Google Shape;114;p21"/>
          <p:cNvPicPr preferRelativeResize="0"/>
          <p:nvPr/>
        </p:nvPicPr>
        <p:blipFill>
          <a:blip r:embed="rId2">
            <a:alphaModFix/>
          </a:blip>
          <a:stretch>
            <a:fillRect/>
          </a:stretch>
        </p:blipFill>
        <p:spPr>
          <a:xfrm>
            <a:off x="190331" y="4614328"/>
            <a:ext cx="2575265" cy="393600"/>
          </a:xfrm>
          <a:prstGeom prst="rect">
            <a:avLst/>
          </a:prstGeom>
          <a:noFill/>
          <a:ln>
            <a:noFill/>
          </a:ln>
        </p:spPr>
      </p:pic>
    </p:spTree>
  </p:cSld>
  <p:clrMapOvr>
    <a:masterClrMapping/>
  </p:clrMapOvr>
</p:sldLayout>
</file>

<file path=ppt/slideLayouts/slideLayout2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Project Update">
  <p:cSld name="TITLE_AND_BODY_1">
    <p:spTree>
      <p:nvGrpSpPr>
        <p:cNvPr id="115" name="Shape 115"/>
        <p:cNvGrpSpPr/>
        <p:nvPr/>
      </p:nvGrpSpPr>
      <p:grpSpPr>
        <a:xfrm>
          <a:off x="0" y="0"/>
          <a:ext cx="0" cy="0"/>
          <a:chOff x="0" y="0"/>
          <a:chExt cx="0" cy="0"/>
        </a:xfrm>
      </p:grpSpPr>
      <p:sp>
        <p:nvSpPr>
          <p:cNvPr id="116" name="Google Shape;116;p22"/>
          <p:cNvSpPr/>
          <p:nvPr/>
        </p:nvSpPr>
        <p:spPr>
          <a:xfrm>
            <a:off x="8432941" y="4431167"/>
            <a:ext cx="724200" cy="724200"/>
          </a:xfrm>
          <a:prstGeom prst="rect">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17" name="Google Shape;117;p22"/>
          <p:cNvSpPr/>
          <p:nvPr/>
        </p:nvSpPr>
        <p:spPr>
          <a:xfrm rot="10800000">
            <a:off x="7701526" y="4431200"/>
            <a:ext cx="731400" cy="730500"/>
          </a:xfrm>
          <a:prstGeom prst="rtTriangle">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18" name="Google Shape;118;p22"/>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sp>
        <p:nvSpPr>
          <p:cNvPr id="119" name="Google Shape;119;p22"/>
          <p:cNvSpPr/>
          <p:nvPr/>
        </p:nvSpPr>
        <p:spPr>
          <a:xfrm>
            <a:off x="8418600" y="0"/>
            <a:ext cx="725400" cy="725400"/>
          </a:xfrm>
          <a:prstGeom prst="rect">
            <a:avLst/>
          </a:prstGeom>
          <a:solidFill>
            <a:schemeClr val="accent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20" name="Google Shape;120;p22"/>
          <p:cNvSpPr txBox="1"/>
          <p:nvPr>
            <p:ph idx="1" type="body"/>
          </p:nvPr>
        </p:nvSpPr>
        <p:spPr>
          <a:xfrm>
            <a:off x="280350" y="360000"/>
            <a:ext cx="3704700" cy="4245300"/>
          </a:xfrm>
          <a:prstGeom prst="rect">
            <a:avLst/>
          </a:prstGeom>
          <a:noFill/>
          <a:ln>
            <a:noFill/>
          </a:ln>
        </p:spPr>
        <p:txBody>
          <a:bodyPr anchorCtr="0" anchor="t" bIns="91425" lIns="91425" spcFirstLastPara="1" rIns="91425" wrap="square" tIns="91425">
            <a:normAutofit/>
          </a:bodyPr>
          <a:lstStyle>
            <a:lvl1pPr indent="-342900" lvl="0" marL="457200" rtl="0" algn="l">
              <a:lnSpc>
                <a:spcPct val="115000"/>
              </a:lnSpc>
              <a:spcBef>
                <a:spcPts val="0"/>
              </a:spcBef>
              <a:spcAft>
                <a:spcPts val="0"/>
              </a:spcAft>
              <a:buSzPts val="1800"/>
              <a:buChar char="●"/>
              <a:defRPr/>
            </a:lvl1pPr>
            <a:lvl2pPr indent="-317500" lvl="1" marL="914400" rtl="0" algn="l">
              <a:lnSpc>
                <a:spcPct val="115000"/>
              </a:lnSpc>
              <a:spcBef>
                <a:spcPts val="0"/>
              </a:spcBef>
              <a:spcAft>
                <a:spcPts val="0"/>
              </a:spcAft>
              <a:buSzPts val="1400"/>
              <a:buChar char="○"/>
              <a:defRPr/>
            </a:lvl2pPr>
            <a:lvl3pPr indent="-317500" lvl="2" marL="1371600" rtl="0" algn="l">
              <a:lnSpc>
                <a:spcPct val="115000"/>
              </a:lnSpc>
              <a:spcBef>
                <a:spcPts val="0"/>
              </a:spcBef>
              <a:spcAft>
                <a:spcPts val="0"/>
              </a:spcAft>
              <a:buSzPts val="1400"/>
              <a:buChar char="■"/>
              <a:defRPr/>
            </a:lvl3pPr>
            <a:lvl4pPr indent="-317500" lvl="3" marL="1828800" rtl="0" algn="l">
              <a:lnSpc>
                <a:spcPct val="115000"/>
              </a:lnSpc>
              <a:spcBef>
                <a:spcPts val="0"/>
              </a:spcBef>
              <a:spcAft>
                <a:spcPts val="0"/>
              </a:spcAft>
              <a:buSzPts val="1400"/>
              <a:buChar char="●"/>
              <a:defRPr/>
            </a:lvl4pPr>
            <a:lvl5pPr indent="-317500" lvl="4" marL="2286000" rtl="0" algn="l">
              <a:lnSpc>
                <a:spcPct val="115000"/>
              </a:lnSpc>
              <a:spcBef>
                <a:spcPts val="0"/>
              </a:spcBef>
              <a:spcAft>
                <a:spcPts val="0"/>
              </a:spcAft>
              <a:buSzPts val="1400"/>
              <a:buChar char="○"/>
              <a:defRPr/>
            </a:lvl5pPr>
            <a:lvl6pPr indent="-317500" lvl="5" marL="2743200" rtl="0" algn="l">
              <a:lnSpc>
                <a:spcPct val="115000"/>
              </a:lnSpc>
              <a:spcBef>
                <a:spcPts val="0"/>
              </a:spcBef>
              <a:spcAft>
                <a:spcPts val="0"/>
              </a:spcAft>
              <a:buSzPts val="1400"/>
              <a:buChar char="■"/>
              <a:defRPr/>
            </a:lvl6pPr>
            <a:lvl7pPr indent="-317500" lvl="6" marL="3200400" rtl="0" algn="l">
              <a:lnSpc>
                <a:spcPct val="115000"/>
              </a:lnSpc>
              <a:spcBef>
                <a:spcPts val="0"/>
              </a:spcBef>
              <a:spcAft>
                <a:spcPts val="0"/>
              </a:spcAft>
              <a:buSzPts val="1400"/>
              <a:buChar char="●"/>
              <a:defRPr/>
            </a:lvl7pPr>
            <a:lvl8pPr indent="-317500" lvl="7" marL="3657600" rtl="0" algn="l">
              <a:lnSpc>
                <a:spcPct val="115000"/>
              </a:lnSpc>
              <a:spcBef>
                <a:spcPts val="0"/>
              </a:spcBef>
              <a:spcAft>
                <a:spcPts val="0"/>
              </a:spcAft>
              <a:buSzPts val="1400"/>
              <a:buChar char="○"/>
              <a:defRPr/>
            </a:lvl8pPr>
            <a:lvl9pPr indent="-317500" lvl="8" marL="4114800" rtl="0" algn="l">
              <a:lnSpc>
                <a:spcPct val="115000"/>
              </a:lnSpc>
              <a:spcBef>
                <a:spcPts val="0"/>
              </a:spcBef>
              <a:spcAft>
                <a:spcPts val="0"/>
              </a:spcAft>
              <a:buSzPts val="1400"/>
              <a:buChar char="■"/>
              <a:defRPr/>
            </a:lvl9pPr>
          </a:lstStyle>
          <a:p/>
        </p:txBody>
      </p:sp>
      <p:pic>
        <p:nvPicPr>
          <p:cNvPr id="121" name="Google Shape;121;p22"/>
          <p:cNvPicPr preferRelativeResize="0"/>
          <p:nvPr/>
        </p:nvPicPr>
        <p:blipFill>
          <a:blip r:embed="rId2">
            <a:alphaModFix/>
          </a:blip>
          <a:stretch>
            <a:fillRect/>
          </a:stretch>
        </p:blipFill>
        <p:spPr>
          <a:xfrm>
            <a:off x="190331" y="4614328"/>
            <a:ext cx="2575265" cy="393600"/>
          </a:xfrm>
          <a:prstGeom prst="rect">
            <a:avLst/>
          </a:prstGeom>
          <a:noFill/>
          <a:ln>
            <a:noFill/>
          </a:ln>
        </p:spPr>
      </p:pic>
      <p:sp>
        <p:nvSpPr>
          <p:cNvPr id="122" name="Google Shape;122;p22"/>
          <p:cNvSpPr/>
          <p:nvPr/>
        </p:nvSpPr>
        <p:spPr>
          <a:xfrm>
            <a:off x="4085225" y="2682550"/>
            <a:ext cx="1600200" cy="1600200"/>
          </a:xfrm>
          <a:prstGeom prst="rect">
            <a:avLst/>
          </a:prstGeom>
          <a:solidFill>
            <a:srgbClr val="009ADE"/>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23" name="Google Shape;123;p22"/>
          <p:cNvSpPr/>
          <p:nvPr/>
        </p:nvSpPr>
        <p:spPr>
          <a:xfrm>
            <a:off x="5785475" y="2682550"/>
            <a:ext cx="1600200" cy="1600200"/>
          </a:xfrm>
          <a:prstGeom prst="rect">
            <a:avLst/>
          </a:prstGeom>
          <a:solidFill>
            <a:srgbClr val="009ADE"/>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24" name="Google Shape;124;p22"/>
          <p:cNvSpPr/>
          <p:nvPr/>
        </p:nvSpPr>
        <p:spPr>
          <a:xfrm>
            <a:off x="7485725" y="2682550"/>
            <a:ext cx="1600200" cy="1600200"/>
          </a:xfrm>
          <a:prstGeom prst="rect">
            <a:avLst/>
          </a:prstGeom>
          <a:solidFill>
            <a:srgbClr val="009ADE"/>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25" name="Google Shape;125;p22"/>
          <p:cNvSpPr txBox="1"/>
          <p:nvPr/>
        </p:nvSpPr>
        <p:spPr>
          <a:xfrm>
            <a:off x="4085225" y="2753450"/>
            <a:ext cx="1600200" cy="369300"/>
          </a:xfrm>
          <a:prstGeom prst="rect">
            <a:avLst/>
          </a:prstGeom>
          <a:noFill/>
          <a:ln>
            <a:noFill/>
          </a:ln>
        </p:spPr>
        <p:txBody>
          <a:bodyPr anchorCtr="0" anchor="t" bIns="91425" lIns="91425" spcFirstLastPara="1" rIns="91425" wrap="square" tIns="91425">
            <a:spAutoFit/>
          </a:bodyPr>
          <a:lstStyle/>
          <a:p>
            <a:pPr indent="0" lvl="0" marL="0" rtl="0" algn="ctr">
              <a:spcBef>
                <a:spcPts val="0"/>
              </a:spcBef>
              <a:spcAft>
                <a:spcPts val="0"/>
              </a:spcAft>
              <a:buNone/>
            </a:pPr>
            <a:r>
              <a:rPr lang="en" sz="1200">
                <a:solidFill>
                  <a:srgbClr val="FFFFFF"/>
                </a:solidFill>
                <a:latin typeface="Roboto Slab"/>
                <a:ea typeface="Roboto Slab"/>
                <a:cs typeface="Roboto Slab"/>
                <a:sym typeface="Roboto Slab"/>
              </a:rPr>
              <a:t>Active Contributors</a:t>
            </a:r>
            <a:endParaRPr sz="1200">
              <a:solidFill>
                <a:srgbClr val="FFFFFF"/>
              </a:solidFill>
              <a:latin typeface="Roboto Slab"/>
              <a:ea typeface="Roboto Slab"/>
              <a:cs typeface="Roboto Slab"/>
              <a:sym typeface="Roboto Slab"/>
            </a:endParaRPr>
          </a:p>
        </p:txBody>
      </p:sp>
      <p:sp>
        <p:nvSpPr>
          <p:cNvPr id="126" name="Google Shape;126;p22"/>
          <p:cNvSpPr txBox="1"/>
          <p:nvPr/>
        </p:nvSpPr>
        <p:spPr>
          <a:xfrm>
            <a:off x="5785475" y="2753450"/>
            <a:ext cx="1600200" cy="354000"/>
          </a:xfrm>
          <a:prstGeom prst="rect">
            <a:avLst/>
          </a:prstGeom>
          <a:noFill/>
          <a:ln>
            <a:noFill/>
          </a:ln>
        </p:spPr>
        <p:txBody>
          <a:bodyPr anchorCtr="0" anchor="t" bIns="91425" lIns="91425" spcFirstLastPara="1" rIns="91425" wrap="square" tIns="91425">
            <a:spAutoFit/>
          </a:bodyPr>
          <a:lstStyle/>
          <a:p>
            <a:pPr indent="0" lvl="0" marL="0" rtl="0" algn="ctr">
              <a:spcBef>
                <a:spcPts val="0"/>
              </a:spcBef>
              <a:spcAft>
                <a:spcPts val="0"/>
              </a:spcAft>
              <a:buNone/>
            </a:pPr>
            <a:r>
              <a:rPr lang="en" sz="1100">
                <a:solidFill>
                  <a:srgbClr val="FFFFFF"/>
                </a:solidFill>
                <a:latin typeface="Roboto Slab"/>
                <a:ea typeface="Roboto Slab"/>
                <a:cs typeface="Roboto Slab"/>
                <a:sym typeface="Roboto Slab"/>
              </a:rPr>
              <a:t>Active Organizations</a:t>
            </a:r>
            <a:endParaRPr sz="1100">
              <a:solidFill>
                <a:srgbClr val="FFFFFF"/>
              </a:solidFill>
              <a:latin typeface="Roboto Slab"/>
              <a:ea typeface="Roboto Slab"/>
              <a:cs typeface="Roboto Slab"/>
              <a:sym typeface="Roboto Slab"/>
            </a:endParaRPr>
          </a:p>
        </p:txBody>
      </p:sp>
      <p:sp>
        <p:nvSpPr>
          <p:cNvPr id="127" name="Google Shape;127;p22"/>
          <p:cNvSpPr txBox="1"/>
          <p:nvPr/>
        </p:nvSpPr>
        <p:spPr>
          <a:xfrm>
            <a:off x="7541825" y="2753450"/>
            <a:ext cx="1488000" cy="369300"/>
          </a:xfrm>
          <a:prstGeom prst="rect">
            <a:avLst/>
          </a:prstGeom>
          <a:noFill/>
          <a:ln>
            <a:noFill/>
          </a:ln>
        </p:spPr>
        <p:txBody>
          <a:bodyPr anchorCtr="0" anchor="t" bIns="91425" lIns="91425" spcFirstLastPara="1" rIns="91425" wrap="square" tIns="91425">
            <a:spAutoFit/>
          </a:bodyPr>
          <a:lstStyle/>
          <a:p>
            <a:pPr indent="0" lvl="0" marL="0" rtl="0" algn="ctr">
              <a:spcBef>
                <a:spcPts val="0"/>
              </a:spcBef>
              <a:spcAft>
                <a:spcPts val="0"/>
              </a:spcAft>
              <a:buNone/>
            </a:pPr>
            <a:r>
              <a:rPr lang="en" sz="1200">
                <a:solidFill>
                  <a:srgbClr val="FFFFFF"/>
                </a:solidFill>
                <a:latin typeface="Roboto Slab"/>
                <a:ea typeface="Roboto Slab"/>
                <a:cs typeface="Roboto Slab"/>
                <a:sym typeface="Roboto Slab"/>
              </a:rPr>
              <a:t>Total Commits</a:t>
            </a:r>
            <a:endParaRPr sz="1200">
              <a:solidFill>
                <a:srgbClr val="FFFFFF"/>
              </a:solidFill>
              <a:latin typeface="Roboto Slab"/>
              <a:ea typeface="Roboto Slab"/>
              <a:cs typeface="Roboto Slab"/>
              <a:sym typeface="Roboto Slab"/>
            </a:endParaRPr>
          </a:p>
        </p:txBody>
      </p:sp>
      <p:sp>
        <p:nvSpPr>
          <p:cNvPr id="128" name="Google Shape;128;p22"/>
          <p:cNvSpPr txBox="1"/>
          <p:nvPr/>
        </p:nvSpPr>
        <p:spPr>
          <a:xfrm>
            <a:off x="4085225" y="4340375"/>
            <a:ext cx="5000700" cy="369300"/>
          </a:xfrm>
          <a:prstGeom prst="rect">
            <a:avLst/>
          </a:prstGeom>
          <a:noFill/>
          <a:ln>
            <a:noFill/>
          </a:ln>
        </p:spPr>
        <p:txBody>
          <a:bodyPr anchorCtr="0" anchor="t" bIns="91425" lIns="91425" spcFirstLastPara="1" rIns="91425" wrap="square" tIns="91425">
            <a:spAutoFit/>
          </a:bodyPr>
          <a:lstStyle/>
          <a:p>
            <a:pPr indent="0" lvl="0" marL="0" rtl="0" algn="l">
              <a:spcBef>
                <a:spcPts val="0"/>
              </a:spcBef>
              <a:spcAft>
                <a:spcPts val="0"/>
              </a:spcAft>
              <a:buNone/>
            </a:pPr>
            <a:r>
              <a:rPr i="1" lang="en" sz="1200">
                <a:solidFill>
                  <a:srgbClr val="696464"/>
                </a:solidFill>
                <a:latin typeface="Roboto Slab Thin"/>
                <a:ea typeface="Roboto Slab Thin"/>
                <a:cs typeface="Roboto Slab Thin"/>
                <a:sym typeface="Roboto Slab Thin"/>
              </a:rPr>
              <a:t>Stats from the last 90 days</a:t>
            </a:r>
            <a:endParaRPr i="1" sz="1200">
              <a:solidFill>
                <a:srgbClr val="696464"/>
              </a:solidFill>
              <a:latin typeface="Roboto Slab Thin"/>
              <a:ea typeface="Roboto Slab Thin"/>
              <a:cs typeface="Roboto Slab Thin"/>
              <a:sym typeface="Roboto Slab Thin"/>
            </a:endParaRPr>
          </a:p>
        </p:txBody>
      </p:sp>
      <p:sp>
        <p:nvSpPr>
          <p:cNvPr id="129" name="Google Shape;129;p22"/>
          <p:cNvSpPr txBox="1"/>
          <p:nvPr>
            <p:ph idx="2" type="subTitle"/>
          </p:nvPr>
        </p:nvSpPr>
        <p:spPr>
          <a:xfrm>
            <a:off x="4201875" y="3119775"/>
            <a:ext cx="1355400" cy="671100"/>
          </a:xfrm>
          <a:prstGeom prst="rect">
            <a:avLst/>
          </a:prstGeom>
        </p:spPr>
        <p:txBody>
          <a:bodyPr anchorCtr="0" anchor="t" bIns="91425" lIns="91425" spcFirstLastPara="1" rIns="91425" wrap="square" tIns="91425">
            <a:normAutofit/>
          </a:bodyPr>
          <a:lstStyle>
            <a:lvl1pPr lvl="0" rtl="0" algn="ctr">
              <a:spcBef>
                <a:spcPts val="0"/>
              </a:spcBef>
              <a:spcAft>
                <a:spcPts val="0"/>
              </a:spcAft>
              <a:buClr>
                <a:schemeClr val="lt1"/>
              </a:buClr>
              <a:buSzPts val="2900"/>
              <a:buNone/>
              <a:defRPr sz="2900">
                <a:solidFill>
                  <a:schemeClr val="lt1"/>
                </a:solidFill>
              </a:defRPr>
            </a:lvl1pPr>
            <a:lvl2pPr lvl="1" rtl="0" algn="ctr">
              <a:spcBef>
                <a:spcPts val="0"/>
              </a:spcBef>
              <a:spcAft>
                <a:spcPts val="0"/>
              </a:spcAft>
              <a:buClr>
                <a:schemeClr val="lt1"/>
              </a:buClr>
              <a:buSzPts val="2500"/>
              <a:buNone/>
              <a:defRPr sz="2500">
                <a:solidFill>
                  <a:schemeClr val="lt1"/>
                </a:solidFill>
              </a:defRPr>
            </a:lvl2pPr>
            <a:lvl3pPr lvl="2" rtl="0" algn="ctr">
              <a:spcBef>
                <a:spcPts val="0"/>
              </a:spcBef>
              <a:spcAft>
                <a:spcPts val="0"/>
              </a:spcAft>
              <a:buClr>
                <a:schemeClr val="lt1"/>
              </a:buClr>
              <a:buSzPts val="2500"/>
              <a:buNone/>
              <a:defRPr sz="2500">
                <a:solidFill>
                  <a:schemeClr val="lt1"/>
                </a:solidFill>
              </a:defRPr>
            </a:lvl3pPr>
            <a:lvl4pPr lvl="3" rtl="0" algn="ctr">
              <a:spcBef>
                <a:spcPts val="0"/>
              </a:spcBef>
              <a:spcAft>
                <a:spcPts val="0"/>
              </a:spcAft>
              <a:buClr>
                <a:schemeClr val="lt1"/>
              </a:buClr>
              <a:buSzPts val="2500"/>
              <a:buNone/>
              <a:defRPr sz="2500">
                <a:solidFill>
                  <a:schemeClr val="lt1"/>
                </a:solidFill>
              </a:defRPr>
            </a:lvl4pPr>
            <a:lvl5pPr lvl="4" rtl="0" algn="ctr">
              <a:spcBef>
                <a:spcPts val="0"/>
              </a:spcBef>
              <a:spcAft>
                <a:spcPts val="0"/>
              </a:spcAft>
              <a:buClr>
                <a:schemeClr val="lt1"/>
              </a:buClr>
              <a:buSzPts val="2500"/>
              <a:buNone/>
              <a:defRPr sz="2500">
                <a:solidFill>
                  <a:schemeClr val="lt1"/>
                </a:solidFill>
              </a:defRPr>
            </a:lvl5pPr>
            <a:lvl6pPr lvl="5" rtl="0" algn="ctr">
              <a:spcBef>
                <a:spcPts val="0"/>
              </a:spcBef>
              <a:spcAft>
                <a:spcPts val="0"/>
              </a:spcAft>
              <a:buClr>
                <a:schemeClr val="lt1"/>
              </a:buClr>
              <a:buSzPts val="2500"/>
              <a:buNone/>
              <a:defRPr sz="2500">
                <a:solidFill>
                  <a:schemeClr val="lt1"/>
                </a:solidFill>
              </a:defRPr>
            </a:lvl6pPr>
            <a:lvl7pPr lvl="6" rtl="0" algn="ctr">
              <a:spcBef>
                <a:spcPts val="0"/>
              </a:spcBef>
              <a:spcAft>
                <a:spcPts val="0"/>
              </a:spcAft>
              <a:buClr>
                <a:schemeClr val="lt1"/>
              </a:buClr>
              <a:buSzPts val="2500"/>
              <a:buNone/>
              <a:defRPr sz="2500">
                <a:solidFill>
                  <a:schemeClr val="lt1"/>
                </a:solidFill>
              </a:defRPr>
            </a:lvl7pPr>
            <a:lvl8pPr lvl="7" rtl="0" algn="ctr">
              <a:spcBef>
                <a:spcPts val="0"/>
              </a:spcBef>
              <a:spcAft>
                <a:spcPts val="0"/>
              </a:spcAft>
              <a:buClr>
                <a:schemeClr val="lt1"/>
              </a:buClr>
              <a:buSzPts val="2500"/>
              <a:buNone/>
              <a:defRPr sz="2500">
                <a:solidFill>
                  <a:schemeClr val="lt1"/>
                </a:solidFill>
              </a:defRPr>
            </a:lvl8pPr>
            <a:lvl9pPr lvl="8" rtl="0" algn="ctr">
              <a:spcBef>
                <a:spcPts val="0"/>
              </a:spcBef>
              <a:spcAft>
                <a:spcPts val="0"/>
              </a:spcAft>
              <a:buClr>
                <a:schemeClr val="lt1"/>
              </a:buClr>
              <a:buSzPts val="2500"/>
              <a:buNone/>
              <a:defRPr sz="2500">
                <a:solidFill>
                  <a:schemeClr val="lt1"/>
                </a:solidFill>
              </a:defRPr>
            </a:lvl9pPr>
          </a:lstStyle>
          <a:p/>
        </p:txBody>
      </p:sp>
      <p:sp>
        <p:nvSpPr>
          <p:cNvPr id="130" name="Google Shape;130;p22"/>
          <p:cNvSpPr txBox="1"/>
          <p:nvPr>
            <p:ph idx="3" type="subTitle"/>
          </p:nvPr>
        </p:nvSpPr>
        <p:spPr>
          <a:xfrm>
            <a:off x="5907875" y="3119775"/>
            <a:ext cx="1355400" cy="671100"/>
          </a:xfrm>
          <a:prstGeom prst="rect">
            <a:avLst/>
          </a:prstGeom>
        </p:spPr>
        <p:txBody>
          <a:bodyPr anchorCtr="0" anchor="t" bIns="91425" lIns="91425" spcFirstLastPara="1" rIns="91425" wrap="square" tIns="91425">
            <a:normAutofit/>
          </a:bodyPr>
          <a:lstStyle>
            <a:lvl1pPr lvl="0" rtl="0" algn="ctr">
              <a:spcBef>
                <a:spcPts val="0"/>
              </a:spcBef>
              <a:spcAft>
                <a:spcPts val="0"/>
              </a:spcAft>
              <a:buClr>
                <a:schemeClr val="lt1"/>
              </a:buClr>
              <a:buSzPts val="2900"/>
              <a:buNone/>
              <a:defRPr sz="2900">
                <a:solidFill>
                  <a:schemeClr val="lt1"/>
                </a:solidFill>
              </a:defRPr>
            </a:lvl1pPr>
            <a:lvl2pPr lvl="1" rtl="0" algn="ctr">
              <a:spcBef>
                <a:spcPts val="0"/>
              </a:spcBef>
              <a:spcAft>
                <a:spcPts val="0"/>
              </a:spcAft>
              <a:buClr>
                <a:schemeClr val="lt1"/>
              </a:buClr>
              <a:buSzPts val="2500"/>
              <a:buNone/>
              <a:defRPr sz="2500">
                <a:solidFill>
                  <a:schemeClr val="lt1"/>
                </a:solidFill>
              </a:defRPr>
            </a:lvl2pPr>
            <a:lvl3pPr lvl="2" rtl="0" algn="ctr">
              <a:spcBef>
                <a:spcPts val="0"/>
              </a:spcBef>
              <a:spcAft>
                <a:spcPts val="0"/>
              </a:spcAft>
              <a:buClr>
                <a:schemeClr val="lt1"/>
              </a:buClr>
              <a:buSzPts val="2500"/>
              <a:buNone/>
              <a:defRPr sz="2500">
                <a:solidFill>
                  <a:schemeClr val="lt1"/>
                </a:solidFill>
              </a:defRPr>
            </a:lvl3pPr>
            <a:lvl4pPr lvl="3" rtl="0" algn="ctr">
              <a:spcBef>
                <a:spcPts val="0"/>
              </a:spcBef>
              <a:spcAft>
                <a:spcPts val="0"/>
              </a:spcAft>
              <a:buClr>
                <a:schemeClr val="lt1"/>
              </a:buClr>
              <a:buSzPts val="2500"/>
              <a:buNone/>
              <a:defRPr sz="2500">
                <a:solidFill>
                  <a:schemeClr val="lt1"/>
                </a:solidFill>
              </a:defRPr>
            </a:lvl4pPr>
            <a:lvl5pPr lvl="4" rtl="0" algn="ctr">
              <a:spcBef>
                <a:spcPts val="0"/>
              </a:spcBef>
              <a:spcAft>
                <a:spcPts val="0"/>
              </a:spcAft>
              <a:buClr>
                <a:schemeClr val="lt1"/>
              </a:buClr>
              <a:buSzPts val="2500"/>
              <a:buNone/>
              <a:defRPr sz="2500">
                <a:solidFill>
                  <a:schemeClr val="lt1"/>
                </a:solidFill>
              </a:defRPr>
            </a:lvl5pPr>
            <a:lvl6pPr lvl="5" rtl="0" algn="ctr">
              <a:spcBef>
                <a:spcPts val="0"/>
              </a:spcBef>
              <a:spcAft>
                <a:spcPts val="0"/>
              </a:spcAft>
              <a:buClr>
                <a:schemeClr val="lt1"/>
              </a:buClr>
              <a:buSzPts val="2500"/>
              <a:buNone/>
              <a:defRPr sz="2500">
                <a:solidFill>
                  <a:schemeClr val="lt1"/>
                </a:solidFill>
              </a:defRPr>
            </a:lvl6pPr>
            <a:lvl7pPr lvl="6" rtl="0" algn="ctr">
              <a:spcBef>
                <a:spcPts val="0"/>
              </a:spcBef>
              <a:spcAft>
                <a:spcPts val="0"/>
              </a:spcAft>
              <a:buClr>
                <a:schemeClr val="lt1"/>
              </a:buClr>
              <a:buSzPts val="2500"/>
              <a:buNone/>
              <a:defRPr sz="2500">
                <a:solidFill>
                  <a:schemeClr val="lt1"/>
                </a:solidFill>
              </a:defRPr>
            </a:lvl7pPr>
            <a:lvl8pPr lvl="7" rtl="0" algn="ctr">
              <a:spcBef>
                <a:spcPts val="0"/>
              </a:spcBef>
              <a:spcAft>
                <a:spcPts val="0"/>
              </a:spcAft>
              <a:buClr>
                <a:schemeClr val="lt1"/>
              </a:buClr>
              <a:buSzPts val="2500"/>
              <a:buNone/>
              <a:defRPr sz="2500">
                <a:solidFill>
                  <a:schemeClr val="lt1"/>
                </a:solidFill>
              </a:defRPr>
            </a:lvl8pPr>
            <a:lvl9pPr lvl="8" rtl="0" algn="ctr">
              <a:spcBef>
                <a:spcPts val="0"/>
              </a:spcBef>
              <a:spcAft>
                <a:spcPts val="0"/>
              </a:spcAft>
              <a:buClr>
                <a:schemeClr val="lt1"/>
              </a:buClr>
              <a:buSzPts val="2500"/>
              <a:buNone/>
              <a:defRPr sz="2500">
                <a:solidFill>
                  <a:schemeClr val="lt1"/>
                </a:solidFill>
              </a:defRPr>
            </a:lvl9pPr>
          </a:lstStyle>
          <a:p/>
        </p:txBody>
      </p:sp>
      <p:sp>
        <p:nvSpPr>
          <p:cNvPr id="131" name="Google Shape;131;p22"/>
          <p:cNvSpPr txBox="1"/>
          <p:nvPr>
            <p:ph idx="4" type="subTitle"/>
          </p:nvPr>
        </p:nvSpPr>
        <p:spPr>
          <a:xfrm>
            <a:off x="7613875" y="3119775"/>
            <a:ext cx="1355400" cy="671100"/>
          </a:xfrm>
          <a:prstGeom prst="rect">
            <a:avLst/>
          </a:prstGeom>
        </p:spPr>
        <p:txBody>
          <a:bodyPr anchorCtr="0" anchor="t" bIns="91425" lIns="91425" spcFirstLastPara="1" rIns="91425" wrap="square" tIns="91425">
            <a:normAutofit/>
          </a:bodyPr>
          <a:lstStyle>
            <a:lvl1pPr lvl="0" rtl="0" algn="ctr">
              <a:spcBef>
                <a:spcPts val="0"/>
              </a:spcBef>
              <a:spcAft>
                <a:spcPts val="0"/>
              </a:spcAft>
              <a:buClr>
                <a:schemeClr val="lt1"/>
              </a:buClr>
              <a:buSzPts val="2900"/>
              <a:buNone/>
              <a:defRPr sz="2900">
                <a:solidFill>
                  <a:schemeClr val="lt1"/>
                </a:solidFill>
              </a:defRPr>
            </a:lvl1pPr>
            <a:lvl2pPr lvl="1" rtl="0" algn="ctr">
              <a:spcBef>
                <a:spcPts val="0"/>
              </a:spcBef>
              <a:spcAft>
                <a:spcPts val="0"/>
              </a:spcAft>
              <a:buClr>
                <a:schemeClr val="lt1"/>
              </a:buClr>
              <a:buSzPts val="2500"/>
              <a:buNone/>
              <a:defRPr sz="2500">
                <a:solidFill>
                  <a:schemeClr val="lt1"/>
                </a:solidFill>
              </a:defRPr>
            </a:lvl2pPr>
            <a:lvl3pPr lvl="2" rtl="0" algn="ctr">
              <a:spcBef>
                <a:spcPts val="0"/>
              </a:spcBef>
              <a:spcAft>
                <a:spcPts val="0"/>
              </a:spcAft>
              <a:buClr>
                <a:schemeClr val="lt1"/>
              </a:buClr>
              <a:buSzPts val="2500"/>
              <a:buNone/>
              <a:defRPr sz="2500">
                <a:solidFill>
                  <a:schemeClr val="lt1"/>
                </a:solidFill>
              </a:defRPr>
            </a:lvl3pPr>
            <a:lvl4pPr lvl="3" rtl="0" algn="ctr">
              <a:spcBef>
                <a:spcPts val="0"/>
              </a:spcBef>
              <a:spcAft>
                <a:spcPts val="0"/>
              </a:spcAft>
              <a:buClr>
                <a:schemeClr val="lt1"/>
              </a:buClr>
              <a:buSzPts val="2500"/>
              <a:buNone/>
              <a:defRPr sz="2500">
                <a:solidFill>
                  <a:schemeClr val="lt1"/>
                </a:solidFill>
              </a:defRPr>
            </a:lvl4pPr>
            <a:lvl5pPr lvl="4" rtl="0" algn="ctr">
              <a:spcBef>
                <a:spcPts val="0"/>
              </a:spcBef>
              <a:spcAft>
                <a:spcPts val="0"/>
              </a:spcAft>
              <a:buClr>
                <a:schemeClr val="lt1"/>
              </a:buClr>
              <a:buSzPts val="2500"/>
              <a:buNone/>
              <a:defRPr sz="2500">
                <a:solidFill>
                  <a:schemeClr val="lt1"/>
                </a:solidFill>
              </a:defRPr>
            </a:lvl5pPr>
            <a:lvl6pPr lvl="5" rtl="0" algn="ctr">
              <a:spcBef>
                <a:spcPts val="0"/>
              </a:spcBef>
              <a:spcAft>
                <a:spcPts val="0"/>
              </a:spcAft>
              <a:buClr>
                <a:schemeClr val="lt1"/>
              </a:buClr>
              <a:buSzPts val="2500"/>
              <a:buNone/>
              <a:defRPr sz="2500">
                <a:solidFill>
                  <a:schemeClr val="lt1"/>
                </a:solidFill>
              </a:defRPr>
            </a:lvl6pPr>
            <a:lvl7pPr lvl="6" rtl="0" algn="ctr">
              <a:spcBef>
                <a:spcPts val="0"/>
              </a:spcBef>
              <a:spcAft>
                <a:spcPts val="0"/>
              </a:spcAft>
              <a:buClr>
                <a:schemeClr val="lt1"/>
              </a:buClr>
              <a:buSzPts val="2500"/>
              <a:buNone/>
              <a:defRPr sz="2500">
                <a:solidFill>
                  <a:schemeClr val="lt1"/>
                </a:solidFill>
              </a:defRPr>
            </a:lvl7pPr>
            <a:lvl8pPr lvl="7" rtl="0" algn="ctr">
              <a:spcBef>
                <a:spcPts val="0"/>
              </a:spcBef>
              <a:spcAft>
                <a:spcPts val="0"/>
              </a:spcAft>
              <a:buClr>
                <a:schemeClr val="lt1"/>
              </a:buClr>
              <a:buSzPts val="2500"/>
              <a:buNone/>
              <a:defRPr sz="2500">
                <a:solidFill>
                  <a:schemeClr val="lt1"/>
                </a:solidFill>
              </a:defRPr>
            </a:lvl8pPr>
            <a:lvl9pPr lvl="8" rtl="0" algn="ctr">
              <a:spcBef>
                <a:spcPts val="0"/>
              </a:spcBef>
              <a:spcAft>
                <a:spcPts val="0"/>
              </a:spcAft>
              <a:buClr>
                <a:schemeClr val="lt1"/>
              </a:buClr>
              <a:buSzPts val="2500"/>
              <a:buNone/>
              <a:defRPr sz="2500">
                <a:solidFill>
                  <a:schemeClr val="lt1"/>
                </a:solidFill>
              </a:defRPr>
            </a:lvl9pPr>
          </a:lstStyle>
          <a:p/>
        </p:txBody>
      </p:sp>
      <p:sp>
        <p:nvSpPr>
          <p:cNvPr id="132" name="Google Shape;132;p22"/>
          <p:cNvSpPr txBox="1"/>
          <p:nvPr>
            <p:ph idx="5" type="subTitle"/>
          </p:nvPr>
        </p:nvSpPr>
        <p:spPr>
          <a:xfrm>
            <a:off x="4201875" y="3906575"/>
            <a:ext cx="1355400" cy="316200"/>
          </a:xfrm>
          <a:prstGeom prst="rect">
            <a:avLst/>
          </a:prstGeom>
        </p:spPr>
        <p:txBody>
          <a:bodyPr anchorCtr="0" anchor="t" bIns="91425" lIns="91425" spcFirstLastPara="1" rIns="91425" wrap="square" tIns="91425">
            <a:normAutofit/>
          </a:bodyPr>
          <a:lstStyle>
            <a:lvl1pPr lvl="0" rtl="0" algn="ctr">
              <a:spcBef>
                <a:spcPts val="0"/>
              </a:spcBef>
              <a:spcAft>
                <a:spcPts val="0"/>
              </a:spcAft>
              <a:buClr>
                <a:schemeClr val="lt1"/>
              </a:buClr>
              <a:buSzPts val="1400"/>
              <a:buNone/>
              <a:defRPr sz="1400">
                <a:solidFill>
                  <a:schemeClr val="lt1"/>
                </a:solidFill>
              </a:defRPr>
            </a:lvl1pPr>
            <a:lvl2pPr lvl="1" rtl="0">
              <a:spcBef>
                <a:spcPts val="0"/>
              </a:spcBef>
              <a:spcAft>
                <a:spcPts val="0"/>
              </a:spcAft>
              <a:buClr>
                <a:schemeClr val="lt1"/>
              </a:buClr>
              <a:buSzPts val="1400"/>
              <a:buNone/>
              <a:defRPr>
                <a:solidFill>
                  <a:schemeClr val="lt1"/>
                </a:solidFill>
              </a:defRPr>
            </a:lvl2pPr>
            <a:lvl3pPr lvl="2" rtl="0">
              <a:spcBef>
                <a:spcPts val="0"/>
              </a:spcBef>
              <a:spcAft>
                <a:spcPts val="0"/>
              </a:spcAft>
              <a:buClr>
                <a:schemeClr val="lt1"/>
              </a:buClr>
              <a:buSzPts val="1400"/>
              <a:buNone/>
              <a:defRPr>
                <a:solidFill>
                  <a:schemeClr val="lt1"/>
                </a:solidFill>
              </a:defRPr>
            </a:lvl3pPr>
            <a:lvl4pPr lvl="3" rtl="0">
              <a:spcBef>
                <a:spcPts val="0"/>
              </a:spcBef>
              <a:spcAft>
                <a:spcPts val="0"/>
              </a:spcAft>
              <a:buClr>
                <a:schemeClr val="lt1"/>
              </a:buClr>
              <a:buSzPts val="1400"/>
              <a:buNone/>
              <a:defRPr>
                <a:solidFill>
                  <a:schemeClr val="lt1"/>
                </a:solidFill>
              </a:defRPr>
            </a:lvl4pPr>
            <a:lvl5pPr lvl="4" rtl="0">
              <a:spcBef>
                <a:spcPts val="0"/>
              </a:spcBef>
              <a:spcAft>
                <a:spcPts val="0"/>
              </a:spcAft>
              <a:buClr>
                <a:schemeClr val="lt1"/>
              </a:buClr>
              <a:buSzPts val="1400"/>
              <a:buNone/>
              <a:defRPr>
                <a:solidFill>
                  <a:schemeClr val="lt1"/>
                </a:solidFill>
              </a:defRPr>
            </a:lvl5pPr>
            <a:lvl6pPr lvl="5" rtl="0">
              <a:spcBef>
                <a:spcPts val="0"/>
              </a:spcBef>
              <a:spcAft>
                <a:spcPts val="0"/>
              </a:spcAft>
              <a:buClr>
                <a:schemeClr val="lt1"/>
              </a:buClr>
              <a:buSzPts val="1400"/>
              <a:buNone/>
              <a:defRPr>
                <a:solidFill>
                  <a:schemeClr val="lt1"/>
                </a:solidFill>
              </a:defRPr>
            </a:lvl6pPr>
            <a:lvl7pPr lvl="6" rtl="0">
              <a:spcBef>
                <a:spcPts val="0"/>
              </a:spcBef>
              <a:spcAft>
                <a:spcPts val="0"/>
              </a:spcAft>
              <a:buClr>
                <a:schemeClr val="lt1"/>
              </a:buClr>
              <a:buSzPts val="1400"/>
              <a:buNone/>
              <a:defRPr>
                <a:solidFill>
                  <a:schemeClr val="lt1"/>
                </a:solidFill>
              </a:defRPr>
            </a:lvl7pPr>
            <a:lvl8pPr lvl="7" rtl="0">
              <a:spcBef>
                <a:spcPts val="0"/>
              </a:spcBef>
              <a:spcAft>
                <a:spcPts val="0"/>
              </a:spcAft>
              <a:buClr>
                <a:schemeClr val="lt1"/>
              </a:buClr>
              <a:buSzPts val="1400"/>
              <a:buNone/>
              <a:defRPr>
                <a:solidFill>
                  <a:schemeClr val="lt1"/>
                </a:solidFill>
              </a:defRPr>
            </a:lvl8pPr>
            <a:lvl9pPr lvl="8" rtl="0">
              <a:spcBef>
                <a:spcPts val="0"/>
              </a:spcBef>
              <a:spcAft>
                <a:spcPts val="0"/>
              </a:spcAft>
              <a:buClr>
                <a:schemeClr val="lt1"/>
              </a:buClr>
              <a:buSzPts val="1400"/>
              <a:buNone/>
              <a:defRPr>
                <a:solidFill>
                  <a:schemeClr val="lt1"/>
                </a:solidFill>
              </a:defRPr>
            </a:lvl9pPr>
          </a:lstStyle>
          <a:p/>
        </p:txBody>
      </p:sp>
      <p:sp>
        <p:nvSpPr>
          <p:cNvPr id="133" name="Google Shape;133;p22"/>
          <p:cNvSpPr txBox="1"/>
          <p:nvPr>
            <p:ph idx="6" type="subTitle"/>
          </p:nvPr>
        </p:nvSpPr>
        <p:spPr>
          <a:xfrm>
            <a:off x="5907875" y="3906575"/>
            <a:ext cx="1355400" cy="316200"/>
          </a:xfrm>
          <a:prstGeom prst="rect">
            <a:avLst/>
          </a:prstGeom>
        </p:spPr>
        <p:txBody>
          <a:bodyPr anchorCtr="0" anchor="t" bIns="91425" lIns="91425" spcFirstLastPara="1" rIns="91425" wrap="square" tIns="91425">
            <a:normAutofit/>
          </a:bodyPr>
          <a:lstStyle>
            <a:lvl1pPr lvl="0" rtl="0" algn="ctr">
              <a:spcBef>
                <a:spcPts val="0"/>
              </a:spcBef>
              <a:spcAft>
                <a:spcPts val="0"/>
              </a:spcAft>
              <a:buClr>
                <a:schemeClr val="lt1"/>
              </a:buClr>
              <a:buSzPts val="1400"/>
              <a:buNone/>
              <a:defRPr sz="1400">
                <a:solidFill>
                  <a:schemeClr val="lt1"/>
                </a:solidFill>
              </a:defRPr>
            </a:lvl1pPr>
            <a:lvl2pPr lvl="1" rtl="0">
              <a:spcBef>
                <a:spcPts val="0"/>
              </a:spcBef>
              <a:spcAft>
                <a:spcPts val="0"/>
              </a:spcAft>
              <a:buClr>
                <a:schemeClr val="lt1"/>
              </a:buClr>
              <a:buSzPts val="1400"/>
              <a:buNone/>
              <a:defRPr>
                <a:solidFill>
                  <a:schemeClr val="lt1"/>
                </a:solidFill>
              </a:defRPr>
            </a:lvl2pPr>
            <a:lvl3pPr lvl="2" rtl="0">
              <a:spcBef>
                <a:spcPts val="0"/>
              </a:spcBef>
              <a:spcAft>
                <a:spcPts val="0"/>
              </a:spcAft>
              <a:buClr>
                <a:schemeClr val="lt1"/>
              </a:buClr>
              <a:buSzPts val="1400"/>
              <a:buNone/>
              <a:defRPr>
                <a:solidFill>
                  <a:schemeClr val="lt1"/>
                </a:solidFill>
              </a:defRPr>
            </a:lvl3pPr>
            <a:lvl4pPr lvl="3" rtl="0">
              <a:spcBef>
                <a:spcPts val="0"/>
              </a:spcBef>
              <a:spcAft>
                <a:spcPts val="0"/>
              </a:spcAft>
              <a:buClr>
                <a:schemeClr val="lt1"/>
              </a:buClr>
              <a:buSzPts val="1400"/>
              <a:buNone/>
              <a:defRPr>
                <a:solidFill>
                  <a:schemeClr val="lt1"/>
                </a:solidFill>
              </a:defRPr>
            </a:lvl4pPr>
            <a:lvl5pPr lvl="4" rtl="0">
              <a:spcBef>
                <a:spcPts val="0"/>
              </a:spcBef>
              <a:spcAft>
                <a:spcPts val="0"/>
              </a:spcAft>
              <a:buClr>
                <a:schemeClr val="lt1"/>
              </a:buClr>
              <a:buSzPts val="1400"/>
              <a:buNone/>
              <a:defRPr>
                <a:solidFill>
                  <a:schemeClr val="lt1"/>
                </a:solidFill>
              </a:defRPr>
            </a:lvl5pPr>
            <a:lvl6pPr lvl="5" rtl="0">
              <a:spcBef>
                <a:spcPts val="0"/>
              </a:spcBef>
              <a:spcAft>
                <a:spcPts val="0"/>
              </a:spcAft>
              <a:buClr>
                <a:schemeClr val="lt1"/>
              </a:buClr>
              <a:buSzPts val="1400"/>
              <a:buNone/>
              <a:defRPr>
                <a:solidFill>
                  <a:schemeClr val="lt1"/>
                </a:solidFill>
              </a:defRPr>
            </a:lvl6pPr>
            <a:lvl7pPr lvl="6" rtl="0">
              <a:spcBef>
                <a:spcPts val="0"/>
              </a:spcBef>
              <a:spcAft>
                <a:spcPts val="0"/>
              </a:spcAft>
              <a:buClr>
                <a:schemeClr val="lt1"/>
              </a:buClr>
              <a:buSzPts val="1400"/>
              <a:buNone/>
              <a:defRPr>
                <a:solidFill>
                  <a:schemeClr val="lt1"/>
                </a:solidFill>
              </a:defRPr>
            </a:lvl7pPr>
            <a:lvl8pPr lvl="7" rtl="0">
              <a:spcBef>
                <a:spcPts val="0"/>
              </a:spcBef>
              <a:spcAft>
                <a:spcPts val="0"/>
              </a:spcAft>
              <a:buClr>
                <a:schemeClr val="lt1"/>
              </a:buClr>
              <a:buSzPts val="1400"/>
              <a:buNone/>
              <a:defRPr>
                <a:solidFill>
                  <a:schemeClr val="lt1"/>
                </a:solidFill>
              </a:defRPr>
            </a:lvl8pPr>
            <a:lvl9pPr lvl="8" rtl="0">
              <a:spcBef>
                <a:spcPts val="0"/>
              </a:spcBef>
              <a:spcAft>
                <a:spcPts val="0"/>
              </a:spcAft>
              <a:buClr>
                <a:schemeClr val="lt1"/>
              </a:buClr>
              <a:buSzPts val="1400"/>
              <a:buNone/>
              <a:defRPr>
                <a:solidFill>
                  <a:schemeClr val="lt1"/>
                </a:solidFill>
              </a:defRPr>
            </a:lvl9pPr>
          </a:lstStyle>
          <a:p/>
        </p:txBody>
      </p:sp>
      <p:sp>
        <p:nvSpPr>
          <p:cNvPr id="134" name="Google Shape;134;p22"/>
          <p:cNvSpPr txBox="1"/>
          <p:nvPr>
            <p:ph idx="7" type="subTitle"/>
          </p:nvPr>
        </p:nvSpPr>
        <p:spPr>
          <a:xfrm>
            <a:off x="7608125" y="3906575"/>
            <a:ext cx="1355400" cy="316200"/>
          </a:xfrm>
          <a:prstGeom prst="rect">
            <a:avLst/>
          </a:prstGeom>
        </p:spPr>
        <p:txBody>
          <a:bodyPr anchorCtr="0" anchor="t" bIns="91425" lIns="91425" spcFirstLastPara="1" rIns="91425" wrap="square" tIns="91425">
            <a:normAutofit/>
          </a:bodyPr>
          <a:lstStyle>
            <a:lvl1pPr lvl="0" rtl="0" algn="ctr">
              <a:spcBef>
                <a:spcPts val="0"/>
              </a:spcBef>
              <a:spcAft>
                <a:spcPts val="0"/>
              </a:spcAft>
              <a:buClr>
                <a:schemeClr val="lt1"/>
              </a:buClr>
              <a:buSzPts val="1400"/>
              <a:buNone/>
              <a:defRPr sz="1400">
                <a:solidFill>
                  <a:schemeClr val="lt1"/>
                </a:solidFill>
              </a:defRPr>
            </a:lvl1pPr>
            <a:lvl2pPr lvl="1" rtl="0">
              <a:spcBef>
                <a:spcPts val="0"/>
              </a:spcBef>
              <a:spcAft>
                <a:spcPts val="0"/>
              </a:spcAft>
              <a:buClr>
                <a:schemeClr val="lt1"/>
              </a:buClr>
              <a:buSzPts val="1400"/>
              <a:buNone/>
              <a:defRPr>
                <a:solidFill>
                  <a:schemeClr val="lt1"/>
                </a:solidFill>
              </a:defRPr>
            </a:lvl2pPr>
            <a:lvl3pPr lvl="2" rtl="0">
              <a:spcBef>
                <a:spcPts val="0"/>
              </a:spcBef>
              <a:spcAft>
                <a:spcPts val="0"/>
              </a:spcAft>
              <a:buClr>
                <a:schemeClr val="lt1"/>
              </a:buClr>
              <a:buSzPts val="1400"/>
              <a:buNone/>
              <a:defRPr>
                <a:solidFill>
                  <a:schemeClr val="lt1"/>
                </a:solidFill>
              </a:defRPr>
            </a:lvl3pPr>
            <a:lvl4pPr lvl="3" rtl="0">
              <a:spcBef>
                <a:spcPts val="0"/>
              </a:spcBef>
              <a:spcAft>
                <a:spcPts val="0"/>
              </a:spcAft>
              <a:buClr>
                <a:schemeClr val="lt1"/>
              </a:buClr>
              <a:buSzPts val="1400"/>
              <a:buNone/>
              <a:defRPr>
                <a:solidFill>
                  <a:schemeClr val="lt1"/>
                </a:solidFill>
              </a:defRPr>
            </a:lvl4pPr>
            <a:lvl5pPr lvl="4" rtl="0">
              <a:spcBef>
                <a:spcPts val="0"/>
              </a:spcBef>
              <a:spcAft>
                <a:spcPts val="0"/>
              </a:spcAft>
              <a:buClr>
                <a:schemeClr val="lt1"/>
              </a:buClr>
              <a:buSzPts val="1400"/>
              <a:buNone/>
              <a:defRPr>
                <a:solidFill>
                  <a:schemeClr val="lt1"/>
                </a:solidFill>
              </a:defRPr>
            </a:lvl5pPr>
            <a:lvl6pPr lvl="5" rtl="0">
              <a:spcBef>
                <a:spcPts val="0"/>
              </a:spcBef>
              <a:spcAft>
                <a:spcPts val="0"/>
              </a:spcAft>
              <a:buClr>
                <a:schemeClr val="lt1"/>
              </a:buClr>
              <a:buSzPts val="1400"/>
              <a:buNone/>
              <a:defRPr>
                <a:solidFill>
                  <a:schemeClr val="lt1"/>
                </a:solidFill>
              </a:defRPr>
            </a:lvl6pPr>
            <a:lvl7pPr lvl="6" rtl="0">
              <a:spcBef>
                <a:spcPts val="0"/>
              </a:spcBef>
              <a:spcAft>
                <a:spcPts val="0"/>
              </a:spcAft>
              <a:buClr>
                <a:schemeClr val="lt1"/>
              </a:buClr>
              <a:buSzPts val="1400"/>
              <a:buNone/>
              <a:defRPr>
                <a:solidFill>
                  <a:schemeClr val="lt1"/>
                </a:solidFill>
              </a:defRPr>
            </a:lvl7pPr>
            <a:lvl8pPr lvl="7" rtl="0">
              <a:spcBef>
                <a:spcPts val="0"/>
              </a:spcBef>
              <a:spcAft>
                <a:spcPts val="0"/>
              </a:spcAft>
              <a:buClr>
                <a:schemeClr val="lt1"/>
              </a:buClr>
              <a:buSzPts val="1400"/>
              <a:buNone/>
              <a:defRPr>
                <a:solidFill>
                  <a:schemeClr val="lt1"/>
                </a:solidFill>
              </a:defRPr>
            </a:lvl8pPr>
            <a:lvl9pPr lvl="8" rtl="0">
              <a:spcBef>
                <a:spcPts val="0"/>
              </a:spcBef>
              <a:spcAft>
                <a:spcPts val="0"/>
              </a:spcAft>
              <a:buClr>
                <a:schemeClr val="lt1"/>
              </a:buClr>
              <a:buSzPts val="1400"/>
              <a:buNone/>
              <a:defRPr>
                <a:solidFill>
                  <a:schemeClr val="lt1"/>
                </a:solidFill>
              </a:defRPr>
            </a:lvl9pPr>
          </a:lstStyle>
          <a:p/>
        </p:txBody>
      </p:sp>
      <p:sp>
        <p:nvSpPr>
          <p:cNvPr id="135" name="Google Shape;135;p22"/>
          <p:cNvSpPr/>
          <p:nvPr>
            <p:ph idx="8" type="pic"/>
          </p:nvPr>
        </p:nvSpPr>
        <p:spPr>
          <a:xfrm>
            <a:off x="4085225" y="828775"/>
            <a:ext cx="5000700" cy="1725600"/>
          </a:xfrm>
          <a:prstGeom prst="rect">
            <a:avLst/>
          </a:prstGeom>
          <a:noFill/>
          <a:ln>
            <a:noFill/>
          </a:ln>
        </p:spPr>
      </p:sp>
    </p:spTree>
  </p:cSld>
  <p:clrMapOvr>
    <a:masterClrMapping/>
  </p:clrMapOvr>
</p:sldLayout>
</file>

<file path=ppt/slideLayouts/slideLayout2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only" type="titleOnly">
  <p:cSld name="TITLE_ONLY">
    <p:spTree>
      <p:nvGrpSpPr>
        <p:cNvPr id="136" name="Shape 136"/>
        <p:cNvGrpSpPr/>
        <p:nvPr/>
      </p:nvGrpSpPr>
      <p:grpSpPr>
        <a:xfrm>
          <a:off x="0" y="0"/>
          <a:ext cx="0" cy="0"/>
          <a:chOff x="0" y="0"/>
          <a:chExt cx="0" cy="0"/>
        </a:xfrm>
      </p:grpSpPr>
      <p:sp>
        <p:nvSpPr>
          <p:cNvPr id="137" name="Google Shape;137;p23"/>
          <p:cNvSpPr txBox="1"/>
          <p:nvPr>
            <p:ph type="title"/>
          </p:nvPr>
        </p:nvSpPr>
        <p:spPr>
          <a:xfrm>
            <a:off x="311700" y="410000"/>
            <a:ext cx="8520600" cy="607800"/>
          </a:xfrm>
          <a:prstGeom prst="rect">
            <a:avLst/>
          </a:prstGeom>
          <a:noFill/>
          <a:ln>
            <a:noFill/>
          </a:ln>
        </p:spPr>
        <p:txBody>
          <a:bodyPr anchorCtr="0" anchor="t" bIns="91425" lIns="91425" spcFirstLastPara="1" rIns="91425" wrap="square" tIns="91425">
            <a:normAutofit/>
          </a:bodyPr>
          <a:lstStyle>
            <a:lvl1pPr lvl="0" algn="l">
              <a:lnSpc>
                <a:spcPct val="100000"/>
              </a:lnSpc>
              <a:spcBef>
                <a:spcPts val="0"/>
              </a:spcBef>
              <a:spcAft>
                <a:spcPts val="0"/>
              </a:spcAft>
              <a:buSzPts val="3000"/>
              <a:buNone/>
              <a:defRPr/>
            </a:lvl1pPr>
            <a:lvl2pPr lvl="1" algn="l">
              <a:lnSpc>
                <a:spcPct val="100000"/>
              </a:lnSpc>
              <a:spcBef>
                <a:spcPts val="0"/>
              </a:spcBef>
              <a:spcAft>
                <a:spcPts val="0"/>
              </a:spcAft>
              <a:buSzPts val="3000"/>
              <a:buNone/>
              <a:defRPr/>
            </a:lvl2pPr>
            <a:lvl3pPr lvl="2" algn="l">
              <a:lnSpc>
                <a:spcPct val="100000"/>
              </a:lnSpc>
              <a:spcBef>
                <a:spcPts val="0"/>
              </a:spcBef>
              <a:spcAft>
                <a:spcPts val="0"/>
              </a:spcAft>
              <a:buSzPts val="3000"/>
              <a:buNone/>
              <a:defRPr/>
            </a:lvl3pPr>
            <a:lvl4pPr lvl="3" algn="l">
              <a:lnSpc>
                <a:spcPct val="100000"/>
              </a:lnSpc>
              <a:spcBef>
                <a:spcPts val="0"/>
              </a:spcBef>
              <a:spcAft>
                <a:spcPts val="0"/>
              </a:spcAft>
              <a:buSzPts val="3000"/>
              <a:buNone/>
              <a:defRPr/>
            </a:lvl4pPr>
            <a:lvl5pPr lvl="4" algn="l">
              <a:lnSpc>
                <a:spcPct val="100000"/>
              </a:lnSpc>
              <a:spcBef>
                <a:spcPts val="0"/>
              </a:spcBef>
              <a:spcAft>
                <a:spcPts val="0"/>
              </a:spcAft>
              <a:buSzPts val="3000"/>
              <a:buNone/>
              <a:defRPr/>
            </a:lvl5pPr>
            <a:lvl6pPr lvl="5" algn="l">
              <a:lnSpc>
                <a:spcPct val="100000"/>
              </a:lnSpc>
              <a:spcBef>
                <a:spcPts val="0"/>
              </a:spcBef>
              <a:spcAft>
                <a:spcPts val="0"/>
              </a:spcAft>
              <a:buSzPts val="3000"/>
              <a:buNone/>
              <a:defRPr/>
            </a:lvl6pPr>
            <a:lvl7pPr lvl="6" algn="l">
              <a:lnSpc>
                <a:spcPct val="100000"/>
              </a:lnSpc>
              <a:spcBef>
                <a:spcPts val="0"/>
              </a:spcBef>
              <a:spcAft>
                <a:spcPts val="0"/>
              </a:spcAft>
              <a:buSzPts val="3000"/>
              <a:buNone/>
              <a:defRPr/>
            </a:lvl7pPr>
            <a:lvl8pPr lvl="7" algn="l">
              <a:lnSpc>
                <a:spcPct val="100000"/>
              </a:lnSpc>
              <a:spcBef>
                <a:spcPts val="0"/>
              </a:spcBef>
              <a:spcAft>
                <a:spcPts val="0"/>
              </a:spcAft>
              <a:buSzPts val="3000"/>
              <a:buNone/>
              <a:defRPr/>
            </a:lvl8pPr>
            <a:lvl9pPr lvl="8" algn="l">
              <a:lnSpc>
                <a:spcPct val="100000"/>
              </a:lnSpc>
              <a:spcBef>
                <a:spcPts val="0"/>
              </a:spcBef>
              <a:spcAft>
                <a:spcPts val="0"/>
              </a:spcAft>
              <a:buSzPts val="3000"/>
              <a:buNone/>
              <a:defRPr/>
            </a:lvl9pPr>
          </a:lstStyle>
          <a:p/>
        </p:txBody>
      </p:sp>
      <p:sp>
        <p:nvSpPr>
          <p:cNvPr id="138" name="Google Shape;138;p23"/>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pic>
        <p:nvPicPr>
          <p:cNvPr id="139" name="Google Shape;139;p23"/>
          <p:cNvPicPr preferRelativeResize="0"/>
          <p:nvPr/>
        </p:nvPicPr>
        <p:blipFill>
          <a:blip r:embed="rId2">
            <a:alphaModFix/>
          </a:blip>
          <a:stretch>
            <a:fillRect/>
          </a:stretch>
        </p:blipFill>
        <p:spPr>
          <a:xfrm>
            <a:off x="190331" y="4614328"/>
            <a:ext cx="2575265" cy="393600"/>
          </a:xfrm>
          <a:prstGeom prst="rect">
            <a:avLst/>
          </a:prstGeom>
          <a:noFill/>
          <a:ln>
            <a:noFill/>
          </a:ln>
        </p:spPr>
      </p:pic>
    </p:spTree>
  </p:cSld>
  <p:clrMapOvr>
    <a:masterClrMapping/>
  </p:clrMapOvr>
</p:sldLayout>
</file>

<file path=ppt/slideLayouts/slideLayout2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title and description">
  <p:cSld name="SECTION_TITLE_AND_DESCRIPTION">
    <p:spTree>
      <p:nvGrpSpPr>
        <p:cNvPr id="140" name="Shape 140"/>
        <p:cNvGrpSpPr/>
        <p:nvPr/>
      </p:nvGrpSpPr>
      <p:grpSpPr>
        <a:xfrm>
          <a:off x="0" y="0"/>
          <a:ext cx="0" cy="0"/>
          <a:chOff x="0" y="0"/>
          <a:chExt cx="0" cy="0"/>
        </a:xfrm>
      </p:grpSpPr>
      <p:sp>
        <p:nvSpPr>
          <p:cNvPr id="141" name="Google Shape;141;p24"/>
          <p:cNvSpPr/>
          <p:nvPr/>
        </p:nvSpPr>
        <p:spPr>
          <a:xfrm>
            <a:off x="4572000" y="-175"/>
            <a:ext cx="4572000" cy="5143500"/>
          </a:xfrm>
          <a:prstGeom prst="rect">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42" name="Google Shape;142;p24"/>
          <p:cNvSpPr txBox="1"/>
          <p:nvPr>
            <p:ph type="title"/>
          </p:nvPr>
        </p:nvSpPr>
        <p:spPr>
          <a:xfrm>
            <a:off x="265500" y="1151100"/>
            <a:ext cx="4045200" cy="1564500"/>
          </a:xfrm>
          <a:prstGeom prst="rect">
            <a:avLst/>
          </a:prstGeom>
          <a:noFill/>
          <a:ln>
            <a:noFill/>
          </a:ln>
        </p:spPr>
        <p:txBody>
          <a:bodyPr anchorCtr="0" anchor="b" bIns="91425" lIns="91425" spcFirstLastPara="1" rIns="91425" wrap="square" tIns="91425">
            <a:normAutofit/>
          </a:bodyPr>
          <a:lstStyle>
            <a:lvl1pPr lvl="0" algn="l">
              <a:lnSpc>
                <a:spcPct val="100000"/>
              </a:lnSpc>
              <a:spcBef>
                <a:spcPts val="0"/>
              </a:spcBef>
              <a:spcAft>
                <a:spcPts val="0"/>
              </a:spcAft>
              <a:buSzPts val="4200"/>
              <a:buNone/>
              <a:defRPr sz="4200"/>
            </a:lvl1pPr>
            <a:lvl2pPr lvl="1" algn="l">
              <a:lnSpc>
                <a:spcPct val="100000"/>
              </a:lnSpc>
              <a:spcBef>
                <a:spcPts val="0"/>
              </a:spcBef>
              <a:spcAft>
                <a:spcPts val="0"/>
              </a:spcAft>
              <a:buSzPts val="4200"/>
              <a:buNone/>
              <a:defRPr sz="4200"/>
            </a:lvl2pPr>
            <a:lvl3pPr lvl="2" algn="l">
              <a:lnSpc>
                <a:spcPct val="100000"/>
              </a:lnSpc>
              <a:spcBef>
                <a:spcPts val="0"/>
              </a:spcBef>
              <a:spcAft>
                <a:spcPts val="0"/>
              </a:spcAft>
              <a:buSzPts val="4200"/>
              <a:buNone/>
              <a:defRPr sz="4200"/>
            </a:lvl3pPr>
            <a:lvl4pPr lvl="3" algn="l">
              <a:lnSpc>
                <a:spcPct val="100000"/>
              </a:lnSpc>
              <a:spcBef>
                <a:spcPts val="0"/>
              </a:spcBef>
              <a:spcAft>
                <a:spcPts val="0"/>
              </a:spcAft>
              <a:buSzPts val="4200"/>
              <a:buNone/>
              <a:defRPr sz="4200"/>
            </a:lvl4pPr>
            <a:lvl5pPr lvl="4" algn="l">
              <a:lnSpc>
                <a:spcPct val="100000"/>
              </a:lnSpc>
              <a:spcBef>
                <a:spcPts val="0"/>
              </a:spcBef>
              <a:spcAft>
                <a:spcPts val="0"/>
              </a:spcAft>
              <a:buSzPts val="4200"/>
              <a:buNone/>
              <a:defRPr sz="4200"/>
            </a:lvl5pPr>
            <a:lvl6pPr lvl="5" algn="l">
              <a:lnSpc>
                <a:spcPct val="100000"/>
              </a:lnSpc>
              <a:spcBef>
                <a:spcPts val="0"/>
              </a:spcBef>
              <a:spcAft>
                <a:spcPts val="0"/>
              </a:spcAft>
              <a:buSzPts val="4200"/>
              <a:buNone/>
              <a:defRPr sz="4200"/>
            </a:lvl6pPr>
            <a:lvl7pPr lvl="6" algn="l">
              <a:lnSpc>
                <a:spcPct val="100000"/>
              </a:lnSpc>
              <a:spcBef>
                <a:spcPts val="0"/>
              </a:spcBef>
              <a:spcAft>
                <a:spcPts val="0"/>
              </a:spcAft>
              <a:buSzPts val="4200"/>
              <a:buNone/>
              <a:defRPr sz="4200"/>
            </a:lvl7pPr>
            <a:lvl8pPr lvl="7" algn="l">
              <a:lnSpc>
                <a:spcPct val="100000"/>
              </a:lnSpc>
              <a:spcBef>
                <a:spcPts val="0"/>
              </a:spcBef>
              <a:spcAft>
                <a:spcPts val="0"/>
              </a:spcAft>
              <a:buSzPts val="4200"/>
              <a:buNone/>
              <a:defRPr sz="4200"/>
            </a:lvl8pPr>
            <a:lvl9pPr lvl="8" algn="l">
              <a:lnSpc>
                <a:spcPct val="100000"/>
              </a:lnSpc>
              <a:spcBef>
                <a:spcPts val="0"/>
              </a:spcBef>
              <a:spcAft>
                <a:spcPts val="0"/>
              </a:spcAft>
              <a:buSzPts val="4200"/>
              <a:buNone/>
              <a:defRPr sz="4200"/>
            </a:lvl9pPr>
          </a:lstStyle>
          <a:p/>
        </p:txBody>
      </p:sp>
      <p:sp>
        <p:nvSpPr>
          <p:cNvPr id="143" name="Google Shape;143;p24"/>
          <p:cNvSpPr txBox="1"/>
          <p:nvPr>
            <p:ph idx="1" type="subTitle"/>
          </p:nvPr>
        </p:nvSpPr>
        <p:spPr>
          <a:xfrm>
            <a:off x="265500" y="2769001"/>
            <a:ext cx="4045200" cy="1269300"/>
          </a:xfrm>
          <a:prstGeom prst="rect">
            <a:avLst/>
          </a:prstGeom>
          <a:noFill/>
          <a:ln>
            <a:noFill/>
          </a:ln>
        </p:spPr>
        <p:txBody>
          <a:bodyPr anchorCtr="0" anchor="t" bIns="91425" lIns="91425" spcFirstLastPara="1" rIns="91425" wrap="square" tIns="91425">
            <a:normAutofit/>
          </a:bodyPr>
          <a:lstStyle>
            <a:lvl1pPr lvl="0" algn="l">
              <a:lnSpc>
                <a:spcPct val="100000"/>
              </a:lnSpc>
              <a:spcBef>
                <a:spcPts val="0"/>
              </a:spcBef>
              <a:spcAft>
                <a:spcPts val="0"/>
              </a:spcAft>
              <a:buSzPts val="2100"/>
              <a:buNone/>
              <a:defRPr sz="2100"/>
            </a:lvl1pPr>
            <a:lvl2pPr lvl="1" algn="l">
              <a:lnSpc>
                <a:spcPct val="100000"/>
              </a:lnSpc>
              <a:spcBef>
                <a:spcPts val="0"/>
              </a:spcBef>
              <a:spcAft>
                <a:spcPts val="0"/>
              </a:spcAft>
              <a:buSzPts val="2100"/>
              <a:buNone/>
              <a:defRPr sz="2100"/>
            </a:lvl2pPr>
            <a:lvl3pPr lvl="2" algn="l">
              <a:lnSpc>
                <a:spcPct val="100000"/>
              </a:lnSpc>
              <a:spcBef>
                <a:spcPts val="0"/>
              </a:spcBef>
              <a:spcAft>
                <a:spcPts val="0"/>
              </a:spcAft>
              <a:buSzPts val="2100"/>
              <a:buNone/>
              <a:defRPr sz="2100"/>
            </a:lvl3pPr>
            <a:lvl4pPr lvl="3" algn="l">
              <a:lnSpc>
                <a:spcPct val="100000"/>
              </a:lnSpc>
              <a:spcBef>
                <a:spcPts val="0"/>
              </a:spcBef>
              <a:spcAft>
                <a:spcPts val="0"/>
              </a:spcAft>
              <a:buSzPts val="2100"/>
              <a:buNone/>
              <a:defRPr sz="2100"/>
            </a:lvl4pPr>
            <a:lvl5pPr lvl="4" algn="l">
              <a:lnSpc>
                <a:spcPct val="100000"/>
              </a:lnSpc>
              <a:spcBef>
                <a:spcPts val="0"/>
              </a:spcBef>
              <a:spcAft>
                <a:spcPts val="0"/>
              </a:spcAft>
              <a:buSzPts val="2100"/>
              <a:buNone/>
              <a:defRPr sz="2100"/>
            </a:lvl5pPr>
            <a:lvl6pPr lvl="5" algn="l">
              <a:lnSpc>
                <a:spcPct val="100000"/>
              </a:lnSpc>
              <a:spcBef>
                <a:spcPts val="0"/>
              </a:spcBef>
              <a:spcAft>
                <a:spcPts val="0"/>
              </a:spcAft>
              <a:buSzPts val="2100"/>
              <a:buNone/>
              <a:defRPr sz="2100"/>
            </a:lvl6pPr>
            <a:lvl7pPr lvl="6" algn="l">
              <a:lnSpc>
                <a:spcPct val="100000"/>
              </a:lnSpc>
              <a:spcBef>
                <a:spcPts val="0"/>
              </a:spcBef>
              <a:spcAft>
                <a:spcPts val="0"/>
              </a:spcAft>
              <a:buSzPts val="2100"/>
              <a:buNone/>
              <a:defRPr sz="2100"/>
            </a:lvl7pPr>
            <a:lvl8pPr lvl="7" algn="l">
              <a:lnSpc>
                <a:spcPct val="100000"/>
              </a:lnSpc>
              <a:spcBef>
                <a:spcPts val="0"/>
              </a:spcBef>
              <a:spcAft>
                <a:spcPts val="0"/>
              </a:spcAft>
              <a:buSzPts val="2100"/>
              <a:buNone/>
              <a:defRPr sz="2100"/>
            </a:lvl8pPr>
            <a:lvl9pPr lvl="8" algn="l">
              <a:lnSpc>
                <a:spcPct val="100000"/>
              </a:lnSpc>
              <a:spcBef>
                <a:spcPts val="0"/>
              </a:spcBef>
              <a:spcAft>
                <a:spcPts val="0"/>
              </a:spcAft>
              <a:buSzPts val="2100"/>
              <a:buNone/>
              <a:defRPr sz="2100"/>
            </a:lvl9pPr>
          </a:lstStyle>
          <a:p/>
        </p:txBody>
      </p:sp>
      <p:sp>
        <p:nvSpPr>
          <p:cNvPr id="144" name="Google Shape;144;p24"/>
          <p:cNvSpPr txBox="1"/>
          <p:nvPr>
            <p:ph idx="2" type="body"/>
          </p:nvPr>
        </p:nvSpPr>
        <p:spPr>
          <a:xfrm>
            <a:off x="4939500" y="724200"/>
            <a:ext cx="3837000" cy="3695100"/>
          </a:xfrm>
          <a:prstGeom prst="rect">
            <a:avLst/>
          </a:prstGeom>
          <a:noFill/>
          <a:ln>
            <a:noFill/>
          </a:ln>
        </p:spPr>
        <p:txBody>
          <a:bodyPr anchorCtr="0" anchor="ctr" bIns="91425" lIns="91425" spcFirstLastPara="1" rIns="91425" wrap="square" tIns="91425">
            <a:normAutofit/>
          </a:bodyPr>
          <a:lstStyle>
            <a:lvl1pPr indent="-342900" lvl="0" marL="457200" algn="l">
              <a:lnSpc>
                <a:spcPct val="115000"/>
              </a:lnSpc>
              <a:spcBef>
                <a:spcPts val="0"/>
              </a:spcBef>
              <a:spcAft>
                <a:spcPts val="0"/>
              </a:spcAft>
              <a:buClr>
                <a:schemeClr val="lt1"/>
              </a:buClr>
              <a:buSzPts val="1800"/>
              <a:buChar char="●"/>
              <a:defRPr>
                <a:solidFill>
                  <a:schemeClr val="lt1"/>
                </a:solidFill>
              </a:defRPr>
            </a:lvl1pPr>
            <a:lvl2pPr indent="-317500" lvl="1" marL="914400" algn="l">
              <a:lnSpc>
                <a:spcPct val="115000"/>
              </a:lnSpc>
              <a:spcBef>
                <a:spcPts val="0"/>
              </a:spcBef>
              <a:spcAft>
                <a:spcPts val="0"/>
              </a:spcAft>
              <a:buClr>
                <a:schemeClr val="lt1"/>
              </a:buClr>
              <a:buSzPts val="1400"/>
              <a:buChar char="○"/>
              <a:defRPr>
                <a:solidFill>
                  <a:schemeClr val="lt1"/>
                </a:solidFill>
              </a:defRPr>
            </a:lvl2pPr>
            <a:lvl3pPr indent="-317500" lvl="2" marL="1371600" algn="l">
              <a:lnSpc>
                <a:spcPct val="115000"/>
              </a:lnSpc>
              <a:spcBef>
                <a:spcPts val="0"/>
              </a:spcBef>
              <a:spcAft>
                <a:spcPts val="0"/>
              </a:spcAft>
              <a:buClr>
                <a:schemeClr val="lt1"/>
              </a:buClr>
              <a:buSzPts val="1400"/>
              <a:buChar char="■"/>
              <a:defRPr>
                <a:solidFill>
                  <a:schemeClr val="lt1"/>
                </a:solidFill>
              </a:defRPr>
            </a:lvl3pPr>
            <a:lvl4pPr indent="-317500" lvl="3" marL="1828800" algn="l">
              <a:lnSpc>
                <a:spcPct val="115000"/>
              </a:lnSpc>
              <a:spcBef>
                <a:spcPts val="0"/>
              </a:spcBef>
              <a:spcAft>
                <a:spcPts val="0"/>
              </a:spcAft>
              <a:buClr>
                <a:schemeClr val="lt1"/>
              </a:buClr>
              <a:buSzPts val="1400"/>
              <a:buChar char="●"/>
              <a:defRPr>
                <a:solidFill>
                  <a:schemeClr val="lt1"/>
                </a:solidFill>
              </a:defRPr>
            </a:lvl4pPr>
            <a:lvl5pPr indent="-317500" lvl="4" marL="2286000" algn="l">
              <a:lnSpc>
                <a:spcPct val="115000"/>
              </a:lnSpc>
              <a:spcBef>
                <a:spcPts val="0"/>
              </a:spcBef>
              <a:spcAft>
                <a:spcPts val="0"/>
              </a:spcAft>
              <a:buClr>
                <a:schemeClr val="lt1"/>
              </a:buClr>
              <a:buSzPts val="1400"/>
              <a:buChar char="○"/>
              <a:defRPr>
                <a:solidFill>
                  <a:schemeClr val="lt1"/>
                </a:solidFill>
              </a:defRPr>
            </a:lvl5pPr>
            <a:lvl6pPr indent="-317500" lvl="5" marL="2743200" algn="l">
              <a:lnSpc>
                <a:spcPct val="115000"/>
              </a:lnSpc>
              <a:spcBef>
                <a:spcPts val="0"/>
              </a:spcBef>
              <a:spcAft>
                <a:spcPts val="0"/>
              </a:spcAft>
              <a:buClr>
                <a:schemeClr val="lt1"/>
              </a:buClr>
              <a:buSzPts val="1400"/>
              <a:buChar char="■"/>
              <a:defRPr>
                <a:solidFill>
                  <a:schemeClr val="lt1"/>
                </a:solidFill>
              </a:defRPr>
            </a:lvl6pPr>
            <a:lvl7pPr indent="-317500" lvl="6" marL="3200400" algn="l">
              <a:lnSpc>
                <a:spcPct val="115000"/>
              </a:lnSpc>
              <a:spcBef>
                <a:spcPts val="0"/>
              </a:spcBef>
              <a:spcAft>
                <a:spcPts val="0"/>
              </a:spcAft>
              <a:buClr>
                <a:schemeClr val="lt1"/>
              </a:buClr>
              <a:buSzPts val="1400"/>
              <a:buChar char="●"/>
              <a:defRPr>
                <a:solidFill>
                  <a:schemeClr val="lt1"/>
                </a:solidFill>
              </a:defRPr>
            </a:lvl7pPr>
            <a:lvl8pPr indent="-317500" lvl="7" marL="3657600" algn="l">
              <a:lnSpc>
                <a:spcPct val="115000"/>
              </a:lnSpc>
              <a:spcBef>
                <a:spcPts val="0"/>
              </a:spcBef>
              <a:spcAft>
                <a:spcPts val="0"/>
              </a:spcAft>
              <a:buClr>
                <a:schemeClr val="lt1"/>
              </a:buClr>
              <a:buSzPts val="1400"/>
              <a:buChar char="○"/>
              <a:defRPr>
                <a:solidFill>
                  <a:schemeClr val="lt1"/>
                </a:solidFill>
              </a:defRPr>
            </a:lvl8pPr>
            <a:lvl9pPr indent="-317500" lvl="8" marL="4114800" algn="l">
              <a:lnSpc>
                <a:spcPct val="115000"/>
              </a:lnSpc>
              <a:spcBef>
                <a:spcPts val="0"/>
              </a:spcBef>
              <a:spcAft>
                <a:spcPts val="0"/>
              </a:spcAft>
              <a:buClr>
                <a:schemeClr val="lt1"/>
              </a:buClr>
              <a:buSzPts val="1400"/>
              <a:buChar char="■"/>
              <a:defRPr>
                <a:solidFill>
                  <a:schemeClr val="lt1"/>
                </a:solidFill>
              </a:defRPr>
            </a:lvl9pPr>
          </a:lstStyle>
          <a:p/>
        </p:txBody>
      </p:sp>
      <p:sp>
        <p:nvSpPr>
          <p:cNvPr id="145" name="Google Shape;145;p24"/>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pic>
        <p:nvPicPr>
          <p:cNvPr id="146" name="Google Shape;146;p24"/>
          <p:cNvPicPr preferRelativeResize="0"/>
          <p:nvPr/>
        </p:nvPicPr>
        <p:blipFill rotWithShape="1">
          <a:blip r:embed="rId2">
            <a:alphaModFix/>
          </a:blip>
          <a:srcRect b="0" l="0" r="0" t="0"/>
          <a:stretch/>
        </p:blipFill>
        <p:spPr>
          <a:xfrm>
            <a:off x="8223025" y="-6"/>
            <a:ext cx="920975" cy="914400"/>
          </a:xfrm>
          <a:prstGeom prst="rect">
            <a:avLst/>
          </a:prstGeom>
          <a:noFill/>
          <a:ln>
            <a:noFill/>
          </a:ln>
        </p:spPr>
      </p:pic>
      <p:pic>
        <p:nvPicPr>
          <p:cNvPr id="147" name="Google Shape;147;p24"/>
          <p:cNvPicPr preferRelativeResize="0"/>
          <p:nvPr/>
        </p:nvPicPr>
        <p:blipFill>
          <a:blip r:embed="rId3">
            <a:alphaModFix/>
          </a:blip>
          <a:stretch>
            <a:fillRect/>
          </a:stretch>
        </p:blipFill>
        <p:spPr>
          <a:xfrm>
            <a:off x="190331" y="4614328"/>
            <a:ext cx="2575265" cy="393600"/>
          </a:xfrm>
          <a:prstGeom prst="rect">
            <a:avLst/>
          </a:prstGeom>
          <a:noFill/>
          <a:ln>
            <a:noFill/>
          </a:ln>
        </p:spPr>
      </p:pic>
    </p:spTree>
  </p:cSld>
  <p:clrMapOvr>
    <a:masterClrMapping/>
  </p:clrMapOvr>
</p:sldLayout>
</file>

<file path=ppt/slideLayouts/slideLayout2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ig number">
  <p:cSld name="BIG_NUMBER">
    <p:bg>
      <p:bgPr>
        <a:gradFill>
          <a:gsLst>
            <a:gs pos="0">
              <a:srgbClr val="003778"/>
            </a:gs>
            <a:gs pos="100000">
              <a:srgbClr val="00183C"/>
            </a:gs>
          </a:gsLst>
          <a:lin ang="2700006" scaled="0"/>
        </a:gradFill>
      </p:bgPr>
    </p:bg>
    <p:spTree>
      <p:nvGrpSpPr>
        <p:cNvPr id="148" name="Shape 148"/>
        <p:cNvGrpSpPr/>
        <p:nvPr/>
      </p:nvGrpSpPr>
      <p:grpSpPr>
        <a:xfrm>
          <a:off x="0" y="0"/>
          <a:ext cx="0" cy="0"/>
          <a:chOff x="0" y="0"/>
          <a:chExt cx="0" cy="0"/>
        </a:xfrm>
      </p:grpSpPr>
      <p:grpSp>
        <p:nvGrpSpPr>
          <p:cNvPr id="149" name="Google Shape;149;p25"/>
          <p:cNvGrpSpPr/>
          <p:nvPr/>
        </p:nvGrpSpPr>
        <p:grpSpPr>
          <a:xfrm>
            <a:off x="6098378" y="5"/>
            <a:ext cx="3045625" cy="2030570"/>
            <a:chOff x="6098378" y="5"/>
            <a:chExt cx="3045625" cy="2030570"/>
          </a:xfrm>
        </p:grpSpPr>
        <p:sp>
          <p:nvSpPr>
            <p:cNvPr id="150" name="Google Shape;150;p25"/>
            <p:cNvSpPr/>
            <p:nvPr/>
          </p:nvSpPr>
          <p:spPr>
            <a:xfrm>
              <a:off x="8128803" y="16"/>
              <a:ext cx="1015200" cy="1015200"/>
            </a:xfrm>
            <a:prstGeom prst="rect">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51" name="Google Shape;151;p25"/>
            <p:cNvSpPr/>
            <p:nvPr/>
          </p:nvSpPr>
          <p:spPr>
            <a:xfrm flipH="1">
              <a:off x="7113463" y="5"/>
              <a:ext cx="1015200" cy="1015200"/>
            </a:xfrm>
            <a:prstGeom prst="rtTriangle">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52" name="Google Shape;152;p25"/>
            <p:cNvSpPr/>
            <p:nvPr/>
          </p:nvSpPr>
          <p:spPr>
            <a:xfrm rot="10800000">
              <a:off x="6098378" y="97"/>
              <a:ext cx="1015200" cy="1015200"/>
            </a:xfrm>
            <a:prstGeom prst="rtTriangle">
              <a:avLst/>
            </a:prstGeom>
            <a:solidFill>
              <a:schemeClr val="accent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53" name="Google Shape;153;p25"/>
            <p:cNvSpPr/>
            <p:nvPr/>
          </p:nvSpPr>
          <p:spPr>
            <a:xfrm rot="10800000">
              <a:off x="8128789" y="1015375"/>
              <a:ext cx="1015200" cy="1015200"/>
            </a:xfrm>
            <a:prstGeom prst="rtTriangle">
              <a:avLst/>
            </a:prstGeom>
            <a:solidFill>
              <a:schemeClr val="accent6"/>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sp>
        <p:nvSpPr>
          <p:cNvPr id="154" name="Google Shape;154;p25"/>
          <p:cNvSpPr txBox="1"/>
          <p:nvPr>
            <p:ph hasCustomPrompt="1" type="title"/>
          </p:nvPr>
        </p:nvSpPr>
        <p:spPr>
          <a:xfrm>
            <a:off x="311700" y="1256050"/>
            <a:ext cx="8520600" cy="2030700"/>
          </a:xfrm>
          <a:prstGeom prst="rect">
            <a:avLst/>
          </a:prstGeom>
          <a:noFill/>
          <a:ln>
            <a:noFill/>
          </a:ln>
        </p:spPr>
        <p:txBody>
          <a:bodyPr anchorCtr="0" anchor="b" bIns="91425" lIns="91425" spcFirstLastPara="1" rIns="91425" wrap="square" tIns="91425">
            <a:normAutofit/>
          </a:bodyPr>
          <a:lstStyle>
            <a:lvl1pPr lvl="0" algn="ctr">
              <a:lnSpc>
                <a:spcPct val="100000"/>
              </a:lnSpc>
              <a:spcBef>
                <a:spcPts val="0"/>
              </a:spcBef>
              <a:spcAft>
                <a:spcPts val="0"/>
              </a:spcAft>
              <a:buClr>
                <a:schemeClr val="lt1"/>
              </a:buClr>
              <a:buSzPts val="12000"/>
              <a:buNone/>
              <a:defRPr sz="12000">
                <a:solidFill>
                  <a:schemeClr val="lt1"/>
                </a:solidFill>
              </a:defRPr>
            </a:lvl1pPr>
            <a:lvl2pPr lvl="1" algn="ctr">
              <a:lnSpc>
                <a:spcPct val="100000"/>
              </a:lnSpc>
              <a:spcBef>
                <a:spcPts val="0"/>
              </a:spcBef>
              <a:spcAft>
                <a:spcPts val="0"/>
              </a:spcAft>
              <a:buClr>
                <a:schemeClr val="lt1"/>
              </a:buClr>
              <a:buSzPts val="12000"/>
              <a:buNone/>
              <a:defRPr sz="12000">
                <a:solidFill>
                  <a:schemeClr val="lt1"/>
                </a:solidFill>
              </a:defRPr>
            </a:lvl2pPr>
            <a:lvl3pPr lvl="2" algn="ctr">
              <a:lnSpc>
                <a:spcPct val="100000"/>
              </a:lnSpc>
              <a:spcBef>
                <a:spcPts val="0"/>
              </a:spcBef>
              <a:spcAft>
                <a:spcPts val="0"/>
              </a:spcAft>
              <a:buClr>
                <a:schemeClr val="lt1"/>
              </a:buClr>
              <a:buSzPts val="12000"/>
              <a:buNone/>
              <a:defRPr sz="12000">
                <a:solidFill>
                  <a:schemeClr val="lt1"/>
                </a:solidFill>
              </a:defRPr>
            </a:lvl3pPr>
            <a:lvl4pPr lvl="3" algn="ctr">
              <a:lnSpc>
                <a:spcPct val="100000"/>
              </a:lnSpc>
              <a:spcBef>
                <a:spcPts val="0"/>
              </a:spcBef>
              <a:spcAft>
                <a:spcPts val="0"/>
              </a:spcAft>
              <a:buClr>
                <a:schemeClr val="lt1"/>
              </a:buClr>
              <a:buSzPts val="12000"/>
              <a:buNone/>
              <a:defRPr sz="12000">
                <a:solidFill>
                  <a:schemeClr val="lt1"/>
                </a:solidFill>
              </a:defRPr>
            </a:lvl4pPr>
            <a:lvl5pPr lvl="4" algn="ctr">
              <a:lnSpc>
                <a:spcPct val="100000"/>
              </a:lnSpc>
              <a:spcBef>
                <a:spcPts val="0"/>
              </a:spcBef>
              <a:spcAft>
                <a:spcPts val="0"/>
              </a:spcAft>
              <a:buClr>
                <a:schemeClr val="lt1"/>
              </a:buClr>
              <a:buSzPts val="12000"/>
              <a:buNone/>
              <a:defRPr sz="12000">
                <a:solidFill>
                  <a:schemeClr val="lt1"/>
                </a:solidFill>
              </a:defRPr>
            </a:lvl5pPr>
            <a:lvl6pPr lvl="5" algn="ctr">
              <a:lnSpc>
                <a:spcPct val="100000"/>
              </a:lnSpc>
              <a:spcBef>
                <a:spcPts val="0"/>
              </a:spcBef>
              <a:spcAft>
                <a:spcPts val="0"/>
              </a:spcAft>
              <a:buClr>
                <a:schemeClr val="lt1"/>
              </a:buClr>
              <a:buSzPts val="12000"/>
              <a:buNone/>
              <a:defRPr sz="12000">
                <a:solidFill>
                  <a:schemeClr val="lt1"/>
                </a:solidFill>
              </a:defRPr>
            </a:lvl6pPr>
            <a:lvl7pPr lvl="6" algn="ctr">
              <a:lnSpc>
                <a:spcPct val="100000"/>
              </a:lnSpc>
              <a:spcBef>
                <a:spcPts val="0"/>
              </a:spcBef>
              <a:spcAft>
                <a:spcPts val="0"/>
              </a:spcAft>
              <a:buClr>
                <a:schemeClr val="lt1"/>
              </a:buClr>
              <a:buSzPts val="12000"/>
              <a:buNone/>
              <a:defRPr sz="12000">
                <a:solidFill>
                  <a:schemeClr val="lt1"/>
                </a:solidFill>
              </a:defRPr>
            </a:lvl7pPr>
            <a:lvl8pPr lvl="7" algn="ctr">
              <a:lnSpc>
                <a:spcPct val="100000"/>
              </a:lnSpc>
              <a:spcBef>
                <a:spcPts val="0"/>
              </a:spcBef>
              <a:spcAft>
                <a:spcPts val="0"/>
              </a:spcAft>
              <a:buClr>
                <a:schemeClr val="lt1"/>
              </a:buClr>
              <a:buSzPts val="12000"/>
              <a:buNone/>
              <a:defRPr sz="12000">
                <a:solidFill>
                  <a:schemeClr val="lt1"/>
                </a:solidFill>
              </a:defRPr>
            </a:lvl8pPr>
            <a:lvl9pPr lvl="8" algn="ctr">
              <a:lnSpc>
                <a:spcPct val="100000"/>
              </a:lnSpc>
              <a:spcBef>
                <a:spcPts val="0"/>
              </a:spcBef>
              <a:spcAft>
                <a:spcPts val="0"/>
              </a:spcAft>
              <a:buClr>
                <a:schemeClr val="lt1"/>
              </a:buClr>
              <a:buSzPts val="12000"/>
              <a:buNone/>
              <a:defRPr sz="12000">
                <a:solidFill>
                  <a:schemeClr val="lt1"/>
                </a:solidFill>
              </a:defRPr>
            </a:lvl9pPr>
          </a:lstStyle>
          <a:p>
            <a:r>
              <a:t>xx%</a:t>
            </a:r>
          </a:p>
        </p:txBody>
      </p:sp>
      <p:sp>
        <p:nvSpPr>
          <p:cNvPr id="155" name="Google Shape;155;p25"/>
          <p:cNvSpPr txBox="1"/>
          <p:nvPr>
            <p:ph idx="1" type="body"/>
          </p:nvPr>
        </p:nvSpPr>
        <p:spPr>
          <a:xfrm>
            <a:off x="311700" y="3369225"/>
            <a:ext cx="8520600" cy="1281900"/>
          </a:xfrm>
          <a:prstGeom prst="rect">
            <a:avLst/>
          </a:prstGeom>
          <a:noFill/>
          <a:ln>
            <a:noFill/>
          </a:ln>
        </p:spPr>
        <p:txBody>
          <a:bodyPr anchorCtr="0" anchor="t" bIns="91425" lIns="91425" spcFirstLastPara="1" rIns="91425" wrap="square" tIns="91425">
            <a:normAutofit/>
          </a:bodyPr>
          <a:lstStyle>
            <a:lvl1pPr indent="-342900" lvl="0" marL="457200" algn="ctr">
              <a:lnSpc>
                <a:spcPct val="115000"/>
              </a:lnSpc>
              <a:spcBef>
                <a:spcPts val="0"/>
              </a:spcBef>
              <a:spcAft>
                <a:spcPts val="0"/>
              </a:spcAft>
              <a:buClr>
                <a:schemeClr val="lt1"/>
              </a:buClr>
              <a:buSzPts val="1800"/>
              <a:buChar char="●"/>
              <a:defRPr>
                <a:solidFill>
                  <a:schemeClr val="lt1"/>
                </a:solidFill>
              </a:defRPr>
            </a:lvl1pPr>
            <a:lvl2pPr indent="-317500" lvl="1" marL="914400" algn="ctr">
              <a:lnSpc>
                <a:spcPct val="115000"/>
              </a:lnSpc>
              <a:spcBef>
                <a:spcPts val="0"/>
              </a:spcBef>
              <a:spcAft>
                <a:spcPts val="0"/>
              </a:spcAft>
              <a:buClr>
                <a:schemeClr val="lt1"/>
              </a:buClr>
              <a:buSzPts val="1400"/>
              <a:buChar char="○"/>
              <a:defRPr>
                <a:solidFill>
                  <a:schemeClr val="lt1"/>
                </a:solidFill>
              </a:defRPr>
            </a:lvl2pPr>
            <a:lvl3pPr indent="-317500" lvl="2" marL="1371600" algn="ctr">
              <a:lnSpc>
                <a:spcPct val="115000"/>
              </a:lnSpc>
              <a:spcBef>
                <a:spcPts val="0"/>
              </a:spcBef>
              <a:spcAft>
                <a:spcPts val="0"/>
              </a:spcAft>
              <a:buClr>
                <a:schemeClr val="lt1"/>
              </a:buClr>
              <a:buSzPts val="1400"/>
              <a:buChar char="■"/>
              <a:defRPr>
                <a:solidFill>
                  <a:schemeClr val="lt1"/>
                </a:solidFill>
              </a:defRPr>
            </a:lvl3pPr>
            <a:lvl4pPr indent="-317500" lvl="3" marL="1828800" algn="ctr">
              <a:lnSpc>
                <a:spcPct val="115000"/>
              </a:lnSpc>
              <a:spcBef>
                <a:spcPts val="0"/>
              </a:spcBef>
              <a:spcAft>
                <a:spcPts val="0"/>
              </a:spcAft>
              <a:buClr>
                <a:schemeClr val="lt1"/>
              </a:buClr>
              <a:buSzPts val="1400"/>
              <a:buChar char="●"/>
              <a:defRPr>
                <a:solidFill>
                  <a:schemeClr val="lt1"/>
                </a:solidFill>
              </a:defRPr>
            </a:lvl4pPr>
            <a:lvl5pPr indent="-317500" lvl="4" marL="2286000" algn="ctr">
              <a:lnSpc>
                <a:spcPct val="115000"/>
              </a:lnSpc>
              <a:spcBef>
                <a:spcPts val="0"/>
              </a:spcBef>
              <a:spcAft>
                <a:spcPts val="0"/>
              </a:spcAft>
              <a:buClr>
                <a:schemeClr val="lt1"/>
              </a:buClr>
              <a:buSzPts val="1400"/>
              <a:buChar char="○"/>
              <a:defRPr>
                <a:solidFill>
                  <a:schemeClr val="lt1"/>
                </a:solidFill>
              </a:defRPr>
            </a:lvl5pPr>
            <a:lvl6pPr indent="-317500" lvl="5" marL="2743200" algn="ctr">
              <a:lnSpc>
                <a:spcPct val="115000"/>
              </a:lnSpc>
              <a:spcBef>
                <a:spcPts val="0"/>
              </a:spcBef>
              <a:spcAft>
                <a:spcPts val="0"/>
              </a:spcAft>
              <a:buClr>
                <a:schemeClr val="lt1"/>
              </a:buClr>
              <a:buSzPts val="1400"/>
              <a:buChar char="■"/>
              <a:defRPr>
                <a:solidFill>
                  <a:schemeClr val="lt1"/>
                </a:solidFill>
              </a:defRPr>
            </a:lvl6pPr>
            <a:lvl7pPr indent="-317500" lvl="6" marL="3200400" algn="ctr">
              <a:lnSpc>
                <a:spcPct val="115000"/>
              </a:lnSpc>
              <a:spcBef>
                <a:spcPts val="0"/>
              </a:spcBef>
              <a:spcAft>
                <a:spcPts val="0"/>
              </a:spcAft>
              <a:buClr>
                <a:schemeClr val="lt1"/>
              </a:buClr>
              <a:buSzPts val="1400"/>
              <a:buChar char="●"/>
              <a:defRPr>
                <a:solidFill>
                  <a:schemeClr val="lt1"/>
                </a:solidFill>
              </a:defRPr>
            </a:lvl7pPr>
            <a:lvl8pPr indent="-317500" lvl="7" marL="3657600" algn="ctr">
              <a:lnSpc>
                <a:spcPct val="115000"/>
              </a:lnSpc>
              <a:spcBef>
                <a:spcPts val="0"/>
              </a:spcBef>
              <a:spcAft>
                <a:spcPts val="0"/>
              </a:spcAft>
              <a:buClr>
                <a:schemeClr val="lt1"/>
              </a:buClr>
              <a:buSzPts val="1400"/>
              <a:buChar char="○"/>
              <a:defRPr>
                <a:solidFill>
                  <a:schemeClr val="lt1"/>
                </a:solidFill>
              </a:defRPr>
            </a:lvl8pPr>
            <a:lvl9pPr indent="-317500" lvl="8" marL="4114800" algn="ctr">
              <a:lnSpc>
                <a:spcPct val="115000"/>
              </a:lnSpc>
              <a:spcBef>
                <a:spcPts val="0"/>
              </a:spcBef>
              <a:spcAft>
                <a:spcPts val="0"/>
              </a:spcAft>
              <a:buClr>
                <a:schemeClr val="lt1"/>
              </a:buClr>
              <a:buSzPts val="1400"/>
              <a:buChar char="■"/>
              <a:defRPr>
                <a:solidFill>
                  <a:schemeClr val="lt1"/>
                </a:solidFill>
              </a:defRPr>
            </a:lvl9pPr>
          </a:lstStyle>
          <a:p/>
        </p:txBody>
      </p:sp>
      <p:sp>
        <p:nvSpPr>
          <p:cNvPr id="156" name="Google Shape;156;p25"/>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pic>
        <p:nvPicPr>
          <p:cNvPr id="157" name="Google Shape;157;p25"/>
          <p:cNvPicPr preferRelativeResize="0"/>
          <p:nvPr/>
        </p:nvPicPr>
        <p:blipFill rotWithShape="1">
          <a:blip r:embed="rId2">
            <a:alphaModFix/>
          </a:blip>
          <a:srcRect b="0" l="0" r="0" t="0"/>
          <a:stretch/>
        </p:blipFill>
        <p:spPr>
          <a:xfrm>
            <a:off x="8460425" y="301096"/>
            <a:ext cx="286575" cy="429875"/>
          </a:xfrm>
          <a:prstGeom prst="rect">
            <a:avLst/>
          </a:prstGeom>
          <a:noFill/>
          <a:ln>
            <a:noFill/>
          </a:ln>
        </p:spPr>
      </p:pic>
    </p:spTree>
  </p:cSld>
  <p:clrMapOvr>
    <a:masterClrMapping/>
  </p:clrMapOvr>
</p:sldLayout>
</file>

<file path=ppt/slideLayouts/slideLayout2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lank" type="blank">
  <p:cSld name="BLANK">
    <p:spTree>
      <p:nvGrpSpPr>
        <p:cNvPr id="158" name="Shape 158"/>
        <p:cNvGrpSpPr/>
        <p:nvPr/>
      </p:nvGrpSpPr>
      <p:grpSpPr>
        <a:xfrm>
          <a:off x="0" y="0"/>
          <a:ext cx="0" cy="0"/>
          <a:chOff x="0" y="0"/>
          <a:chExt cx="0" cy="0"/>
        </a:xfrm>
      </p:grpSpPr>
      <p:sp>
        <p:nvSpPr>
          <p:cNvPr id="159" name="Google Shape;159;p26"/>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2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Page Dark" type="title">
  <p:cSld name="TITLE">
    <p:bg>
      <p:bgPr>
        <a:gradFill>
          <a:gsLst>
            <a:gs pos="0">
              <a:srgbClr val="003778"/>
            </a:gs>
            <a:gs pos="100000">
              <a:srgbClr val="00183C"/>
            </a:gs>
          </a:gsLst>
          <a:lin ang="2700006" scaled="0"/>
        </a:gradFill>
      </p:bgPr>
    </p:bg>
    <p:spTree>
      <p:nvGrpSpPr>
        <p:cNvPr id="160" name="Shape 160"/>
        <p:cNvGrpSpPr/>
        <p:nvPr/>
      </p:nvGrpSpPr>
      <p:grpSpPr>
        <a:xfrm>
          <a:off x="0" y="0"/>
          <a:ext cx="0" cy="0"/>
          <a:chOff x="0" y="0"/>
          <a:chExt cx="0" cy="0"/>
        </a:xfrm>
      </p:grpSpPr>
      <p:sp>
        <p:nvSpPr>
          <p:cNvPr id="161" name="Google Shape;161;p27"/>
          <p:cNvSpPr/>
          <p:nvPr/>
        </p:nvSpPr>
        <p:spPr>
          <a:xfrm>
            <a:off x="8128803" y="-9"/>
            <a:ext cx="1015200" cy="1015200"/>
          </a:xfrm>
          <a:prstGeom prst="rect">
            <a:avLst/>
          </a:prstGeom>
          <a:solidFill>
            <a:srgbClr val="F6F7FA"/>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62" name="Google Shape;162;p27"/>
          <p:cNvSpPr/>
          <p:nvPr/>
        </p:nvSpPr>
        <p:spPr>
          <a:xfrm>
            <a:off x="8128828" y="1791"/>
            <a:ext cx="1015200" cy="1015200"/>
          </a:xfrm>
          <a:prstGeom prst="rect">
            <a:avLst/>
          </a:prstGeom>
          <a:solidFill>
            <a:schemeClr val="accent3"/>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63" name="Google Shape;163;p27"/>
          <p:cNvSpPr/>
          <p:nvPr/>
        </p:nvSpPr>
        <p:spPr>
          <a:xfrm rot="10800000">
            <a:off x="7112428" y="1797"/>
            <a:ext cx="1015200" cy="1015200"/>
          </a:xfrm>
          <a:prstGeom prst="rtTriangle">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64" name="Google Shape;164;p27"/>
          <p:cNvSpPr/>
          <p:nvPr/>
        </p:nvSpPr>
        <p:spPr>
          <a:xfrm rot="10800000">
            <a:off x="8127625" y="2030450"/>
            <a:ext cx="1017600" cy="1017600"/>
          </a:xfrm>
          <a:prstGeom prst="rtTriangle">
            <a:avLst/>
          </a:prstGeom>
          <a:solidFill>
            <a:schemeClr val="accent6"/>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65" name="Google Shape;165;p27"/>
          <p:cNvSpPr/>
          <p:nvPr/>
        </p:nvSpPr>
        <p:spPr>
          <a:xfrm>
            <a:off x="7605025" y="600"/>
            <a:ext cx="1014000" cy="1014000"/>
          </a:xfrm>
          <a:prstGeom prst="ellipse">
            <a:avLst/>
          </a:prstGeom>
          <a:solidFill>
            <a:schemeClr val="l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66" name="Google Shape;166;p27"/>
          <p:cNvSpPr/>
          <p:nvPr/>
        </p:nvSpPr>
        <p:spPr>
          <a:xfrm>
            <a:off x="8128803" y="1015216"/>
            <a:ext cx="1015200" cy="1015200"/>
          </a:xfrm>
          <a:prstGeom prst="rect">
            <a:avLst/>
          </a:prstGeom>
          <a:solidFill>
            <a:schemeClr val="accent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pic>
        <p:nvPicPr>
          <p:cNvPr id="167" name="Google Shape;167;p27"/>
          <p:cNvPicPr preferRelativeResize="0"/>
          <p:nvPr/>
        </p:nvPicPr>
        <p:blipFill rotWithShape="1">
          <a:blip r:embed="rId2">
            <a:alphaModFix/>
          </a:blip>
          <a:srcRect b="0" l="0" r="0" t="0"/>
          <a:stretch/>
        </p:blipFill>
        <p:spPr>
          <a:xfrm>
            <a:off x="8398214" y="1165560"/>
            <a:ext cx="476350" cy="714544"/>
          </a:xfrm>
          <a:prstGeom prst="rect">
            <a:avLst/>
          </a:prstGeom>
          <a:noFill/>
          <a:ln>
            <a:noFill/>
          </a:ln>
        </p:spPr>
      </p:pic>
      <p:pic>
        <p:nvPicPr>
          <p:cNvPr id="168" name="Google Shape;168;p27"/>
          <p:cNvPicPr preferRelativeResize="0"/>
          <p:nvPr/>
        </p:nvPicPr>
        <p:blipFill rotWithShape="1">
          <a:blip r:embed="rId3">
            <a:alphaModFix/>
          </a:blip>
          <a:srcRect b="0" l="0" r="0" t="0"/>
          <a:stretch/>
        </p:blipFill>
        <p:spPr>
          <a:xfrm rot="10800000">
            <a:off x="-4" y="4155124"/>
            <a:ext cx="988375" cy="988375"/>
          </a:xfrm>
          <a:prstGeom prst="rect">
            <a:avLst/>
          </a:prstGeom>
          <a:noFill/>
          <a:ln>
            <a:noFill/>
          </a:ln>
        </p:spPr>
      </p:pic>
      <p:pic>
        <p:nvPicPr>
          <p:cNvPr id="169" name="Google Shape;169;p27"/>
          <p:cNvPicPr preferRelativeResize="0"/>
          <p:nvPr/>
        </p:nvPicPr>
        <p:blipFill>
          <a:blip r:embed="rId4">
            <a:alphaModFix/>
          </a:blip>
          <a:stretch>
            <a:fillRect/>
          </a:stretch>
        </p:blipFill>
        <p:spPr>
          <a:xfrm>
            <a:off x="2075494" y="2073778"/>
            <a:ext cx="4674858" cy="714544"/>
          </a:xfrm>
          <a:prstGeom prst="rect">
            <a:avLst/>
          </a:prstGeom>
          <a:noFill/>
          <a:ln>
            <a:noFill/>
          </a:ln>
        </p:spPr>
      </p:pic>
    </p:spTree>
  </p:cSld>
  <p:clrMapOvr>
    <a:masterClrMapping/>
  </p:clrMapOvr>
</p:sldLayout>
</file>

<file path=ppt/slideLayouts/slideLayout2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Caption">
  <p:cSld name="CAPTION_ONLY">
    <p:spTree>
      <p:nvGrpSpPr>
        <p:cNvPr id="170" name="Shape 170"/>
        <p:cNvGrpSpPr/>
        <p:nvPr/>
      </p:nvGrpSpPr>
      <p:grpSpPr>
        <a:xfrm>
          <a:off x="0" y="0"/>
          <a:ext cx="0" cy="0"/>
          <a:chOff x="0" y="0"/>
          <a:chExt cx="0" cy="0"/>
        </a:xfrm>
      </p:grpSpPr>
      <p:sp>
        <p:nvSpPr>
          <p:cNvPr id="171" name="Google Shape;171;p28"/>
          <p:cNvSpPr txBox="1"/>
          <p:nvPr>
            <p:ph idx="1" type="body"/>
          </p:nvPr>
        </p:nvSpPr>
        <p:spPr>
          <a:xfrm>
            <a:off x="319500" y="4230575"/>
            <a:ext cx="5998800" cy="598800"/>
          </a:xfrm>
          <a:prstGeom prst="rect">
            <a:avLst/>
          </a:prstGeom>
          <a:noFill/>
          <a:ln>
            <a:noFill/>
          </a:ln>
        </p:spPr>
        <p:txBody>
          <a:bodyPr anchorCtr="0" anchor="ctr" bIns="91425" lIns="91425" spcFirstLastPara="1" rIns="91425" wrap="square" tIns="91425">
            <a:normAutofit/>
          </a:bodyPr>
          <a:lstStyle>
            <a:lvl1pPr indent="-228600" lvl="0" marL="457200" algn="l">
              <a:lnSpc>
                <a:spcPct val="100000"/>
              </a:lnSpc>
              <a:spcBef>
                <a:spcPts val="0"/>
              </a:spcBef>
              <a:spcAft>
                <a:spcPts val="0"/>
              </a:spcAft>
              <a:buSzPts val="1800"/>
              <a:buNone/>
              <a:defRPr/>
            </a:lvl1pPr>
          </a:lstStyle>
          <a:p/>
        </p:txBody>
      </p:sp>
      <p:sp>
        <p:nvSpPr>
          <p:cNvPr id="172" name="Google Shape;172;p28"/>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2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Project Overview">
  <p:cSld name="OBJECT_1">
    <p:bg>
      <p:bgPr>
        <a:gradFill>
          <a:gsLst>
            <a:gs pos="0">
              <a:srgbClr val="42B0FF"/>
            </a:gs>
            <a:gs pos="100000">
              <a:srgbClr val="076EB8"/>
            </a:gs>
          </a:gsLst>
          <a:lin ang="13500032" scaled="0"/>
        </a:gradFill>
      </p:bgPr>
    </p:bg>
    <p:spTree>
      <p:nvGrpSpPr>
        <p:cNvPr id="173" name="Shape 173"/>
        <p:cNvGrpSpPr/>
        <p:nvPr/>
      </p:nvGrpSpPr>
      <p:grpSpPr>
        <a:xfrm>
          <a:off x="0" y="0"/>
          <a:ext cx="0" cy="0"/>
          <a:chOff x="0" y="0"/>
          <a:chExt cx="0" cy="0"/>
        </a:xfrm>
      </p:grpSpPr>
      <p:sp>
        <p:nvSpPr>
          <p:cNvPr id="174" name="Google Shape;174;p29"/>
          <p:cNvSpPr/>
          <p:nvPr/>
        </p:nvSpPr>
        <p:spPr>
          <a:xfrm>
            <a:off x="-19" y="1040700"/>
            <a:ext cx="9144000" cy="4102800"/>
          </a:xfrm>
          <a:prstGeom prst="rect">
            <a:avLst/>
          </a:prstGeom>
          <a:solidFill>
            <a:schemeClr val="lt1"/>
          </a:solidFill>
          <a:ln>
            <a:noFill/>
          </a:ln>
        </p:spPr>
        <p:txBody>
          <a:bodyPr anchorCtr="0" anchor="ctr" bIns="68575" lIns="68575" spcFirstLastPara="1" rIns="68575" wrap="square" tIns="68575">
            <a:noAutofit/>
          </a:bodyPr>
          <a:lstStyle/>
          <a:p>
            <a:pPr indent="0" lvl="0" marL="0" rtl="0" algn="l">
              <a:spcBef>
                <a:spcPts val="0"/>
              </a:spcBef>
              <a:spcAft>
                <a:spcPts val="0"/>
              </a:spcAft>
              <a:buNone/>
            </a:pPr>
            <a:r>
              <a:t/>
            </a:r>
            <a:endParaRPr/>
          </a:p>
        </p:txBody>
      </p:sp>
      <p:sp>
        <p:nvSpPr>
          <p:cNvPr id="175" name="Google Shape;175;p29"/>
          <p:cNvSpPr txBox="1"/>
          <p:nvPr>
            <p:ph idx="1" type="body"/>
          </p:nvPr>
        </p:nvSpPr>
        <p:spPr>
          <a:xfrm>
            <a:off x="462713" y="1135388"/>
            <a:ext cx="4811100" cy="3327300"/>
          </a:xfrm>
          <a:prstGeom prst="rect">
            <a:avLst/>
          </a:prstGeom>
          <a:noFill/>
          <a:ln>
            <a:noFill/>
          </a:ln>
        </p:spPr>
        <p:txBody>
          <a:bodyPr anchorCtr="0" anchor="t" bIns="0" lIns="0" spcFirstLastPara="1" rIns="0" wrap="square" tIns="0">
            <a:normAutofit/>
          </a:bodyPr>
          <a:lstStyle>
            <a:lvl1pPr indent="-342900" lvl="0" marL="457200" rtl="0" algn="l">
              <a:lnSpc>
                <a:spcPct val="100000"/>
              </a:lnSpc>
              <a:spcBef>
                <a:spcPts val="900"/>
              </a:spcBef>
              <a:spcAft>
                <a:spcPts val="0"/>
              </a:spcAft>
              <a:buClr>
                <a:schemeClr val="dk1"/>
              </a:buClr>
              <a:buSzPts val="1800"/>
              <a:buChar char="•"/>
              <a:defRPr>
                <a:latin typeface="Roboto Slab"/>
                <a:ea typeface="Roboto Slab"/>
                <a:cs typeface="Roboto Slab"/>
                <a:sym typeface="Roboto Slab"/>
              </a:defRPr>
            </a:lvl1pPr>
            <a:lvl2pPr indent="-323850" lvl="1" marL="914400" rtl="0" algn="l">
              <a:lnSpc>
                <a:spcPct val="100000"/>
              </a:lnSpc>
              <a:spcBef>
                <a:spcPts val="900"/>
              </a:spcBef>
              <a:spcAft>
                <a:spcPts val="0"/>
              </a:spcAft>
              <a:buClr>
                <a:schemeClr val="dk1"/>
              </a:buClr>
              <a:buSzPts val="1500"/>
              <a:buChar char="•"/>
              <a:defRPr>
                <a:latin typeface="Roboto Slab"/>
                <a:ea typeface="Roboto Slab"/>
                <a:cs typeface="Roboto Slab"/>
                <a:sym typeface="Roboto Slab"/>
              </a:defRPr>
            </a:lvl2pPr>
            <a:lvl3pPr indent="-323850" lvl="2" marL="1371600" rtl="0" algn="l">
              <a:lnSpc>
                <a:spcPct val="100000"/>
              </a:lnSpc>
              <a:spcBef>
                <a:spcPts val="900"/>
              </a:spcBef>
              <a:spcAft>
                <a:spcPts val="0"/>
              </a:spcAft>
              <a:buClr>
                <a:schemeClr val="dk1"/>
              </a:buClr>
              <a:buSzPts val="1500"/>
              <a:buChar char="•"/>
              <a:defRPr>
                <a:latin typeface="Roboto Slab"/>
                <a:ea typeface="Roboto Slab"/>
                <a:cs typeface="Roboto Slab"/>
                <a:sym typeface="Roboto Slab"/>
              </a:defRPr>
            </a:lvl3pPr>
            <a:lvl4pPr indent="-323850" lvl="3" marL="1828800" rtl="0" algn="l">
              <a:lnSpc>
                <a:spcPct val="100000"/>
              </a:lnSpc>
              <a:spcBef>
                <a:spcPts val="900"/>
              </a:spcBef>
              <a:spcAft>
                <a:spcPts val="0"/>
              </a:spcAft>
              <a:buClr>
                <a:schemeClr val="dk1"/>
              </a:buClr>
              <a:buSzPts val="1500"/>
              <a:buChar char="•"/>
              <a:defRPr>
                <a:latin typeface="Roboto Slab"/>
                <a:ea typeface="Roboto Slab"/>
                <a:cs typeface="Roboto Slab"/>
                <a:sym typeface="Roboto Slab"/>
              </a:defRPr>
            </a:lvl4pPr>
            <a:lvl5pPr indent="-323850" lvl="4" marL="2286000" rtl="0" algn="l">
              <a:lnSpc>
                <a:spcPct val="100000"/>
              </a:lnSpc>
              <a:spcBef>
                <a:spcPts val="900"/>
              </a:spcBef>
              <a:spcAft>
                <a:spcPts val="0"/>
              </a:spcAft>
              <a:buClr>
                <a:schemeClr val="dk1"/>
              </a:buClr>
              <a:buSzPts val="1500"/>
              <a:buChar char="•"/>
              <a:defRPr>
                <a:latin typeface="Roboto Slab"/>
                <a:ea typeface="Roboto Slab"/>
                <a:cs typeface="Roboto Slab"/>
                <a:sym typeface="Roboto Slab"/>
              </a:defRPr>
            </a:lvl5pPr>
            <a:lvl6pPr indent="-317500" lvl="5" marL="2743200" rtl="0" algn="l">
              <a:lnSpc>
                <a:spcPct val="90000"/>
              </a:lnSpc>
              <a:spcBef>
                <a:spcPts val="400"/>
              </a:spcBef>
              <a:spcAft>
                <a:spcPts val="0"/>
              </a:spcAft>
              <a:buClr>
                <a:schemeClr val="dk1"/>
              </a:buClr>
              <a:buSzPts val="1400"/>
              <a:buChar char="•"/>
              <a:defRPr/>
            </a:lvl6pPr>
            <a:lvl7pPr indent="-317500" lvl="6" marL="3200400" rtl="0" algn="l">
              <a:lnSpc>
                <a:spcPct val="90000"/>
              </a:lnSpc>
              <a:spcBef>
                <a:spcPts val="400"/>
              </a:spcBef>
              <a:spcAft>
                <a:spcPts val="0"/>
              </a:spcAft>
              <a:buClr>
                <a:schemeClr val="dk1"/>
              </a:buClr>
              <a:buSzPts val="1400"/>
              <a:buChar char="•"/>
              <a:defRPr/>
            </a:lvl7pPr>
            <a:lvl8pPr indent="-317500" lvl="7" marL="3657600" rtl="0" algn="l">
              <a:lnSpc>
                <a:spcPct val="90000"/>
              </a:lnSpc>
              <a:spcBef>
                <a:spcPts val="400"/>
              </a:spcBef>
              <a:spcAft>
                <a:spcPts val="0"/>
              </a:spcAft>
              <a:buClr>
                <a:schemeClr val="dk1"/>
              </a:buClr>
              <a:buSzPts val="1400"/>
              <a:buChar char="•"/>
              <a:defRPr/>
            </a:lvl8pPr>
            <a:lvl9pPr indent="-317500" lvl="8" marL="4114800" rtl="0" algn="l">
              <a:lnSpc>
                <a:spcPct val="90000"/>
              </a:lnSpc>
              <a:spcBef>
                <a:spcPts val="400"/>
              </a:spcBef>
              <a:spcAft>
                <a:spcPts val="0"/>
              </a:spcAft>
              <a:buClr>
                <a:schemeClr val="dk1"/>
              </a:buClr>
              <a:buSzPts val="1400"/>
              <a:buChar char="•"/>
              <a:defRPr/>
            </a:lvl9pPr>
          </a:lstStyle>
          <a:p/>
        </p:txBody>
      </p:sp>
      <p:sp>
        <p:nvSpPr>
          <p:cNvPr id="176" name="Google Shape;176;p29"/>
          <p:cNvSpPr txBox="1"/>
          <p:nvPr>
            <p:ph type="title"/>
          </p:nvPr>
        </p:nvSpPr>
        <p:spPr>
          <a:xfrm>
            <a:off x="3065625" y="110588"/>
            <a:ext cx="6078300" cy="807900"/>
          </a:xfrm>
          <a:prstGeom prst="rect">
            <a:avLst/>
          </a:prstGeom>
          <a:noFill/>
          <a:ln>
            <a:noFill/>
          </a:ln>
        </p:spPr>
        <p:txBody>
          <a:bodyPr anchorCtr="0" anchor="ctr" bIns="0" lIns="0" spcFirstLastPara="1" rIns="0" wrap="square" tIns="0">
            <a:normAutofit/>
          </a:bodyPr>
          <a:lstStyle>
            <a:lvl1pPr lvl="0" marR="0" rtl="0" algn="l">
              <a:lnSpc>
                <a:spcPct val="90000"/>
              </a:lnSpc>
              <a:spcBef>
                <a:spcPts val="0"/>
              </a:spcBef>
              <a:spcAft>
                <a:spcPts val="0"/>
              </a:spcAft>
              <a:buClr>
                <a:schemeClr val="lt1"/>
              </a:buClr>
              <a:buSzPts val="3000"/>
              <a:buNone/>
              <a:defRPr i="0" sz="3000" u="none" cap="none" strike="noStrike">
                <a:solidFill>
                  <a:schemeClr val="lt1"/>
                </a:solidFill>
              </a:defRPr>
            </a:lvl1pPr>
            <a:lvl2pPr lvl="1" rtl="0" algn="l">
              <a:lnSpc>
                <a:spcPct val="100000"/>
              </a:lnSpc>
              <a:spcBef>
                <a:spcPts val="0"/>
              </a:spcBef>
              <a:spcAft>
                <a:spcPts val="0"/>
              </a:spcAft>
              <a:buSzPts val="1100"/>
              <a:buNone/>
              <a:defRPr sz="1400"/>
            </a:lvl2pPr>
            <a:lvl3pPr lvl="2" rtl="0" algn="l">
              <a:lnSpc>
                <a:spcPct val="100000"/>
              </a:lnSpc>
              <a:spcBef>
                <a:spcPts val="0"/>
              </a:spcBef>
              <a:spcAft>
                <a:spcPts val="0"/>
              </a:spcAft>
              <a:buSzPts val="1100"/>
              <a:buNone/>
              <a:defRPr sz="1400"/>
            </a:lvl3pPr>
            <a:lvl4pPr lvl="3" rtl="0" algn="l">
              <a:lnSpc>
                <a:spcPct val="100000"/>
              </a:lnSpc>
              <a:spcBef>
                <a:spcPts val="0"/>
              </a:spcBef>
              <a:spcAft>
                <a:spcPts val="0"/>
              </a:spcAft>
              <a:buSzPts val="1100"/>
              <a:buNone/>
              <a:defRPr sz="1400"/>
            </a:lvl4pPr>
            <a:lvl5pPr lvl="4" rtl="0" algn="l">
              <a:lnSpc>
                <a:spcPct val="100000"/>
              </a:lnSpc>
              <a:spcBef>
                <a:spcPts val="0"/>
              </a:spcBef>
              <a:spcAft>
                <a:spcPts val="0"/>
              </a:spcAft>
              <a:buSzPts val="1100"/>
              <a:buNone/>
              <a:defRPr sz="1400"/>
            </a:lvl5pPr>
            <a:lvl6pPr lvl="5" rtl="0" algn="l">
              <a:lnSpc>
                <a:spcPct val="100000"/>
              </a:lnSpc>
              <a:spcBef>
                <a:spcPts val="0"/>
              </a:spcBef>
              <a:spcAft>
                <a:spcPts val="0"/>
              </a:spcAft>
              <a:buSzPts val="1100"/>
              <a:buNone/>
              <a:defRPr sz="1400"/>
            </a:lvl6pPr>
            <a:lvl7pPr lvl="6" rtl="0" algn="l">
              <a:lnSpc>
                <a:spcPct val="100000"/>
              </a:lnSpc>
              <a:spcBef>
                <a:spcPts val="0"/>
              </a:spcBef>
              <a:spcAft>
                <a:spcPts val="0"/>
              </a:spcAft>
              <a:buSzPts val="1100"/>
              <a:buNone/>
              <a:defRPr sz="1400"/>
            </a:lvl7pPr>
            <a:lvl8pPr lvl="7" rtl="0" algn="l">
              <a:lnSpc>
                <a:spcPct val="100000"/>
              </a:lnSpc>
              <a:spcBef>
                <a:spcPts val="0"/>
              </a:spcBef>
              <a:spcAft>
                <a:spcPts val="0"/>
              </a:spcAft>
              <a:buSzPts val="1100"/>
              <a:buNone/>
              <a:defRPr sz="1400"/>
            </a:lvl8pPr>
            <a:lvl9pPr lvl="8" rtl="0" algn="l">
              <a:lnSpc>
                <a:spcPct val="100000"/>
              </a:lnSpc>
              <a:spcBef>
                <a:spcPts val="0"/>
              </a:spcBef>
              <a:spcAft>
                <a:spcPts val="0"/>
              </a:spcAft>
              <a:buSzPts val="1100"/>
              <a:buNone/>
              <a:defRPr sz="1400"/>
            </a:lvl9pPr>
          </a:lstStyle>
          <a:p/>
        </p:txBody>
      </p:sp>
      <p:sp>
        <p:nvSpPr>
          <p:cNvPr id="177" name="Google Shape;177;p29"/>
          <p:cNvSpPr/>
          <p:nvPr>
            <p:ph idx="2" type="pic"/>
          </p:nvPr>
        </p:nvSpPr>
        <p:spPr>
          <a:xfrm>
            <a:off x="-5" y="-37"/>
            <a:ext cx="2786400" cy="1025700"/>
          </a:xfrm>
          <a:prstGeom prst="rect">
            <a:avLst/>
          </a:prstGeom>
          <a:noFill/>
          <a:ln>
            <a:noFill/>
          </a:ln>
        </p:spPr>
      </p:sp>
      <p:sp>
        <p:nvSpPr>
          <p:cNvPr id="178" name="Google Shape;178;p29"/>
          <p:cNvSpPr/>
          <p:nvPr>
            <p:ph idx="3" type="pic"/>
          </p:nvPr>
        </p:nvSpPr>
        <p:spPr>
          <a:xfrm>
            <a:off x="5465475" y="1135388"/>
            <a:ext cx="3483900" cy="2273700"/>
          </a:xfrm>
          <a:prstGeom prst="rect">
            <a:avLst/>
          </a:prstGeom>
          <a:noFill/>
          <a:ln>
            <a:noFill/>
          </a:ln>
        </p:spPr>
      </p:sp>
      <p:sp>
        <p:nvSpPr>
          <p:cNvPr id="179" name="Google Shape;179;p29"/>
          <p:cNvSpPr txBox="1"/>
          <p:nvPr>
            <p:ph idx="4" type="subTitle"/>
          </p:nvPr>
        </p:nvSpPr>
        <p:spPr>
          <a:xfrm>
            <a:off x="5465475" y="3458963"/>
            <a:ext cx="3483900" cy="371100"/>
          </a:xfrm>
          <a:prstGeom prst="rect">
            <a:avLst/>
          </a:prstGeom>
          <a:noFill/>
          <a:ln>
            <a:noFill/>
          </a:ln>
        </p:spPr>
        <p:txBody>
          <a:bodyPr anchorCtr="0" anchor="ctr" bIns="91525" lIns="91525" spcFirstLastPara="1" rIns="91525" wrap="square" tIns="91525">
            <a:noAutofit/>
          </a:bodyPr>
          <a:lstStyle>
            <a:lvl1pPr lvl="0" rtl="0" algn="ctr">
              <a:lnSpc>
                <a:spcPct val="150000"/>
              </a:lnSpc>
              <a:spcBef>
                <a:spcPts val="0"/>
              </a:spcBef>
              <a:spcAft>
                <a:spcPts val="0"/>
              </a:spcAft>
              <a:buSzPts val="1100"/>
              <a:buNone/>
              <a:defRPr sz="1100"/>
            </a:lvl1pPr>
            <a:lvl2pPr lvl="1" rtl="0" algn="ctr">
              <a:lnSpc>
                <a:spcPct val="150000"/>
              </a:lnSpc>
              <a:spcBef>
                <a:spcPts val="0"/>
              </a:spcBef>
              <a:spcAft>
                <a:spcPts val="0"/>
              </a:spcAft>
              <a:buSzPts val="700"/>
              <a:buNone/>
              <a:defRPr sz="700"/>
            </a:lvl2pPr>
            <a:lvl3pPr lvl="2" rtl="0" algn="ctr">
              <a:lnSpc>
                <a:spcPct val="150000"/>
              </a:lnSpc>
              <a:spcBef>
                <a:spcPts val="0"/>
              </a:spcBef>
              <a:spcAft>
                <a:spcPts val="0"/>
              </a:spcAft>
              <a:buSzPts val="700"/>
              <a:buNone/>
              <a:defRPr sz="700"/>
            </a:lvl3pPr>
            <a:lvl4pPr lvl="3" rtl="0" algn="ctr">
              <a:lnSpc>
                <a:spcPct val="150000"/>
              </a:lnSpc>
              <a:spcBef>
                <a:spcPts val="0"/>
              </a:spcBef>
              <a:spcAft>
                <a:spcPts val="0"/>
              </a:spcAft>
              <a:buSzPts val="700"/>
              <a:buNone/>
              <a:defRPr sz="700"/>
            </a:lvl4pPr>
            <a:lvl5pPr lvl="4" rtl="0" algn="ctr">
              <a:lnSpc>
                <a:spcPct val="150000"/>
              </a:lnSpc>
              <a:spcBef>
                <a:spcPts val="0"/>
              </a:spcBef>
              <a:spcAft>
                <a:spcPts val="0"/>
              </a:spcAft>
              <a:buSzPts val="700"/>
              <a:buNone/>
              <a:defRPr sz="700"/>
            </a:lvl5pPr>
            <a:lvl6pPr lvl="5" rtl="0" algn="ctr">
              <a:lnSpc>
                <a:spcPct val="150000"/>
              </a:lnSpc>
              <a:spcBef>
                <a:spcPts val="0"/>
              </a:spcBef>
              <a:spcAft>
                <a:spcPts val="0"/>
              </a:spcAft>
              <a:buSzPts val="700"/>
              <a:buNone/>
              <a:defRPr sz="700"/>
            </a:lvl6pPr>
            <a:lvl7pPr lvl="6" rtl="0" algn="ctr">
              <a:lnSpc>
                <a:spcPct val="150000"/>
              </a:lnSpc>
              <a:spcBef>
                <a:spcPts val="0"/>
              </a:spcBef>
              <a:spcAft>
                <a:spcPts val="0"/>
              </a:spcAft>
              <a:buSzPts val="700"/>
              <a:buNone/>
              <a:defRPr sz="700"/>
            </a:lvl7pPr>
            <a:lvl8pPr lvl="7" rtl="0" algn="ctr">
              <a:lnSpc>
                <a:spcPct val="150000"/>
              </a:lnSpc>
              <a:spcBef>
                <a:spcPts val="0"/>
              </a:spcBef>
              <a:spcAft>
                <a:spcPts val="0"/>
              </a:spcAft>
              <a:buSzPts val="700"/>
              <a:buNone/>
              <a:defRPr sz="700"/>
            </a:lvl8pPr>
            <a:lvl9pPr lvl="8" rtl="0" algn="ctr">
              <a:lnSpc>
                <a:spcPct val="115000"/>
              </a:lnSpc>
              <a:spcBef>
                <a:spcPts val="0"/>
              </a:spcBef>
              <a:spcAft>
                <a:spcPts val="1600"/>
              </a:spcAft>
              <a:buSzPts val="700"/>
              <a:buNone/>
              <a:defRPr sz="700"/>
            </a:lvl9pPr>
          </a:lstStyle>
          <a:p/>
        </p:txBody>
      </p:sp>
      <p:sp>
        <p:nvSpPr>
          <p:cNvPr id="180" name="Google Shape;180;p29"/>
          <p:cNvSpPr txBox="1"/>
          <p:nvPr>
            <p:ph idx="5" type="subTitle"/>
          </p:nvPr>
        </p:nvSpPr>
        <p:spPr>
          <a:xfrm>
            <a:off x="5465475" y="3879956"/>
            <a:ext cx="3483900" cy="371100"/>
          </a:xfrm>
          <a:prstGeom prst="rect">
            <a:avLst/>
          </a:prstGeom>
          <a:solidFill>
            <a:srgbClr val="009ADE"/>
          </a:solidFill>
          <a:ln>
            <a:noFill/>
          </a:ln>
        </p:spPr>
        <p:txBody>
          <a:bodyPr anchorCtr="0" anchor="ctr" bIns="91525" lIns="91525" spcFirstLastPara="1" rIns="91525" wrap="square" tIns="91525">
            <a:noAutofit/>
          </a:bodyPr>
          <a:lstStyle>
            <a:lvl1pPr lvl="0" rtl="0" algn="ctr">
              <a:lnSpc>
                <a:spcPct val="115000"/>
              </a:lnSpc>
              <a:spcBef>
                <a:spcPts val="0"/>
              </a:spcBef>
              <a:spcAft>
                <a:spcPts val="0"/>
              </a:spcAft>
              <a:buSzPts val="1100"/>
              <a:buFont typeface="Roboto Slab"/>
              <a:buNone/>
              <a:defRPr b="1" sz="1100">
                <a:latin typeface="Roboto Slab"/>
                <a:ea typeface="Roboto Slab"/>
                <a:cs typeface="Roboto Slab"/>
                <a:sym typeface="Roboto Slab"/>
              </a:defRPr>
            </a:lvl1pPr>
            <a:lvl2pPr lvl="1" rtl="0" algn="ctr">
              <a:lnSpc>
                <a:spcPct val="150000"/>
              </a:lnSpc>
              <a:spcBef>
                <a:spcPts val="0"/>
              </a:spcBef>
              <a:spcAft>
                <a:spcPts val="0"/>
              </a:spcAft>
              <a:buSzPts val="700"/>
              <a:buFont typeface="Roboto Slab"/>
              <a:buNone/>
              <a:defRPr b="1" sz="700">
                <a:latin typeface="Roboto Slab"/>
                <a:ea typeface="Roboto Slab"/>
                <a:cs typeface="Roboto Slab"/>
                <a:sym typeface="Roboto Slab"/>
              </a:defRPr>
            </a:lvl2pPr>
            <a:lvl3pPr lvl="2" rtl="0" algn="ctr">
              <a:lnSpc>
                <a:spcPct val="150000"/>
              </a:lnSpc>
              <a:spcBef>
                <a:spcPts val="0"/>
              </a:spcBef>
              <a:spcAft>
                <a:spcPts val="0"/>
              </a:spcAft>
              <a:buSzPts val="700"/>
              <a:buFont typeface="Roboto Slab"/>
              <a:buNone/>
              <a:defRPr b="1" sz="700">
                <a:latin typeface="Roboto Slab"/>
                <a:ea typeface="Roboto Slab"/>
                <a:cs typeface="Roboto Slab"/>
                <a:sym typeface="Roboto Slab"/>
              </a:defRPr>
            </a:lvl3pPr>
            <a:lvl4pPr lvl="3" rtl="0" algn="ctr">
              <a:lnSpc>
                <a:spcPct val="150000"/>
              </a:lnSpc>
              <a:spcBef>
                <a:spcPts val="0"/>
              </a:spcBef>
              <a:spcAft>
                <a:spcPts val="0"/>
              </a:spcAft>
              <a:buSzPts val="700"/>
              <a:buFont typeface="Roboto Slab"/>
              <a:buNone/>
              <a:defRPr b="1" sz="700">
                <a:latin typeface="Roboto Slab"/>
                <a:ea typeface="Roboto Slab"/>
                <a:cs typeface="Roboto Slab"/>
                <a:sym typeface="Roboto Slab"/>
              </a:defRPr>
            </a:lvl4pPr>
            <a:lvl5pPr lvl="4" rtl="0" algn="ctr">
              <a:lnSpc>
                <a:spcPct val="150000"/>
              </a:lnSpc>
              <a:spcBef>
                <a:spcPts val="0"/>
              </a:spcBef>
              <a:spcAft>
                <a:spcPts val="0"/>
              </a:spcAft>
              <a:buSzPts val="700"/>
              <a:buFont typeface="Roboto Slab"/>
              <a:buNone/>
              <a:defRPr b="1" sz="700">
                <a:latin typeface="Roboto Slab"/>
                <a:ea typeface="Roboto Slab"/>
                <a:cs typeface="Roboto Slab"/>
                <a:sym typeface="Roboto Slab"/>
              </a:defRPr>
            </a:lvl5pPr>
            <a:lvl6pPr lvl="5" rtl="0" algn="ctr">
              <a:lnSpc>
                <a:spcPct val="150000"/>
              </a:lnSpc>
              <a:spcBef>
                <a:spcPts val="0"/>
              </a:spcBef>
              <a:spcAft>
                <a:spcPts val="0"/>
              </a:spcAft>
              <a:buSzPts val="700"/>
              <a:buFont typeface="Roboto Slab"/>
              <a:buNone/>
              <a:defRPr b="1" sz="700">
                <a:latin typeface="Roboto Slab"/>
                <a:ea typeface="Roboto Slab"/>
                <a:cs typeface="Roboto Slab"/>
                <a:sym typeface="Roboto Slab"/>
              </a:defRPr>
            </a:lvl6pPr>
            <a:lvl7pPr lvl="6" rtl="0" algn="ctr">
              <a:lnSpc>
                <a:spcPct val="150000"/>
              </a:lnSpc>
              <a:spcBef>
                <a:spcPts val="0"/>
              </a:spcBef>
              <a:spcAft>
                <a:spcPts val="0"/>
              </a:spcAft>
              <a:buSzPts val="700"/>
              <a:buFont typeface="Roboto Slab"/>
              <a:buNone/>
              <a:defRPr b="1" sz="700">
                <a:latin typeface="Roboto Slab"/>
                <a:ea typeface="Roboto Slab"/>
                <a:cs typeface="Roboto Slab"/>
                <a:sym typeface="Roboto Slab"/>
              </a:defRPr>
            </a:lvl7pPr>
            <a:lvl8pPr lvl="7" rtl="0" algn="ctr">
              <a:lnSpc>
                <a:spcPct val="150000"/>
              </a:lnSpc>
              <a:spcBef>
                <a:spcPts val="0"/>
              </a:spcBef>
              <a:spcAft>
                <a:spcPts val="0"/>
              </a:spcAft>
              <a:buSzPts val="700"/>
              <a:buFont typeface="Roboto Slab"/>
              <a:buNone/>
              <a:defRPr b="1" sz="700">
                <a:latin typeface="Roboto Slab"/>
                <a:ea typeface="Roboto Slab"/>
                <a:cs typeface="Roboto Slab"/>
                <a:sym typeface="Roboto Slab"/>
              </a:defRPr>
            </a:lvl8pPr>
            <a:lvl9pPr lvl="8" rtl="0" algn="ctr">
              <a:lnSpc>
                <a:spcPct val="115000"/>
              </a:lnSpc>
              <a:spcBef>
                <a:spcPts val="0"/>
              </a:spcBef>
              <a:spcAft>
                <a:spcPts val="1600"/>
              </a:spcAft>
              <a:buSzPts val="700"/>
              <a:buFont typeface="Roboto Slab"/>
              <a:buNone/>
              <a:defRPr b="1" sz="700">
                <a:latin typeface="Roboto Slab"/>
                <a:ea typeface="Roboto Slab"/>
                <a:cs typeface="Roboto Slab"/>
                <a:sym typeface="Roboto Slab"/>
              </a:defRPr>
            </a:lvl9pPr>
          </a:lstStyle>
          <a:p/>
        </p:txBody>
      </p:sp>
      <p:sp>
        <p:nvSpPr>
          <p:cNvPr id="181" name="Google Shape;181;p29"/>
          <p:cNvSpPr txBox="1"/>
          <p:nvPr>
            <p:ph idx="6" type="subTitle"/>
          </p:nvPr>
        </p:nvSpPr>
        <p:spPr>
          <a:xfrm>
            <a:off x="5465475" y="4300950"/>
            <a:ext cx="3483900" cy="371100"/>
          </a:xfrm>
          <a:prstGeom prst="rect">
            <a:avLst/>
          </a:prstGeom>
          <a:solidFill>
            <a:srgbClr val="003764"/>
          </a:solidFill>
          <a:ln>
            <a:noFill/>
          </a:ln>
        </p:spPr>
        <p:txBody>
          <a:bodyPr anchorCtr="0" anchor="ctr" bIns="91525" lIns="91525" spcFirstLastPara="1" rIns="91525" wrap="square" tIns="91525">
            <a:noAutofit/>
          </a:bodyPr>
          <a:lstStyle>
            <a:lvl1pPr lvl="0" rtl="0" algn="ctr">
              <a:lnSpc>
                <a:spcPct val="115000"/>
              </a:lnSpc>
              <a:spcBef>
                <a:spcPts val="0"/>
              </a:spcBef>
              <a:spcAft>
                <a:spcPts val="0"/>
              </a:spcAft>
              <a:buClr>
                <a:schemeClr val="lt1"/>
              </a:buClr>
              <a:buSzPts val="1100"/>
              <a:buFont typeface="Roboto Slab"/>
              <a:buNone/>
              <a:defRPr b="1" sz="1100">
                <a:solidFill>
                  <a:schemeClr val="lt1"/>
                </a:solidFill>
                <a:latin typeface="Roboto Slab"/>
                <a:ea typeface="Roboto Slab"/>
                <a:cs typeface="Roboto Slab"/>
                <a:sym typeface="Roboto Slab"/>
              </a:defRPr>
            </a:lvl1pPr>
            <a:lvl2pPr lvl="1" rtl="0" algn="ctr">
              <a:lnSpc>
                <a:spcPct val="150000"/>
              </a:lnSpc>
              <a:spcBef>
                <a:spcPts val="0"/>
              </a:spcBef>
              <a:spcAft>
                <a:spcPts val="0"/>
              </a:spcAft>
              <a:buClr>
                <a:schemeClr val="lt1"/>
              </a:buClr>
              <a:buSzPts val="700"/>
              <a:buFont typeface="Montserrat"/>
              <a:buNone/>
              <a:defRPr b="1" sz="700">
                <a:solidFill>
                  <a:schemeClr val="lt1"/>
                </a:solidFill>
                <a:latin typeface="Montserrat"/>
                <a:ea typeface="Montserrat"/>
                <a:cs typeface="Montserrat"/>
                <a:sym typeface="Montserrat"/>
              </a:defRPr>
            </a:lvl2pPr>
            <a:lvl3pPr lvl="2" rtl="0" algn="ctr">
              <a:lnSpc>
                <a:spcPct val="150000"/>
              </a:lnSpc>
              <a:spcBef>
                <a:spcPts val="0"/>
              </a:spcBef>
              <a:spcAft>
                <a:spcPts val="0"/>
              </a:spcAft>
              <a:buClr>
                <a:schemeClr val="lt1"/>
              </a:buClr>
              <a:buSzPts val="700"/>
              <a:buFont typeface="Montserrat"/>
              <a:buNone/>
              <a:defRPr b="1" sz="700">
                <a:solidFill>
                  <a:schemeClr val="lt1"/>
                </a:solidFill>
                <a:latin typeface="Montserrat"/>
                <a:ea typeface="Montserrat"/>
                <a:cs typeface="Montserrat"/>
                <a:sym typeface="Montserrat"/>
              </a:defRPr>
            </a:lvl3pPr>
            <a:lvl4pPr lvl="3" rtl="0" algn="ctr">
              <a:lnSpc>
                <a:spcPct val="150000"/>
              </a:lnSpc>
              <a:spcBef>
                <a:spcPts val="0"/>
              </a:spcBef>
              <a:spcAft>
                <a:spcPts val="0"/>
              </a:spcAft>
              <a:buClr>
                <a:schemeClr val="lt1"/>
              </a:buClr>
              <a:buSzPts val="700"/>
              <a:buFont typeface="Montserrat"/>
              <a:buNone/>
              <a:defRPr b="1" sz="700">
                <a:solidFill>
                  <a:schemeClr val="lt1"/>
                </a:solidFill>
                <a:latin typeface="Montserrat"/>
                <a:ea typeface="Montserrat"/>
                <a:cs typeface="Montserrat"/>
                <a:sym typeface="Montserrat"/>
              </a:defRPr>
            </a:lvl4pPr>
            <a:lvl5pPr lvl="4" rtl="0" algn="ctr">
              <a:lnSpc>
                <a:spcPct val="150000"/>
              </a:lnSpc>
              <a:spcBef>
                <a:spcPts val="0"/>
              </a:spcBef>
              <a:spcAft>
                <a:spcPts val="0"/>
              </a:spcAft>
              <a:buClr>
                <a:schemeClr val="lt1"/>
              </a:buClr>
              <a:buSzPts val="700"/>
              <a:buFont typeface="Montserrat"/>
              <a:buNone/>
              <a:defRPr b="1" sz="700">
                <a:solidFill>
                  <a:schemeClr val="lt1"/>
                </a:solidFill>
                <a:latin typeface="Montserrat"/>
                <a:ea typeface="Montserrat"/>
                <a:cs typeface="Montserrat"/>
                <a:sym typeface="Montserrat"/>
              </a:defRPr>
            </a:lvl5pPr>
            <a:lvl6pPr lvl="5" rtl="0" algn="ctr">
              <a:lnSpc>
                <a:spcPct val="150000"/>
              </a:lnSpc>
              <a:spcBef>
                <a:spcPts val="0"/>
              </a:spcBef>
              <a:spcAft>
                <a:spcPts val="0"/>
              </a:spcAft>
              <a:buClr>
                <a:schemeClr val="lt1"/>
              </a:buClr>
              <a:buSzPts val="700"/>
              <a:buFont typeface="Montserrat"/>
              <a:buNone/>
              <a:defRPr b="1" sz="700">
                <a:solidFill>
                  <a:schemeClr val="lt1"/>
                </a:solidFill>
                <a:latin typeface="Montserrat"/>
                <a:ea typeface="Montserrat"/>
                <a:cs typeface="Montserrat"/>
                <a:sym typeface="Montserrat"/>
              </a:defRPr>
            </a:lvl6pPr>
            <a:lvl7pPr lvl="6" rtl="0" algn="ctr">
              <a:lnSpc>
                <a:spcPct val="150000"/>
              </a:lnSpc>
              <a:spcBef>
                <a:spcPts val="0"/>
              </a:spcBef>
              <a:spcAft>
                <a:spcPts val="0"/>
              </a:spcAft>
              <a:buClr>
                <a:schemeClr val="lt1"/>
              </a:buClr>
              <a:buSzPts val="700"/>
              <a:buFont typeface="Montserrat"/>
              <a:buNone/>
              <a:defRPr b="1" sz="700">
                <a:solidFill>
                  <a:schemeClr val="lt1"/>
                </a:solidFill>
                <a:latin typeface="Montserrat"/>
                <a:ea typeface="Montserrat"/>
                <a:cs typeface="Montserrat"/>
                <a:sym typeface="Montserrat"/>
              </a:defRPr>
            </a:lvl7pPr>
            <a:lvl8pPr lvl="7" rtl="0" algn="ctr">
              <a:lnSpc>
                <a:spcPct val="150000"/>
              </a:lnSpc>
              <a:spcBef>
                <a:spcPts val="0"/>
              </a:spcBef>
              <a:spcAft>
                <a:spcPts val="0"/>
              </a:spcAft>
              <a:buClr>
                <a:schemeClr val="lt1"/>
              </a:buClr>
              <a:buSzPts val="700"/>
              <a:buFont typeface="Montserrat"/>
              <a:buNone/>
              <a:defRPr b="1" sz="700">
                <a:solidFill>
                  <a:schemeClr val="lt1"/>
                </a:solidFill>
                <a:latin typeface="Montserrat"/>
                <a:ea typeface="Montserrat"/>
                <a:cs typeface="Montserrat"/>
                <a:sym typeface="Montserrat"/>
              </a:defRPr>
            </a:lvl8pPr>
            <a:lvl9pPr lvl="8" rtl="0" algn="ctr">
              <a:lnSpc>
                <a:spcPct val="115000"/>
              </a:lnSpc>
              <a:spcBef>
                <a:spcPts val="0"/>
              </a:spcBef>
              <a:spcAft>
                <a:spcPts val="1600"/>
              </a:spcAft>
              <a:buClr>
                <a:schemeClr val="lt1"/>
              </a:buClr>
              <a:buSzPts val="700"/>
              <a:buFont typeface="Montserrat"/>
              <a:buNone/>
              <a:defRPr b="1" sz="700">
                <a:solidFill>
                  <a:schemeClr val="lt1"/>
                </a:solidFill>
                <a:latin typeface="Montserrat"/>
                <a:ea typeface="Montserrat"/>
                <a:cs typeface="Montserrat"/>
                <a:sym typeface="Montserrat"/>
              </a:defRPr>
            </a:lvl9pPr>
          </a:lstStyle>
          <a:p/>
        </p:txBody>
      </p:sp>
      <p:pic>
        <p:nvPicPr>
          <p:cNvPr id="182" name="Google Shape;182;p29"/>
          <p:cNvPicPr preferRelativeResize="0"/>
          <p:nvPr/>
        </p:nvPicPr>
        <p:blipFill>
          <a:blip r:embed="rId2">
            <a:alphaModFix/>
          </a:blip>
          <a:stretch>
            <a:fillRect/>
          </a:stretch>
        </p:blipFill>
        <p:spPr>
          <a:xfrm>
            <a:off x="190331" y="4614328"/>
            <a:ext cx="2575265" cy="393600"/>
          </a:xfrm>
          <a:prstGeom prst="rect">
            <a:avLst/>
          </a:prstGeom>
          <a:noFill/>
          <a:ln>
            <a:noFill/>
          </a:ln>
        </p:spPr>
      </p:pic>
    </p:spTree>
  </p:cSld>
  <p:clrMapOvr>
    <a:masterClrMapping/>
  </p:clrMapOvr>
  <mc:AlternateContent>
    <mc:Choice Requires="p14">
      <p:transition spd="slow" p14:dur="700">
        <p:fade/>
      </p:transition>
    </mc:Choice>
    <mc:Fallback>
      <p:transition spd="slow">
        <p:fade/>
      </p:transition>
    </mc:Fallback>
  </mc:AlternateContent>
</p:sldLayout>
</file>

<file path=ppt/slideLayouts/slideLayout2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1">
  <p:cSld name="Section 1">
    <p:spTree>
      <p:nvGrpSpPr>
        <p:cNvPr id="183" name="Shape 183"/>
        <p:cNvGrpSpPr/>
        <p:nvPr/>
      </p:nvGrpSpPr>
      <p:grpSpPr>
        <a:xfrm>
          <a:off x="0" y="0"/>
          <a:ext cx="0" cy="0"/>
          <a:chOff x="0" y="0"/>
          <a:chExt cx="0" cy="0"/>
        </a:xfrm>
      </p:grpSpPr>
      <p:sp>
        <p:nvSpPr>
          <p:cNvPr id="184" name="Google Shape;184;p30"/>
          <p:cNvSpPr txBox="1"/>
          <p:nvPr>
            <p:ph type="ctrTitle"/>
          </p:nvPr>
        </p:nvSpPr>
        <p:spPr>
          <a:xfrm>
            <a:off x="1143000" y="1421175"/>
            <a:ext cx="6858000" cy="500700"/>
          </a:xfrm>
          <a:prstGeom prst="rect">
            <a:avLst/>
          </a:prstGeom>
          <a:noFill/>
          <a:ln>
            <a:noFill/>
          </a:ln>
        </p:spPr>
        <p:txBody>
          <a:bodyPr anchorCtr="0" anchor="b" bIns="0" lIns="0" spcFirstLastPara="1" rIns="0" wrap="square" tIns="0">
            <a:normAutofit/>
          </a:bodyPr>
          <a:lstStyle>
            <a:lvl1pPr lvl="0" rtl="0" algn="ctr">
              <a:lnSpc>
                <a:spcPct val="90000"/>
              </a:lnSpc>
              <a:spcBef>
                <a:spcPts val="0"/>
              </a:spcBef>
              <a:spcAft>
                <a:spcPts val="0"/>
              </a:spcAft>
              <a:buSzPts val="3300"/>
              <a:buFont typeface="Century Gothic"/>
              <a:buNone/>
              <a:defRPr b="0" sz="3300"/>
            </a:lvl1pPr>
            <a:lvl2pPr lvl="1" rtl="0">
              <a:spcBef>
                <a:spcPts val="0"/>
              </a:spcBef>
              <a:spcAft>
                <a:spcPts val="0"/>
              </a:spcAft>
              <a:buSzPts val="3000"/>
              <a:buNone/>
              <a:defRPr/>
            </a:lvl2pPr>
            <a:lvl3pPr lvl="2" rtl="0">
              <a:spcBef>
                <a:spcPts val="0"/>
              </a:spcBef>
              <a:spcAft>
                <a:spcPts val="0"/>
              </a:spcAft>
              <a:buSzPts val="3000"/>
              <a:buNone/>
              <a:defRPr/>
            </a:lvl3pPr>
            <a:lvl4pPr lvl="3" rtl="0">
              <a:spcBef>
                <a:spcPts val="0"/>
              </a:spcBef>
              <a:spcAft>
                <a:spcPts val="0"/>
              </a:spcAft>
              <a:buSzPts val="3000"/>
              <a:buNone/>
              <a:defRPr/>
            </a:lvl4pPr>
            <a:lvl5pPr lvl="4" rtl="0">
              <a:spcBef>
                <a:spcPts val="0"/>
              </a:spcBef>
              <a:spcAft>
                <a:spcPts val="0"/>
              </a:spcAft>
              <a:buSzPts val="3000"/>
              <a:buNone/>
              <a:defRPr/>
            </a:lvl5pPr>
            <a:lvl6pPr lvl="5" rtl="0">
              <a:spcBef>
                <a:spcPts val="0"/>
              </a:spcBef>
              <a:spcAft>
                <a:spcPts val="0"/>
              </a:spcAft>
              <a:buSzPts val="3000"/>
              <a:buNone/>
              <a:defRPr/>
            </a:lvl6pPr>
            <a:lvl7pPr lvl="6" rtl="0">
              <a:spcBef>
                <a:spcPts val="0"/>
              </a:spcBef>
              <a:spcAft>
                <a:spcPts val="0"/>
              </a:spcAft>
              <a:buSzPts val="3000"/>
              <a:buNone/>
              <a:defRPr/>
            </a:lvl7pPr>
            <a:lvl8pPr lvl="7" rtl="0">
              <a:spcBef>
                <a:spcPts val="0"/>
              </a:spcBef>
              <a:spcAft>
                <a:spcPts val="0"/>
              </a:spcAft>
              <a:buSzPts val="3000"/>
              <a:buNone/>
              <a:defRPr/>
            </a:lvl8pPr>
            <a:lvl9pPr lvl="8" rtl="0">
              <a:spcBef>
                <a:spcPts val="0"/>
              </a:spcBef>
              <a:spcAft>
                <a:spcPts val="0"/>
              </a:spcAft>
              <a:buSzPts val="3000"/>
              <a:buNone/>
              <a:defRPr/>
            </a:lvl9pPr>
          </a:lstStyle>
          <a:p/>
        </p:txBody>
      </p:sp>
      <p:pic>
        <p:nvPicPr>
          <p:cNvPr id="185" name="Google Shape;185;p30"/>
          <p:cNvPicPr preferRelativeResize="0"/>
          <p:nvPr/>
        </p:nvPicPr>
        <p:blipFill rotWithShape="1">
          <a:blip r:embed="rId2">
            <a:alphaModFix/>
          </a:blip>
          <a:srcRect b="7244" l="0" r="0" t="7235"/>
          <a:stretch/>
        </p:blipFill>
        <p:spPr>
          <a:xfrm>
            <a:off x="3158302" y="3533522"/>
            <a:ext cx="2830735" cy="370034"/>
          </a:xfrm>
          <a:prstGeom prst="rect">
            <a:avLst/>
          </a:prstGeom>
          <a:noFill/>
          <a:ln>
            <a:noFill/>
          </a:ln>
        </p:spPr>
      </p:pic>
      <p:sp>
        <p:nvSpPr>
          <p:cNvPr id="186" name="Google Shape;186;p30"/>
          <p:cNvSpPr txBox="1"/>
          <p:nvPr>
            <p:ph idx="12" type="sldNum"/>
          </p:nvPr>
        </p:nvSpPr>
        <p:spPr>
          <a:xfrm>
            <a:off x="8472450" y="4823786"/>
            <a:ext cx="548700" cy="230700"/>
          </a:xfrm>
          <a:prstGeom prst="rect">
            <a:avLst/>
          </a:prstGeom>
          <a:noFill/>
          <a:ln>
            <a:noFill/>
          </a:ln>
        </p:spPr>
        <p:txBody>
          <a:bodyPr anchorCtr="0" anchor="ctr" bIns="91525" lIns="91525" spcFirstLastPara="1" rIns="91525" wrap="square" tIns="91525">
            <a:noAutofit/>
          </a:bodyPr>
          <a:lstStyle>
            <a:lvl1pPr indent="0" lvl="0" marL="0" marR="0" rtl="0" algn="r">
              <a:lnSpc>
                <a:spcPct val="100000"/>
              </a:lnSpc>
              <a:spcBef>
                <a:spcPts val="0"/>
              </a:spcBef>
              <a:spcAft>
                <a:spcPts val="0"/>
              </a:spcAft>
              <a:buClr>
                <a:srgbClr val="000000"/>
              </a:buClr>
              <a:buSzPts val="1000"/>
              <a:buFont typeface="Arial"/>
              <a:buNone/>
              <a:defRPr i="0" sz="1000" u="none" cap="none" strike="noStrike">
                <a:solidFill>
                  <a:schemeClr val="lt1"/>
                </a:solidFill>
                <a:latin typeface="Century Gothic"/>
                <a:ea typeface="Century Gothic"/>
                <a:cs typeface="Century Gothic"/>
                <a:sym typeface="Century Gothic"/>
              </a:defRPr>
            </a:lvl1pPr>
            <a:lvl2pPr indent="0" lvl="1" marL="0" marR="0" rtl="0" algn="r">
              <a:lnSpc>
                <a:spcPct val="100000"/>
              </a:lnSpc>
              <a:spcBef>
                <a:spcPts val="0"/>
              </a:spcBef>
              <a:spcAft>
                <a:spcPts val="0"/>
              </a:spcAft>
              <a:buClr>
                <a:srgbClr val="000000"/>
              </a:buClr>
              <a:buSzPts val="1000"/>
              <a:buFont typeface="Arial"/>
              <a:buNone/>
              <a:defRPr i="0" sz="1000" u="none" cap="none" strike="noStrike">
                <a:solidFill>
                  <a:schemeClr val="lt1"/>
                </a:solidFill>
                <a:latin typeface="Century Gothic"/>
                <a:ea typeface="Century Gothic"/>
                <a:cs typeface="Century Gothic"/>
                <a:sym typeface="Century Gothic"/>
              </a:defRPr>
            </a:lvl2pPr>
            <a:lvl3pPr indent="0" lvl="2" marL="0" marR="0" rtl="0" algn="r">
              <a:lnSpc>
                <a:spcPct val="100000"/>
              </a:lnSpc>
              <a:spcBef>
                <a:spcPts val="0"/>
              </a:spcBef>
              <a:spcAft>
                <a:spcPts val="0"/>
              </a:spcAft>
              <a:buClr>
                <a:srgbClr val="000000"/>
              </a:buClr>
              <a:buSzPts val="1000"/>
              <a:buFont typeface="Arial"/>
              <a:buNone/>
              <a:defRPr i="0" sz="1000" u="none" cap="none" strike="noStrike">
                <a:solidFill>
                  <a:schemeClr val="lt1"/>
                </a:solidFill>
                <a:latin typeface="Century Gothic"/>
                <a:ea typeface="Century Gothic"/>
                <a:cs typeface="Century Gothic"/>
                <a:sym typeface="Century Gothic"/>
              </a:defRPr>
            </a:lvl3pPr>
            <a:lvl4pPr indent="0" lvl="3" marL="0" marR="0" rtl="0" algn="r">
              <a:lnSpc>
                <a:spcPct val="100000"/>
              </a:lnSpc>
              <a:spcBef>
                <a:spcPts val="0"/>
              </a:spcBef>
              <a:spcAft>
                <a:spcPts val="0"/>
              </a:spcAft>
              <a:buClr>
                <a:srgbClr val="000000"/>
              </a:buClr>
              <a:buSzPts val="1000"/>
              <a:buFont typeface="Arial"/>
              <a:buNone/>
              <a:defRPr i="0" sz="1000" u="none" cap="none" strike="noStrike">
                <a:solidFill>
                  <a:schemeClr val="lt1"/>
                </a:solidFill>
                <a:latin typeface="Century Gothic"/>
                <a:ea typeface="Century Gothic"/>
                <a:cs typeface="Century Gothic"/>
                <a:sym typeface="Century Gothic"/>
              </a:defRPr>
            </a:lvl4pPr>
            <a:lvl5pPr indent="0" lvl="4" marL="0" marR="0" rtl="0" algn="r">
              <a:lnSpc>
                <a:spcPct val="100000"/>
              </a:lnSpc>
              <a:spcBef>
                <a:spcPts val="0"/>
              </a:spcBef>
              <a:spcAft>
                <a:spcPts val="0"/>
              </a:spcAft>
              <a:buClr>
                <a:srgbClr val="000000"/>
              </a:buClr>
              <a:buSzPts val="1000"/>
              <a:buFont typeface="Arial"/>
              <a:buNone/>
              <a:defRPr i="0" sz="1000" u="none" cap="none" strike="noStrike">
                <a:solidFill>
                  <a:schemeClr val="lt1"/>
                </a:solidFill>
                <a:latin typeface="Century Gothic"/>
                <a:ea typeface="Century Gothic"/>
                <a:cs typeface="Century Gothic"/>
                <a:sym typeface="Century Gothic"/>
              </a:defRPr>
            </a:lvl5pPr>
            <a:lvl6pPr indent="0" lvl="5" marL="0" marR="0" rtl="0" algn="r">
              <a:lnSpc>
                <a:spcPct val="100000"/>
              </a:lnSpc>
              <a:spcBef>
                <a:spcPts val="0"/>
              </a:spcBef>
              <a:spcAft>
                <a:spcPts val="0"/>
              </a:spcAft>
              <a:buClr>
                <a:srgbClr val="000000"/>
              </a:buClr>
              <a:buSzPts val="1000"/>
              <a:buFont typeface="Arial"/>
              <a:buNone/>
              <a:defRPr i="0" sz="1000" u="none" cap="none" strike="noStrike">
                <a:solidFill>
                  <a:schemeClr val="lt1"/>
                </a:solidFill>
                <a:latin typeface="Century Gothic"/>
                <a:ea typeface="Century Gothic"/>
                <a:cs typeface="Century Gothic"/>
                <a:sym typeface="Century Gothic"/>
              </a:defRPr>
            </a:lvl6pPr>
            <a:lvl7pPr indent="0" lvl="6" marL="0" marR="0" rtl="0" algn="r">
              <a:lnSpc>
                <a:spcPct val="100000"/>
              </a:lnSpc>
              <a:spcBef>
                <a:spcPts val="0"/>
              </a:spcBef>
              <a:spcAft>
                <a:spcPts val="0"/>
              </a:spcAft>
              <a:buClr>
                <a:srgbClr val="000000"/>
              </a:buClr>
              <a:buSzPts val="1000"/>
              <a:buFont typeface="Arial"/>
              <a:buNone/>
              <a:defRPr i="0" sz="1000" u="none" cap="none" strike="noStrike">
                <a:solidFill>
                  <a:schemeClr val="lt1"/>
                </a:solidFill>
                <a:latin typeface="Century Gothic"/>
                <a:ea typeface="Century Gothic"/>
                <a:cs typeface="Century Gothic"/>
                <a:sym typeface="Century Gothic"/>
              </a:defRPr>
            </a:lvl7pPr>
            <a:lvl8pPr indent="0" lvl="7" marL="0" marR="0" rtl="0" algn="r">
              <a:lnSpc>
                <a:spcPct val="100000"/>
              </a:lnSpc>
              <a:spcBef>
                <a:spcPts val="0"/>
              </a:spcBef>
              <a:spcAft>
                <a:spcPts val="0"/>
              </a:spcAft>
              <a:buClr>
                <a:srgbClr val="000000"/>
              </a:buClr>
              <a:buSzPts val="1000"/>
              <a:buFont typeface="Arial"/>
              <a:buNone/>
              <a:defRPr i="0" sz="1000" u="none" cap="none" strike="noStrike">
                <a:solidFill>
                  <a:schemeClr val="lt1"/>
                </a:solidFill>
                <a:latin typeface="Century Gothic"/>
                <a:ea typeface="Century Gothic"/>
                <a:cs typeface="Century Gothic"/>
                <a:sym typeface="Century Gothic"/>
              </a:defRPr>
            </a:lvl8pPr>
            <a:lvl9pPr indent="0" lvl="8" marL="0" marR="0" rtl="0" algn="r">
              <a:lnSpc>
                <a:spcPct val="100000"/>
              </a:lnSpc>
              <a:spcBef>
                <a:spcPts val="0"/>
              </a:spcBef>
              <a:spcAft>
                <a:spcPts val="0"/>
              </a:spcAft>
              <a:buClr>
                <a:srgbClr val="000000"/>
              </a:buClr>
              <a:buSzPts val="1000"/>
              <a:buFont typeface="Arial"/>
              <a:buNone/>
              <a:defRPr i="0" sz="1000" u="none" cap="none" strike="noStrike">
                <a:solidFill>
                  <a:schemeClr val="lt1"/>
                </a:solidFill>
                <a:latin typeface="Century Gothic"/>
                <a:ea typeface="Century Gothic"/>
                <a:cs typeface="Century Gothic"/>
                <a:sym typeface="Century Gothic"/>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mc:AlternateContent>
    <mc:Choice Requires="p14">
      <p:transition spd="slow" p14:dur="700">
        <p:fade/>
      </p:transition>
    </mc:Choice>
    <mc:Fallback>
      <p:transition spd="slow">
        <p:fade/>
      </p:transition>
    </mc:Fallback>
  </mc:AlternateContent>
</p:sldLayout>
</file>

<file path=ppt/slideLayouts/slideLayout2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ext Full Width 1">
  <p:cSld name="Text Full Width_1">
    <p:spTree>
      <p:nvGrpSpPr>
        <p:cNvPr id="187" name="Shape 187"/>
        <p:cNvGrpSpPr/>
        <p:nvPr/>
      </p:nvGrpSpPr>
      <p:grpSpPr>
        <a:xfrm>
          <a:off x="0" y="0"/>
          <a:ext cx="0" cy="0"/>
          <a:chOff x="0" y="0"/>
          <a:chExt cx="0" cy="0"/>
        </a:xfrm>
      </p:grpSpPr>
      <p:sp>
        <p:nvSpPr>
          <p:cNvPr id="188" name="Google Shape;188;p31"/>
          <p:cNvSpPr txBox="1"/>
          <p:nvPr>
            <p:ph type="title"/>
          </p:nvPr>
        </p:nvSpPr>
        <p:spPr>
          <a:xfrm>
            <a:off x="468630" y="273844"/>
            <a:ext cx="8200500" cy="701700"/>
          </a:xfrm>
          <a:prstGeom prst="rect">
            <a:avLst/>
          </a:prstGeom>
          <a:noFill/>
          <a:ln>
            <a:noFill/>
          </a:ln>
        </p:spPr>
        <p:txBody>
          <a:bodyPr anchorCtr="0" anchor="ctr" bIns="91425" lIns="91425" spcFirstLastPara="1" rIns="91425" wrap="square" tIns="91425">
            <a:normAutofit/>
          </a:bodyPr>
          <a:lstStyle>
            <a:lvl1pPr lvl="0" marR="0" rtl="0" algn="l">
              <a:lnSpc>
                <a:spcPct val="90000"/>
              </a:lnSpc>
              <a:spcBef>
                <a:spcPts val="0"/>
              </a:spcBef>
              <a:spcAft>
                <a:spcPts val="0"/>
              </a:spcAft>
              <a:buClr>
                <a:srgbClr val="168FDF"/>
              </a:buClr>
              <a:buSzPts val="2700"/>
              <a:buFont typeface="Gill Sans"/>
              <a:buNone/>
              <a:defRPr b="0" i="0" sz="2700" u="none" cap="none" strike="noStrike">
                <a:solidFill>
                  <a:srgbClr val="168FDF"/>
                </a:solidFill>
                <a:latin typeface="Gill Sans"/>
                <a:ea typeface="Gill Sans"/>
                <a:cs typeface="Gill Sans"/>
                <a:sym typeface="Gill Sans"/>
              </a:defRPr>
            </a:lvl1pPr>
            <a:lvl2pPr lvl="1" rtl="0" algn="l">
              <a:lnSpc>
                <a:spcPct val="100000"/>
              </a:lnSpc>
              <a:spcBef>
                <a:spcPts val="0"/>
              </a:spcBef>
              <a:spcAft>
                <a:spcPts val="0"/>
              </a:spcAft>
              <a:buSzPts val="1100"/>
              <a:buFont typeface="Arial"/>
              <a:buNone/>
              <a:defRPr sz="1400"/>
            </a:lvl2pPr>
            <a:lvl3pPr lvl="2" rtl="0" algn="l">
              <a:lnSpc>
                <a:spcPct val="100000"/>
              </a:lnSpc>
              <a:spcBef>
                <a:spcPts val="0"/>
              </a:spcBef>
              <a:spcAft>
                <a:spcPts val="0"/>
              </a:spcAft>
              <a:buSzPts val="1100"/>
              <a:buFont typeface="Arial"/>
              <a:buNone/>
              <a:defRPr sz="1400"/>
            </a:lvl3pPr>
            <a:lvl4pPr lvl="3" rtl="0" algn="l">
              <a:lnSpc>
                <a:spcPct val="100000"/>
              </a:lnSpc>
              <a:spcBef>
                <a:spcPts val="0"/>
              </a:spcBef>
              <a:spcAft>
                <a:spcPts val="0"/>
              </a:spcAft>
              <a:buSzPts val="1100"/>
              <a:buFont typeface="Arial"/>
              <a:buNone/>
              <a:defRPr sz="1400"/>
            </a:lvl4pPr>
            <a:lvl5pPr lvl="4" rtl="0" algn="l">
              <a:lnSpc>
                <a:spcPct val="100000"/>
              </a:lnSpc>
              <a:spcBef>
                <a:spcPts val="0"/>
              </a:spcBef>
              <a:spcAft>
                <a:spcPts val="0"/>
              </a:spcAft>
              <a:buSzPts val="1100"/>
              <a:buFont typeface="Arial"/>
              <a:buNone/>
              <a:defRPr sz="1400"/>
            </a:lvl5pPr>
            <a:lvl6pPr lvl="5" rtl="0" algn="l">
              <a:lnSpc>
                <a:spcPct val="100000"/>
              </a:lnSpc>
              <a:spcBef>
                <a:spcPts val="0"/>
              </a:spcBef>
              <a:spcAft>
                <a:spcPts val="0"/>
              </a:spcAft>
              <a:buSzPts val="1100"/>
              <a:buFont typeface="Arial"/>
              <a:buNone/>
              <a:defRPr sz="1400"/>
            </a:lvl6pPr>
            <a:lvl7pPr lvl="6" rtl="0" algn="l">
              <a:lnSpc>
                <a:spcPct val="100000"/>
              </a:lnSpc>
              <a:spcBef>
                <a:spcPts val="0"/>
              </a:spcBef>
              <a:spcAft>
                <a:spcPts val="0"/>
              </a:spcAft>
              <a:buSzPts val="1100"/>
              <a:buFont typeface="Arial"/>
              <a:buNone/>
              <a:defRPr sz="1400"/>
            </a:lvl7pPr>
            <a:lvl8pPr lvl="7" rtl="0" algn="l">
              <a:lnSpc>
                <a:spcPct val="100000"/>
              </a:lnSpc>
              <a:spcBef>
                <a:spcPts val="0"/>
              </a:spcBef>
              <a:spcAft>
                <a:spcPts val="0"/>
              </a:spcAft>
              <a:buSzPts val="1100"/>
              <a:buFont typeface="Arial"/>
              <a:buNone/>
              <a:defRPr sz="1400"/>
            </a:lvl8pPr>
            <a:lvl9pPr lvl="8" rtl="0" algn="l">
              <a:lnSpc>
                <a:spcPct val="100000"/>
              </a:lnSpc>
              <a:spcBef>
                <a:spcPts val="0"/>
              </a:spcBef>
              <a:spcAft>
                <a:spcPts val="0"/>
              </a:spcAft>
              <a:buSzPts val="1100"/>
              <a:buFont typeface="Arial"/>
              <a:buNone/>
              <a:defRPr sz="1400"/>
            </a:lvl9pPr>
          </a:lstStyle>
          <a:p/>
        </p:txBody>
      </p:sp>
      <p:sp>
        <p:nvSpPr>
          <p:cNvPr id="189" name="Google Shape;189;p31"/>
          <p:cNvSpPr txBox="1"/>
          <p:nvPr>
            <p:ph idx="1" type="body"/>
          </p:nvPr>
        </p:nvSpPr>
        <p:spPr>
          <a:xfrm>
            <a:off x="468630" y="1001316"/>
            <a:ext cx="8200500" cy="3263400"/>
          </a:xfrm>
          <a:prstGeom prst="rect">
            <a:avLst/>
          </a:prstGeom>
          <a:noFill/>
          <a:ln>
            <a:noFill/>
          </a:ln>
        </p:spPr>
        <p:txBody>
          <a:bodyPr anchorCtr="0" anchor="t" bIns="91425" lIns="91425" spcFirstLastPara="1" rIns="91425" wrap="square" tIns="91425">
            <a:normAutofit/>
          </a:bodyPr>
          <a:lstStyle>
            <a:lvl1pPr indent="-361950" lvl="0" marL="457200" marR="0" rtl="0" algn="l">
              <a:lnSpc>
                <a:spcPct val="100000"/>
              </a:lnSpc>
              <a:spcBef>
                <a:spcPts val="800"/>
              </a:spcBef>
              <a:spcAft>
                <a:spcPts val="0"/>
              </a:spcAft>
              <a:buClr>
                <a:srgbClr val="168FDF"/>
              </a:buClr>
              <a:buSzPts val="2100"/>
              <a:buFont typeface="Helvetica Neue"/>
              <a:buChar char="›"/>
              <a:defRPr b="0" i="0" sz="2100" u="none" cap="none" strike="noStrike">
                <a:solidFill>
                  <a:srgbClr val="2F2F2F"/>
                </a:solidFill>
                <a:latin typeface="Gill Sans"/>
                <a:ea typeface="Gill Sans"/>
                <a:cs typeface="Gill Sans"/>
                <a:sym typeface="Gill Sans"/>
              </a:defRPr>
            </a:lvl1pPr>
            <a:lvl2pPr indent="-355600" lvl="1" marL="914400" marR="0" rtl="0" algn="l">
              <a:lnSpc>
                <a:spcPct val="100000"/>
              </a:lnSpc>
              <a:spcBef>
                <a:spcPts val="400"/>
              </a:spcBef>
              <a:spcAft>
                <a:spcPts val="0"/>
              </a:spcAft>
              <a:buClr>
                <a:srgbClr val="168FDF"/>
              </a:buClr>
              <a:buSzPts val="2000"/>
              <a:buFont typeface="Helvetica Neue"/>
              <a:buChar char="›"/>
              <a:defRPr b="0" i="0" sz="2000" u="none" cap="none" strike="noStrike">
                <a:solidFill>
                  <a:srgbClr val="2F2F2F"/>
                </a:solidFill>
                <a:latin typeface="Gill Sans"/>
                <a:ea typeface="Gill Sans"/>
                <a:cs typeface="Gill Sans"/>
                <a:sym typeface="Gill Sans"/>
              </a:defRPr>
            </a:lvl2pPr>
            <a:lvl3pPr indent="-342900" lvl="2" marL="1371600" marR="0" rtl="0" algn="l">
              <a:lnSpc>
                <a:spcPct val="100000"/>
              </a:lnSpc>
              <a:spcBef>
                <a:spcPts val="400"/>
              </a:spcBef>
              <a:spcAft>
                <a:spcPts val="0"/>
              </a:spcAft>
              <a:buClr>
                <a:srgbClr val="168FDF"/>
              </a:buClr>
              <a:buSzPts val="1800"/>
              <a:buFont typeface="Helvetica Neue"/>
              <a:buChar char="›"/>
              <a:defRPr b="0" i="0" sz="1800" u="none" cap="none" strike="noStrike">
                <a:solidFill>
                  <a:srgbClr val="2F2F2F"/>
                </a:solidFill>
                <a:latin typeface="Gill Sans"/>
                <a:ea typeface="Gill Sans"/>
                <a:cs typeface="Gill Sans"/>
                <a:sym typeface="Gill Sans"/>
              </a:defRPr>
            </a:lvl3pPr>
            <a:lvl4pPr indent="-336550" lvl="3" marL="1828800" marR="0" rtl="0" algn="l">
              <a:lnSpc>
                <a:spcPct val="100000"/>
              </a:lnSpc>
              <a:spcBef>
                <a:spcPts val="400"/>
              </a:spcBef>
              <a:spcAft>
                <a:spcPts val="0"/>
              </a:spcAft>
              <a:buClr>
                <a:srgbClr val="168FDF"/>
              </a:buClr>
              <a:buSzPts val="1700"/>
              <a:buFont typeface="Helvetica Neue"/>
              <a:buChar char="›"/>
              <a:defRPr b="0" i="0" sz="1700" u="none" cap="none" strike="noStrike">
                <a:solidFill>
                  <a:srgbClr val="2F2F2F"/>
                </a:solidFill>
                <a:latin typeface="Gill Sans"/>
                <a:ea typeface="Gill Sans"/>
                <a:cs typeface="Gill Sans"/>
                <a:sym typeface="Gill Sans"/>
              </a:defRPr>
            </a:lvl4pPr>
            <a:lvl5pPr indent="-323850" lvl="4" marL="2286000" marR="0" rtl="0" algn="l">
              <a:lnSpc>
                <a:spcPct val="100000"/>
              </a:lnSpc>
              <a:spcBef>
                <a:spcPts val="400"/>
              </a:spcBef>
              <a:spcAft>
                <a:spcPts val="0"/>
              </a:spcAft>
              <a:buClr>
                <a:srgbClr val="168FDF"/>
              </a:buClr>
              <a:buSzPts val="1500"/>
              <a:buFont typeface="Helvetica Neue"/>
              <a:buChar char="›"/>
              <a:defRPr b="0" i="0" sz="1500" u="none" cap="none" strike="noStrike">
                <a:solidFill>
                  <a:srgbClr val="2F2F2F"/>
                </a:solidFill>
                <a:latin typeface="Gill Sans"/>
                <a:ea typeface="Gill Sans"/>
                <a:cs typeface="Gill Sans"/>
                <a:sym typeface="Gill Sans"/>
              </a:defRPr>
            </a:lvl5pPr>
            <a:lvl6pPr indent="-317500" lvl="5" marL="27432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Gill Sans"/>
                <a:ea typeface="Gill Sans"/>
                <a:cs typeface="Gill Sans"/>
                <a:sym typeface="Gill Sans"/>
              </a:defRPr>
            </a:lvl6pPr>
            <a:lvl7pPr indent="-317500" lvl="6" marL="32004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Gill Sans"/>
                <a:ea typeface="Gill Sans"/>
                <a:cs typeface="Gill Sans"/>
                <a:sym typeface="Gill Sans"/>
              </a:defRPr>
            </a:lvl7pPr>
            <a:lvl8pPr indent="-317500" lvl="7" marL="36576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Gill Sans"/>
                <a:ea typeface="Gill Sans"/>
                <a:cs typeface="Gill Sans"/>
                <a:sym typeface="Gill Sans"/>
              </a:defRPr>
            </a:lvl8pPr>
            <a:lvl9pPr indent="-317500" lvl="8" marL="41148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Gill Sans"/>
                <a:ea typeface="Gill Sans"/>
                <a:cs typeface="Gill Sans"/>
                <a:sym typeface="Gill Sans"/>
              </a:defRPr>
            </a:lvl9pPr>
          </a:lstStyle>
          <a:p/>
        </p:txBody>
      </p:sp>
      <p:cxnSp>
        <p:nvCxnSpPr>
          <p:cNvPr id="190" name="Google Shape;190;p31"/>
          <p:cNvCxnSpPr/>
          <p:nvPr/>
        </p:nvCxnSpPr>
        <p:spPr>
          <a:xfrm>
            <a:off x="308610" y="273844"/>
            <a:ext cx="0" cy="4581600"/>
          </a:xfrm>
          <a:prstGeom prst="straightConnector1">
            <a:avLst/>
          </a:prstGeom>
          <a:noFill/>
          <a:ln cap="flat" cmpd="sng" w="9525">
            <a:solidFill>
              <a:srgbClr val="168FDF"/>
            </a:solidFill>
            <a:prstDash val="solid"/>
            <a:miter lim="800000"/>
            <a:headEnd len="sm" w="sm" type="none"/>
            <a:tailEnd len="sm" w="sm" type="none"/>
          </a:ln>
        </p:spPr>
      </p:cxnSp>
      <p:pic>
        <p:nvPicPr>
          <p:cNvPr id="191" name="Google Shape;191;p31"/>
          <p:cNvPicPr preferRelativeResize="0"/>
          <p:nvPr/>
        </p:nvPicPr>
        <p:blipFill rotWithShape="1">
          <a:blip r:embed="rId2">
            <a:alphaModFix/>
          </a:blip>
          <a:srcRect b="0" l="0" r="0" t="0"/>
          <a:stretch/>
        </p:blipFill>
        <p:spPr>
          <a:xfrm>
            <a:off x="455313" y="4886417"/>
            <a:ext cx="2033132" cy="121351"/>
          </a:xfrm>
          <a:prstGeom prst="rect">
            <a:avLst/>
          </a:prstGeom>
          <a:noFill/>
          <a:ln>
            <a:noFill/>
          </a:ln>
        </p:spPr>
      </p:pic>
      <p:sp>
        <p:nvSpPr>
          <p:cNvPr id="192" name="Google Shape;192;p31"/>
          <p:cNvSpPr txBox="1"/>
          <p:nvPr>
            <p:ph idx="12" type="sldNum"/>
          </p:nvPr>
        </p:nvSpPr>
        <p:spPr>
          <a:xfrm>
            <a:off x="8868254" y="4937760"/>
            <a:ext cx="275700" cy="205800"/>
          </a:xfrm>
          <a:prstGeom prst="rect">
            <a:avLst/>
          </a:prstGeom>
          <a:noFill/>
          <a:ln>
            <a:noFill/>
          </a:ln>
        </p:spPr>
        <p:txBody>
          <a:bodyPr anchorCtr="0" anchor="ctr" bIns="34275" lIns="68575" spcFirstLastPara="1" rIns="68575" wrap="square" tIns="34275">
            <a:normAutofit/>
          </a:bodyPr>
          <a:lstStyle>
            <a:lvl1pPr indent="0" lvl="0" marL="0" marR="0" rtl="0" algn="r">
              <a:lnSpc>
                <a:spcPct val="100000"/>
              </a:lnSpc>
              <a:spcBef>
                <a:spcPts val="0"/>
              </a:spcBef>
              <a:spcAft>
                <a:spcPts val="0"/>
              </a:spcAft>
              <a:buClr>
                <a:srgbClr val="2F2F2F"/>
              </a:buClr>
              <a:buSzPts val="800"/>
              <a:buFont typeface="Gill Sans"/>
              <a:buNone/>
              <a:defRPr b="0" i="0" sz="800" u="none" cap="none" strike="noStrike">
                <a:solidFill>
                  <a:srgbClr val="2F2F2F"/>
                </a:solidFill>
                <a:latin typeface="Gill Sans"/>
                <a:ea typeface="Gill Sans"/>
                <a:cs typeface="Gill Sans"/>
                <a:sym typeface="Gill Sans"/>
              </a:defRPr>
            </a:lvl1pPr>
            <a:lvl2pPr indent="0" lvl="1" marL="0" marR="0" rtl="0" algn="r">
              <a:lnSpc>
                <a:spcPct val="100000"/>
              </a:lnSpc>
              <a:spcBef>
                <a:spcPts val="0"/>
              </a:spcBef>
              <a:spcAft>
                <a:spcPts val="0"/>
              </a:spcAft>
              <a:buClr>
                <a:srgbClr val="2F2F2F"/>
              </a:buClr>
              <a:buSzPts val="800"/>
              <a:buFont typeface="Gill Sans"/>
              <a:buNone/>
              <a:defRPr b="0" i="0" sz="800" u="none" cap="none" strike="noStrike">
                <a:solidFill>
                  <a:srgbClr val="2F2F2F"/>
                </a:solidFill>
                <a:latin typeface="Gill Sans"/>
                <a:ea typeface="Gill Sans"/>
                <a:cs typeface="Gill Sans"/>
                <a:sym typeface="Gill Sans"/>
              </a:defRPr>
            </a:lvl2pPr>
            <a:lvl3pPr indent="0" lvl="2" marL="0" marR="0" rtl="0" algn="r">
              <a:lnSpc>
                <a:spcPct val="100000"/>
              </a:lnSpc>
              <a:spcBef>
                <a:spcPts val="0"/>
              </a:spcBef>
              <a:spcAft>
                <a:spcPts val="0"/>
              </a:spcAft>
              <a:buClr>
                <a:srgbClr val="2F2F2F"/>
              </a:buClr>
              <a:buSzPts val="800"/>
              <a:buFont typeface="Gill Sans"/>
              <a:buNone/>
              <a:defRPr b="0" i="0" sz="800" u="none" cap="none" strike="noStrike">
                <a:solidFill>
                  <a:srgbClr val="2F2F2F"/>
                </a:solidFill>
                <a:latin typeface="Gill Sans"/>
                <a:ea typeface="Gill Sans"/>
                <a:cs typeface="Gill Sans"/>
                <a:sym typeface="Gill Sans"/>
              </a:defRPr>
            </a:lvl3pPr>
            <a:lvl4pPr indent="0" lvl="3" marL="0" marR="0" rtl="0" algn="r">
              <a:lnSpc>
                <a:spcPct val="100000"/>
              </a:lnSpc>
              <a:spcBef>
                <a:spcPts val="0"/>
              </a:spcBef>
              <a:spcAft>
                <a:spcPts val="0"/>
              </a:spcAft>
              <a:buClr>
                <a:srgbClr val="2F2F2F"/>
              </a:buClr>
              <a:buSzPts val="800"/>
              <a:buFont typeface="Gill Sans"/>
              <a:buNone/>
              <a:defRPr b="0" i="0" sz="800" u="none" cap="none" strike="noStrike">
                <a:solidFill>
                  <a:srgbClr val="2F2F2F"/>
                </a:solidFill>
                <a:latin typeface="Gill Sans"/>
                <a:ea typeface="Gill Sans"/>
                <a:cs typeface="Gill Sans"/>
                <a:sym typeface="Gill Sans"/>
              </a:defRPr>
            </a:lvl4pPr>
            <a:lvl5pPr indent="0" lvl="4" marL="0" marR="0" rtl="0" algn="r">
              <a:lnSpc>
                <a:spcPct val="100000"/>
              </a:lnSpc>
              <a:spcBef>
                <a:spcPts val="0"/>
              </a:spcBef>
              <a:spcAft>
                <a:spcPts val="0"/>
              </a:spcAft>
              <a:buClr>
                <a:srgbClr val="2F2F2F"/>
              </a:buClr>
              <a:buSzPts val="800"/>
              <a:buFont typeface="Gill Sans"/>
              <a:buNone/>
              <a:defRPr b="0" i="0" sz="800" u="none" cap="none" strike="noStrike">
                <a:solidFill>
                  <a:srgbClr val="2F2F2F"/>
                </a:solidFill>
                <a:latin typeface="Gill Sans"/>
                <a:ea typeface="Gill Sans"/>
                <a:cs typeface="Gill Sans"/>
                <a:sym typeface="Gill Sans"/>
              </a:defRPr>
            </a:lvl5pPr>
            <a:lvl6pPr indent="0" lvl="5" marL="0" marR="0" rtl="0" algn="r">
              <a:lnSpc>
                <a:spcPct val="100000"/>
              </a:lnSpc>
              <a:spcBef>
                <a:spcPts val="0"/>
              </a:spcBef>
              <a:spcAft>
                <a:spcPts val="0"/>
              </a:spcAft>
              <a:buClr>
                <a:srgbClr val="2F2F2F"/>
              </a:buClr>
              <a:buSzPts val="800"/>
              <a:buFont typeface="Gill Sans"/>
              <a:buNone/>
              <a:defRPr b="0" i="0" sz="800" u="none" cap="none" strike="noStrike">
                <a:solidFill>
                  <a:srgbClr val="2F2F2F"/>
                </a:solidFill>
                <a:latin typeface="Gill Sans"/>
                <a:ea typeface="Gill Sans"/>
                <a:cs typeface="Gill Sans"/>
                <a:sym typeface="Gill Sans"/>
              </a:defRPr>
            </a:lvl6pPr>
            <a:lvl7pPr indent="0" lvl="6" marL="0" marR="0" rtl="0" algn="r">
              <a:lnSpc>
                <a:spcPct val="100000"/>
              </a:lnSpc>
              <a:spcBef>
                <a:spcPts val="0"/>
              </a:spcBef>
              <a:spcAft>
                <a:spcPts val="0"/>
              </a:spcAft>
              <a:buClr>
                <a:srgbClr val="2F2F2F"/>
              </a:buClr>
              <a:buSzPts val="800"/>
              <a:buFont typeface="Gill Sans"/>
              <a:buNone/>
              <a:defRPr b="0" i="0" sz="800" u="none" cap="none" strike="noStrike">
                <a:solidFill>
                  <a:srgbClr val="2F2F2F"/>
                </a:solidFill>
                <a:latin typeface="Gill Sans"/>
                <a:ea typeface="Gill Sans"/>
                <a:cs typeface="Gill Sans"/>
                <a:sym typeface="Gill Sans"/>
              </a:defRPr>
            </a:lvl7pPr>
            <a:lvl8pPr indent="0" lvl="7" marL="0" marR="0" rtl="0" algn="r">
              <a:lnSpc>
                <a:spcPct val="100000"/>
              </a:lnSpc>
              <a:spcBef>
                <a:spcPts val="0"/>
              </a:spcBef>
              <a:spcAft>
                <a:spcPts val="0"/>
              </a:spcAft>
              <a:buClr>
                <a:srgbClr val="2F2F2F"/>
              </a:buClr>
              <a:buSzPts val="800"/>
              <a:buFont typeface="Gill Sans"/>
              <a:buNone/>
              <a:defRPr b="0" i="0" sz="800" u="none" cap="none" strike="noStrike">
                <a:solidFill>
                  <a:srgbClr val="2F2F2F"/>
                </a:solidFill>
                <a:latin typeface="Gill Sans"/>
                <a:ea typeface="Gill Sans"/>
                <a:cs typeface="Gill Sans"/>
                <a:sym typeface="Gill Sans"/>
              </a:defRPr>
            </a:lvl8pPr>
            <a:lvl9pPr indent="0" lvl="8" marL="0" marR="0" rtl="0" algn="r">
              <a:lnSpc>
                <a:spcPct val="100000"/>
              </a:lnSpc>
              <a:spcBef>
                <a:spcPts val="0"/>
              </a:spcBef>
              <a:spcAft>
                <a:spcPts val="0"/>
              </a:spcAft>
              <a:buClr>
                <a:srgbClr val="2F2F2F"/>
              </a:buClr>
              <a:buSzPts val="800"/>
              <a:buFont typeface="Gill Sans"/>
              <a:buNone/>
              <a:defRPr b="0" i="0" sz="800" u="none" cap="none" strike="noStrike">
                <a:solidFill>
                  <a:srgbClr val="2F2F2F"/>
                </a:solidFill>
                <a:latin typeface="Gill Sans"/>
                <a:ea typeface="Gill Sans"/>
                <a:cs typeface="Gill Sans"/>
                <a:sym typeface="Gill Sans"/>
              </a:defRPr>
            </a:lvl9pPr>
          </a:lstStyle>
          <a:p>
            <a:pPr indent="0" lvl="0" marL="0" rtl="0" algn="r">
              <a:spcBef>
                <a:spcPts val="0"/>
              </a:spcBef>
              <a:spcAft>
                <a:spcPts val="0"/>
              </a:spcAft>
              <a:buNone/>
            </a:pPr>
            <a:fld id="{00000000-1234-1234-1234-123412341234}" type="slidenum">
              <a:rPr lang="en"/>
              <a:t>‹#›</a:t>
            </a:fld>
            <a:endParaRPr/>
          </a:p>
        </p:txBody>
      </p:sp>
      <p:pic>
        <p:nvPicPr>
          <p:cNvPr id="193" name="Google Shape;193;p31"/>
          <p:cNvPicPr preferRelativeResize="0"/>
          <p:nvPr/>
        </p:nvPicPr>
        <p:blipFill>
          <a:blip r:embed="rId3">
            <a:alphaModFix/>
          </a:blip>
          <a:stretch>
            <a:fillRect/>
          </a:stretch>
        </p:blipFill>
        <p:spPr>
          <a:xfrm>
            <a:off x="7744775" y="4868118"/>
            <a:ext cx="1213351" cy="157975"/>
          </a:xfrm>
          <a:prstGeom prst="rect">
            <a:avLst/>
          </a:prstGeom>
          <a:noFill/>
          <a:ln>
            <a:noFill/>
          </a:ln>
        </p:spPr>
      </p:pic>
    </p:spTree>
  </p:cSld>
  <p:clrMapOvr>
    <a:masterClrMapping/>
  </p:clrMapOvr>
  <p:transition>
    <p:fade thruBlk="1"/>
  </p:transition>
</p:sldLayout>
</file>

<file path=ppt/slideLayouts/slideLayout3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_5">
  <p:cSld name="TITLE_5">
    <p:spTree>
      <p:nvGrpSpPr>
        <p:cNvPr id="194" name="Shape 194"/>
        <p:cNvGrpSpPr/>
        <p:nvPr/>
      </p:nvGrpSpPr>
      <p:grpSpPr>
        <a:xfrm>
          <a:off x="0" y="0"/>
          <a:ext cx="0" cy="0"/>
          <a:chOff x="0" y="0"/>
          <a:chExt cx="0" cy="0"/>
        </a:xfrm>
      </p:grpSpPr>
      <p:sp>
        <p:nvSpPr>
          <p:cNvPr id="195" name="Google Shape;195;p32"/>
          <p:cNvSpPr txBox="1"/>
          <p:nvPr>
            <p:ph type="ctrTitle"/>
          </p:nvPr>
        </p:nvSpPr>
        <p:spPr>
          <a:xfrm>
            <a:off x="311708" y="744575"/>
            <a:ext cx="8520600" cy="2052600"/>
          </a:xfrm>
          <a:prstGeom prst="rect">
            <a:avLst/>
          </a:prstGeom>
        </p:spPr>
        <p:txBody>
          <a:bodyPr anchorCtr="0" anchor="b" bIns="91425" lIns="91425" spcFirstLastPara="1" rIns="91425" wrap="square" tIns="91425">
            <a:normAutofit/>
          </a:bodyPr>
          <a:lstStyle>
            <a:lvl1pPr lvl="0" rtl="0" algn="ctr">
              <a:spcBef>
                <a:spcPts val="0"/>
              </a:spcBef>
              <a:spcAft>
                <a:spcPts val="0"/>
              </a:spcAft>
              <a:buSzPts val="5200"/>
              <a:buNone/>
              <a:defRPr sz="5200"/>
            </a:lvl1pPr>
            <a:lvl2pPr lvl="1" rtl="0" algn="ctr">
              <a:spcBef>
                <a:spcPts val="0"/>
              </a:spcBef>
              <a:spcAft>
                <a:spcPts val="0"/>
              </a:spcAft>
              <a:buSzPts val="5200"/>
              <a:buNone/>
              <a:defRPr sz="5200"/>
            </a:lvl2pPr>
            <a:lvl3pPr lvl="2" rtl="0" algn="ctr">
              <a:spcBef>
                <a:spcPts val="0"/>
              </a:spcBef>
              <a:spcAft>
                <a:spcPts val="0"/>
              </a:spcAft>
              <a:buSzPts val="5200"/>
              <a:buNone/>
              <a:defRPr sz="5200"/>
            </a:lvl3pPr>
            <a:lvl4pPr lvl="3" rtl="0" algn="ctr">
              <a:spcBef>
                <a:spcPts val="0"/>
              </a:spcBef>
              <a:spcAft>
                <a:spcPts val="0"/>
              </a:spcAft>
              <a:buSzPts val="5200"/>
              <a:buNone/>
              <a:defRPr sz="5200"/>
            </a:lvl4pPr>
            <a:lvl5pPr lvl="4" rtl="0" algn="ctr">
              <a:spcBef>
                <a:spcPts val="0"/>
              </a:spcBef>
              <a:spcAft>
                <a:spcPts val="0"/>
              </a:spcAft>
              <a:buSzPts val="5200"/>
              <a:buNone/>
              <a:defRPr sz="5200"/>
            </a:lvl5pPr>
            <a:lvl6pPr lvl="5" rtl="0" algn="ctr">
              <a:spcBef>
                <a:spcPts val="0"/>
              </a:spcBef>
              <a:spcAft>
                <a:spcPts val="0"/>
              </a:spcAft>
              <a:buSzPts val="5200"/>
              <a:buNone/>
              <a:defRPr sz="5200"/>
            </a:lvl6pPr>
            <a:lvl7pPr lvl="6" rtl="0" algn="ctr">
              <a:spcBef>
                <a:spcPts val="0"/>
              </a:spcBef>
              <a:spcAft>
                <a:spcPts val="0"/>
              </a:spcAft>
              <a:buSzPts val="5200"/>
              <a:buNone/>
              <a:defRPr sz="5200"/>
            </a:lvl7pPr>
            <a:lvl8pPr lvl="7" rtl="0" algn="ctr">
              <a:spcBef>
                <a:spcPts val="0"/>
              </a:spcBef>
              <a:spcAft>
                <a:spcPts val="0"/>
              </a:spcAft>
              <a:buSzPts val="5200"/>
              <a:buNone/>
              <a:defRPr sz="5200"/>
            </a:lvl8pPr>
            <a:lvl9pPr lvl="8" rtl="0" algn="ctr">
              <a:spcBef>
                <a:spcPts val="0"/>
              </a:spcBef>
              <a:spcAft>
                <a:spcPts val="0"/>
              </a:spcAft>
              <a:buSzPts val="5200"/>
              <a:buNone/>
              <a:defRPr sz="5200"/>
            </a:lvl9pPr>
          </a:lstStyle>
          <a:p/>
        </p:txBody>
      </p:sp>
      <p:sp>
        <p:nvSpPr>
          <p:cNvPr id="196" name="Google Shape;196;p32"/>
          <p:cNvSpPr txBox="1"/>
          <p:nvPr>
            <p:ph idx="1" type="subTitle"/>
          </p:nvPr>
        </p:nvSpPr>
        <p:spPr>
          <a:xfrm>
            <a:off x="311700" y="2834125"/>
            <a:ext cx="8520600" cy="792600"/>
          </a:xfrm>
          <a:prstGeom prst="rect">
            <a:avLst/>
          </a:prstGeom>
        </p:spPr>
        <p:txBody>
          <a:bodyPr anchorCtr="0" anchor="t" bIns="91425" lIns="91425" spcFirstLastPara="1" rIns="91425" wrap="square" tIns="91425">
            <a:normAutofit/>
          </a:bodyPr>
          <a:lstStyle>
            <a:lvl1pPr lvl="0" rtl="0" algn="ctr">
              <a:lnSpc>
                <a:spcPct val="100000"/>
              </a:lnSpc>
              <a:spcBef>
                <a:spcPts val="0"/>
              </a:spcBef>
              <a:spcAft>
                <a:spcPts val="0"/>
              </a:spcAft>
              <a:buSzPts val="2800"/>
              <a:buNone/>
              <a:defRPr sz="2800"/>
            </a:lvl1pPr>
            <a:lvl2pPr lvl="1" rtl="0" algn="ctr">
              <a:lnSpc>
                <a:spcPct val="100000"/>
              </a:lnSpc>
              <a:spcBef>
                <a:spcPts val="0"/>
              </a:spcBef>
              <a:spcAft>
                <a:spcPts val="0"/>
              </a:spcAft>
              <a:buSzPts val="2800"/>
              <a:buNone/>
              <a:defRPr sz="2800"/>
            </a:lvl2pPr>
            <a:lvl3pPr lvl="2" rtl="0" algn="ctr">
              <a:lnSpc>
                <a:spcPct val="100000"/>
              </a:lnSpc>
              <a:spcBef>
                <a:spcPts val="0"/>
              </a:spcBef>
              <a:spcAft>
                <a:spcPts val="0"/>
              </a:spcAft>
              <a:buSzPts val="2800"/>
              <a:buNone/>
              <a:defRPr sz="2800"/>
            </a:lvl3pPr>
            <a:lvl4pPr lvl="3" rtl="0" algn="ctr">
              <a:lnSpc>
                <a:spcPct val="100000"/>
              </a:lnSpc>
              <a:spcBef>
                <a:spcPts val="0"/>
              </a:spcBef>
              <a:spcAft>
                <a:spcPts val="0"/>
              </a:spcAft>
              <a:buSzPts val="2800"/>
              <a:buNone/>
              <a:defRPr sz="2800"/>
            </a:lvl4pPr>
            <a:lvl5pPr lvl="4" rtl="0" algn="ctr">
              <a:lnSpc>
                <a:spcPct val="100000"/>
              </a:lnSpc>
              <a:spcBef>
                <a:spcPts val="0"/>
              </a:spcBef>
              <a:spcAft>
                <a:spcPts val="0"/>
              </a:spcAft>
              <a:buSzPts val="2800"/>
              <a:buNone/>
              <a:defRPr sz="2800"/>
            </a:lvl5pPr>
            <a:lvl6pPr lvl="5" rtl="0" algn="ctr">
              <a:lnSpc>
                <a:spcPct val="100000"/>
              </a:lnSpc>
              <a:spcBef>
                <a:spcPts val="0"/>
              </a:spcBef>
              <a:spcAft>
                <a:spcPts val="0"/>
              </a:spcAft>
              <a:buSzPts val="2800"/>
              <a:buNone/>
              <a:defRPr sz="2800"/>
            </a:lvl6pPr>
            <a:lvl7pPr lvl="6" rtl="0" algn="ctr">
              <a:lnSpc>
                <a:spcPct val="100000"/>
              </a:lnSpc>
              <a:spcBef>
                <a:spcPts val="0"/>
              </a:spcBef>
              <a:spcAft>
                <a:spcPts val="0"/>
              </a:spcAft>
              <a:buSzPts val="2800"/>
              <a:buNone/>
              <a:defRPr sz="2800"/>
            </a:lvl7pPr>
            <a:lvl8pPr lvl="7" rtl="0" algn="ctr">
              <a:lnSpc>
                <a:spcPct val="100000"/>
              </a:lnSpc>
              <a:spcBef>
                <a:spcPts val="0"/>
              </a:spcBef>
              <a:spcAft>
                <a:spcPts val="0"/>
              </a:spcAft>
              <a:buSzPts val="2800"/>
              <a:buNone/>
              <a:defRPr sz="2800"/>
            </a:lvl8pPr>
            <a:lvl9pPr lvl="8" rtl="0" algn="ctr">
              <a:lnSpc>
                <a:spcPct val="100000"/>
              </a:lnSpc>
              <a:spcBef>
                <a:spcPts val="0"/>
              </a:spcBef>
              <a:spcAft>
                <a:spcPts val="0"/>
              </a:spcAft>
              <a:buSzPts val="2800"/>
              <a:buNone/>
              <a:defRPr sz="2800"/>
            </a:lvl9pPr>
          </a:lstStyle>
          <a:p/>
        </p:txBody>
      </p:sp>
      <p:sp>
        <p:nvSpPr>
          <p:cNvPr id="197" name="Google Shape;197;p32"/>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rtl="0">
              <a:buNone/>
              <a:defRPr/>
            </a:lvl1pPr>
            <a:lvl2pPr lvl="1" rtl="0">
              <a:buNone/>
              <a:defRPr/>
            </a:lvl2pPr>
            <a:lvl3pPr lvl="2" rtl="0">
              <a:buNone/>
              <a:defRPr/>
            </a:lvl3pPr>
            <a:lvl4pPr lvl="3" rtl="0">
              <a:buNone/>
              <a:defRPr/>
            </a:lvl4pPr>
            <a:lvl5pPr lvl="4" rtl="0">
              <a:buNone/>
              <a:defRPr/>
            </a:lvl5pPr>
            <a:lvl6pPr lvl="5" rtl="0">
              <a:buNone/>
              <a:defRPr/>
            </a:lvl6pPr>
            <a:lvl7pPr lvl="6" rtl="0">
              <a:buNone/>
              <a:defRPr/>
            </a:lvl7pPr>
            <a:lvl8pPr lvl="7" rtl="0">
              <a:buNone/>
              <a:defRPr/>
            </a:lvl8pPr>
            <a:lvl9pPr lvl="8" rtl="0">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3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ig text with LF Image">
  <p:cSld name="BIG_NUMBER_1">
    <p:bg>
      <p:bgPr>
        <a:gradFill>
          <a:gsLst>
            <a:gs pos="0">
              <a:srgbClr val="003778"/>
            </a:gs>
            <a:gs pos="100000">
              <a:srgbClr val="00183C"/>
            </a:gs>
          </a:gsLst>
          <a:lin ang="2700006" scaled="0"/>
        </a:gradFill>
      </p:bgPr>
    </p:bg>
    <p:spTree>
      <p:nvGrpSpPr>
        <p:cNvPr id="198" name="Shape 198"/>
        <p:cNvGrpSpPr/>
        <p:nvPr/>
      </p:nvGrpSpPr>
      <p:grpSpPr>
        <a:xfrm>
          <a:off x="0" y="0"/>
          <a:ext cx="0" cy="0"/>
          <a:chOff x="0" y="0"/>
          <a:chExt cx="0" cy="0"/>
        </a:xfrm>
      </p:grpSpPr>
      <p:grpSp>
        <p:nvGrpSpPr>
          <p:cNvPr id="199" name="Google Shape;199;p33"/>
          <p:cNvGrpSpPr/>
          <p:nvPr/>
        </p:nvGrpSpPr>
        <p:grpSpPr>
          <a:xfrm>
            <a:off x="6098378" y="5"/>
            <a:ext cx="3045625" cy="2030570"/>
            <a:chOff x="6098378" y="5"/>
            <a:chExt cx="3045625" cy="2030570"/>
          </a:xfrm>
        </p:grpSpPr>
        <p:sp>
          <p:nvSpPr>
            <p:cNvPr id="200" name="Google Shape;200;p33"/>
            <p:cNvSpPr/>
            <p:nvPr/>
          </p:nvSpPr>
          <p:spPr>
            <a:xfrm>
              <a:off x="8128803" y="16"/>
              <a:ext cx="1015200" cy="1015200"/>
            </a:xfrm>
            <a:prstGeom prst="rect">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01" name="Google Shape;201;p33"/>
            <p:cNvSpPr/>
            <p:nvPr/>
          </p:nvSpPr>
          <p:spPr>
            <a:xfrm flipH="1">
              <a:off x="7113463" y="5"/>
              <a:ext cx="1015200" cy="1015200"/>
            </a:xfrm>
            <a:prstGeom prst="rtTriangle">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02" name="Google Shape;202;p33"/>
            <p:cNvSpPr/>
            <p:nvPr/>
          </p:nvSpPr>
          <p:spPr>
            <a:xfrm rot="10800000">
              <a:off x="6098378" y="97"/>
              <a:ext cx="1015200" cy="1015200"/>
            </a:xfrm>
            <a:prstGeom prst="rtTriangle">
              <a:avLst/>
            </a:prstGeom>
            <a:solidFill>
              <a:schemeClr val="accent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03" name="Google Shape;203;p33"/>
            <p:cNvSpPr/>
            <p:nvPr/>
          </p:nvSpPr>
          <p:spPr>
            <a:xfrm rot="10800000">
              <a:off x="8128789" y="1015375"/>
              <a:ext cx="1015200" cy="1015200"/>
            </a:xfrm>
            <a:prstGeom prst="rtTriangle">
              <a:avLst/>
            </a:prstGeom>
            <a:solidFill>
              <a:schemeClr val="accent6"/>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sp>
        <p:nvSpPr>
          <p:cNvPr id="204" name="Google Shape;204;p33"/>
          <p:cNvSpPr txBox="1"/>
          <p:nvPr>
            <p:ph hasCustomPrompt="1" type="title"/>
          </p:nvPr>
        </p:nvSpPr>
        <p:spPr>
          <a:xfrm>
            <a:off x="311700" y="1102894"/>
            <a:ext cx="8520600" cy="2807400"/>
          </a:xfrm>
          <a:prstGeom prst="rect">
            <a:avLst/>
          </a:prstGeom>
          <a:noFill/>
          <a:ln>
            <a:noFill/>
          </a:ln>
        </p:spPr>
        <p:txBody>
          <a:bodyPr anchorCtr="0" anchor="ctr" bIns="91425" lIns="91425" spcFirstLastPara="1" rIns="91425" wrap="square" tIns="91425">
            <a:normAutofit/>
          </a:bodyPr>
          <a:lstStyle>
            <a:lvl1pPr lvl="0" rtl="0" algn="ctr">
              <a:lnSpc>
                <a:spcPct val="100000"/>
              </a:lnSpc>
              <a:spcBef>
                <a:spcPts val="0"/>
              </a:spcBef>
              <a:spcAft>
                <a:spcPts val="0"/>
              </a:spcAft>
              <a:buClr>
                <a:schemeClr val="lt1"/>
              </a:buClr>
              <a:buSzPts val="12000"/>
              <a:buNone/>
              <a:defRPr sz="12000">
                <a:solidFill>
                  <a:schemeClr val="lt1"/>
                </a:solidFill>
              </a:defRPr>
            </a:lvl1pPr>
            <a:lvl2pPr lvl="1" rtl="0" algn="ctr">
              <a:lnSpc>
                <a:spcPct val="100000"/>
              </a:lnSpc>
              <a:spcBef>
                <a:spcPts val="0"/>
              </a:spcBef>
              <a:spcAft>
                <a:spcPts val="0"/>
              </a:spcAft>
              <a:buClr>
                <a:schemeClr val="lt1"/>
              </a:buClr>
              <a:buSzPts val="12000"/>
              <a:buNone/>
              <a:defRPr sz="12000">
                <a:solidFill>
                  <a:schemeClr val="lt1"/>
                </a:solidFill>
              </a:defRPr>
            </a:lvl2pPr>
            <a:lvl3pPr lvl="2" rtl="0" algn="ctr">
              <a:lnSpc>
                <a:spcPct val="100000"/>
              </a:lnSpc>
              <a:spcBef>
                <a:spcPts val="0"/>
              </a:spcBef>
              <a:spcAft>
                <a:spcPts val="0"/>
              </a:spcAft>
              <a:buClr>
                <a:schemeClr val="lt1"/>
              </a:buClr>
              <a:buSzPts val="12000"/>
              <a:buNone/>
              <a:defRPr sz="12000">
                <a:solidFill>
                  <a:schemeClr val="lt1"/>
                </a:solidFill>
              </a:defRPr>
            </a:lvl3pPr>
            <a:lvl4pPr lvl="3" rtl="0" algn="ctr">
              <a:lnSpc>
                <a:spcPct val="100000"/>
              </a:lnSpc>
              <a:spcBef>
                <a:spcPts val="0"/>
              </a:spcBef>
              <a:spcAft>
                <a:spcPts val="0"/>
              </a:spcAft>
              <a:buClr>
                <a:schemeClr val="lt1"/>
              </a:buClr>
              <a:buSzPts val="12000"/>
              <a:buNone/>
              <a:defRPr sz="12000">
                <a:solidFill>
                  <a:schemeClr val="lt1"/>
                </a:solidFill>
              </a:defRPr>
            </a:lvl4pPr>
            <a:lvl5pPr lvl="4" rtl="0" algn="ctr">
              <a:lnSpc>
                <a:spcPct val="100000"/>
              </a:lnSpc>
              <a:spcBef>
                <a:spcPts val="0"/>
              </a:spcBef>
              <a:spcAft>
                <a:spcPts val="0"/>
              </a:spcAft>
              <a:buClr>
                <a:schemeClr val="lt1"/>
              </a:buClr>
              <a:buSzPts val="12000"/>
              <a:buNone/>
              <a:defRPr sz="12000">
                <a:solidFill>
                  <a:schemeClr val="lt1"/>
                </a:solidFill>
              </a:defRPr>
            </a:lvl5pPr>
            <a:lvl6pPr lvl="5" rtl="0" algn="ctr">
              <a:lnSpc>
                <a:spcPct val="100000"/>
              </a:lnSpc>
              <a:spcBef>
                <a:spcPts val="0"/>
              </a:spcBef>
              <a:spcAft>
                <a:spcPts val="0"/>
              </a:spcAft>
              <a:buClr>
                <a:schemeClr val="lt1"/>
              </a:buClr>
              <a:buSzPts val="12000"/>
              <a:buNone/>
              <a:defRPr sz="12000">
                <a:solidFill>
                  <a:schemeClr val="lt1"/>
                </a:solidFill>
              </a:defRPr>
            </a:lvl6pPr>
            <a:lvl7pPr lvl="6" rtl="0" algn="ctr">
              <a:lnSpc>
                <a:spcPct val="100000"/>
              </a:lnSpc>
              <a:spcBef>
                <a:spcPts val="0"/>
              </a:spcBef>
              <a:spcAft>
                <a:spcPts val="0"/>
              </a:spcAft>
              <a:buClr>
                <a:schemeClr val="lt1"/>
              </a:buClr>
              <a:buSzPts val="12000"/>
              <a:buNone/>
              <a:defRPr sz="12000">
                <a:solidFill>
                  <a:schemeClr val="lt1"/>
                </a:solidFill>
              </a:defRPr>
            </a:lvl7pPr>
            <a:lvl8pPr lvl="7" rtl="0" algn="ctr">
              <a:lnSpc>
                <a:spcPct val="100000"/>
              </a:lnSpc>
              <a:spcBef>
                <a:spcPts val="0"/>
              </a:spcBef>
              <a:spcAft>
                <a:spcPts val="0"/>
              </a:spcAft>
              <a:buClr>
                <a:schemeClr val="lt1"/>
              </a:buClr>
              <a:buSzPts val="12000"/>
              <a:buNone/>
              <a:defRPr sz="12000">
                <a:solidFill>
                  <a:schemeClr val="lt1"/>
                </a:solidFill>
              </a:defRPr>
            </a:lvl8pPr>
            <a:lvl9pPr lvl="8" rtl="0" algn="ctr">
              <a:lnSpc>
                <a:spcPct val="100000"/>
              </a:lnSpc>
              <a:spcBef>
                <a:spcPts val="0"/>
              </a:spcBef>
              <a:spcAft>
                <a:spcPts val="0"/>
              </a:spcAft>
              <a:buClr>
                <a:schemeClr val="lt1"/>
              </a:buClr>
              <a:buSzPts val="12000"/>
              <a:buNone/>
              <a:defRPr sz="12000">
                <a:solidFill>
                  <a:schemeClr val="lt1"/>
                </a:solidFill>
              </a:defRPr>
            </a:lvl9pPr>
          </a:lstStyle>
          <a:p>
            <a:r>
              <a:t>xx%</a:t>
            </a:r>
          </a:p>
        </p:txBody>
      </p:sp>
      <p:sp>
        <p:nvSpPr>
          <p:cNvPr id="205" name="Google Shape;205;p33"/>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pic>
        <p:nvPicPr>
          <p:cNvPr id="206" name="Google Shape;206;p33"/>
          <p:cNvPicPr preferRelativeResize="0"/>
          <p:nvPr/>
        </p:nvPicPr>
        <p:blipFill rotWithShape="1">
          <a:blip r:embed="rId2">
            <a:alphaModFix/>
          </a:blip>
          <a:srcRect b="0" l="0" r="0" t="0"/>
          <a:stretch/>
        </p:blipFill>
        <p:spPr>
          <a:xfrm>
            <a:off x="8460425" y="301096"/>
            <a:ext cx="286575" cy="429875"/>
          </a:xfrm>
          <a:prstGeom prst="rect">
            <a:avLst/>
          </a:prstGeom>
          <a:noFill/>
          <a:ln>
            <a:noFill/>
          </a:ln>
        </p:spPr>
      </p:pic>
      <p:pic>
        <p:nvPicPr>
          <p:cNvPr descr="A picture containing thing&#10;&#10;Description generated with high confidence" id="207" name="Google Shape;207;p33"/>
          <p:cNvPicPr preferRelativeResize="0"/>
          <p:nvPr/>
        </p:nvPicPr>
        <p:blipFill rotWithShape="1">
          <a:blip r:embed="rId3">
            <a:alphaModFix/>
          </a:blip>
          <a:srcRect b="0" l="0" r="0" t="0"/>
          <a:stretch/>
        </p:blipFill>
        <p:spPr>
          <a:xfrm>
            <a:off x="1632056" y="4251166"/>
            <a:ext cx="5879885" cy="350944"/>
          </a:xfrm>
          <a:prstGeom prst="rect">
            <a:avLst/>
          </a:prstGeom>
          <a:noFill/>
          <a:ln>
            <a:noFill/>
          </a:ln>
        </p:spPr>
      </p:pic>
    </p:spTree>
  </p:cSld>
  <p:clrMapOvr>
    <a:masterClrMapping/>
  </p:clrMapOvr>
</p:sldLayout>
</file>

<file path=ppt/slideLayouts/slideLayout3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LFESS Overview">
  <p:cSld name="SECTION_TITLE_AND_DESCRIPTION_1">
    <p:spTree>
      <p:nvGrpSpPr>
        <p:cNvPr id="208" name="Shape 208"/>
        <p:cNvGrpSpPr/>
        <p:nvPr/>
      </p:nvGrpSpPr>
      <p:grpSpPr>
        <a:xfrm>
          <a:off x="0" y="0"/>
          <a:ext cx="0" cy="0"/>
          <a:chOff x="0" y="0"/>
          <a:chExt cx="0" cy="0"/>
        </a:xfrm>
      </p:grpSpPr>
      <p:sp>
        <p:nvSpPr>
          <p:cNvPr id="209" name="Google Shape;209;p34"/>
          <p:cNvSpPr/>
          <p:nvPr/>
        </p:nvSpPr>
        <p:spPr>
          <a:xfrm>
            <a:off x="4572000" y="-175"/>
            <a:ext cx="4572000" cy="5143500"/>
          </a:xfrm>
          <a:prstGeom prst="rect">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10" name="Google Shape;210;p34"/>
          <p:cNvSpPr txBox="1"/>
          <p:nvPr>
            <p:ph idx="1" type="body"/>
          </p:nvPr>
        </p:nvSpPr>
        <p:spPr>
          <a:xfrm>
            <a:off x="4939500" y="724200"/>
            <a:ext cx="3837000" cy="3695100"/>
          </a:xfrm>
          <a:prstGeom prst="rect">
            <a:avLst/>
          </a:prstGeom>
          <a:noFill/>
          <a:ln>
            <a:noFill/>
          </a:ln>
        </p:spPr>
        <p:txBody>
          <a:bodyPr anchorCtr="0" anchor="ctr" bIns="91425" lIns="91425" spcFirstLastPara="1" rIns="91425" wrap="square" tIns="91425">
            <a:normAutofit/>
          </a:bodyPr>
          <a:lstStyle>
            <a:lvl1pPr indent="-342900" lvl="0" marL="457200" rtl="0" algn="l">
              <a:lnSpc>
                <a:spcPct val="115000"/>
              </a:lnSpc>
              <a:spcBef>
                <a:spcPts val="0"/>
              </a:spcBef>
              <a:spcAft>
                <a:spcPts val="0"/>
              </a:spcAft>
              <a:buClr>
                <a:schemeClr val="lt1"/>
              </a:buClr>
              <a:buSzPts val="1800"/>
              <a:buChar char="●"/>
              <a:defRPr>
                <a:solidFill>
                  <a:schemeClr val="lt1"/>
                </a:solidFill>
              </a:defRPr>
            </a:lvl1pPr>
            <a:lvl2pPr indent="-317500" lvl="1" marL="914400" rtl="0" algn="l">
              <a:lnSpc>
                <a:spcPct val="115000"/>
              </a:lnSpc>
              <a:spcBef>
                <a:spcPts val="0"/>
              </a:spcBef>
              <a:spcAft>
                <a:spcPts val="0"/>
              </a:spcAft>
              <a:buClr>
                <a:schemeClr val="lt1"/>
              </a:buClr>
              <a:buSzPts val="1400"/>
              <a:buChar char="○"/>
              <a:defRPr>
                <a:solidFill>
                  <a:schemeClr val="lt1"/>
                </a:solidFill>
              </a:defRPr>
            </a:lvl2pPr>
            <a:lvl3pPr indent="-317500" lvl="2" marL="1371600" rtl="0" algn="l">
              <a:lnSpc>
                <a:spcPct val="115000"/>
              </a:lnSpc>
              <a:spcBef>
                <a:spcPts val="0"/>
              </a:spcBef>
              <a:spcAft>
                <a:spcPts val="0"/>
              </a:spcAft>
              <a:buClr>
                <a:schemeClr val="lt1"/>
              </a:buClr>
              <a:buSzPts val="1400"/>
              <a:buChar char="■"/>
              <a:defRPr>
                <a:solidFill>
                  <a:schemeClr val="lt1"/>
                </a:solidFill>
              </a:defRPr>
            </a:lvl3pPr>
            <a:lvl4pPr indent="-317500" lvl="3" marL="1828800" rtl="0" algn="l">
              <a:lnSpc>
                <a:spcPct val="115000"/>
              </a:lnSpc>
              <a:spcBef>
                <a:spcPts val="0"/>
              </a:spcBef>
              <a:spcAft>
                <a:spcPts val="0"/>
              </a:spcAft>
              <a:buClr>
                <a:schemeClr val="lt1"/>
              </a:buClr>
              <a:buSzPts val="1400"/>
              <a:buChar char="●"/>
              <a:defRPr>
                <a:solidFill>
                  <a:schemeClr val="lt1"/>
                </a:solidFill>
              </a:defRPr>
            </a:lvl4pPr>
            <a:lvl5pPr indent="-317500" lvl="4" marL="2286000" rtl="0" algn="l">
              <a:lnSpc>
                <a:spcPct val="115000"/>
              </a:lnSpc>
              <a:spcBef>
                <a:spcPts val="0"/>
              </a:spcBef>
              <a:spcAft>
                <a:spcPts val="0"/>
              </a:spcAft>
              <a:buClr>
                <a:schemeClr val="lt1"/>
              </a:buClr>
              <a:buSzPts val="1400"/>
              <a:buChar char="○"/>
              <a:defRPr>
                <a:solidFill>
                  <a:schemeClr val="lt1"/>
                </a:solidFill>
              </a:defRPr>
            </a:lvl5pPr>
            <a:lvl6pPr indent="-317500" lvl="5" marL="2743200" rtl="0" algn="l">
              <a:lnSpc>
                <a:spcPct val="115000"/>
              </a:lnSpc>
              <a:spcBef>
                <a:spcPts val="0"/>
              </a:spcBef>
              <a:spcAft>
                <a:spcPts val="0"/>
              </a:spcAft>
              <a:buClr>
                <a:schemeClr val="lt1"/>
              </a:buClr>
              <a:buSzPts val="1400"/>
              <a:buChar char="■"/>
              <a:defRPr>
                <a:solidFill>
                  <a:schemeClr val="lt1"/>
                </a:solidFill>
              </a:defRPr>
            </a:lvl6pPr>
            <a:lvl7pPr indent="-317500" lvl="6" marL="3200400" rtl="0" algn="l">
              <a:lnSpc>
                <a:spcPct val="115000"/>
              </a:lnSpc>
              <a:spcBef>
                <a:spcPts val="0"/>
              </a:spcBef>
              <a:spcAft>
                <a:spcPts val="0"/>
              </a:spcAft>
              <a:buClr>
                <a:schemeClr val="lt1"/>
              </a:buClr>
              <a:buSzPts val="1400"/>
              <a:buChar char="●"/>
              <a:defRPr>
                <a:solidFill>
                  <a:schemeClr val="lt1"/>
                </a:solidFill>
              </a:defRPr>
            </a:lvl7pPr>
            <a:lvl8pPr indent="-317500" lvl="7" marL="3657600" rtl="0" algn="l">
              <a:lnSpc>
                <a:spcPct val="115000"/>
              </a:lnSpc>
              <a:spcBef>
                <a:spcPts val="0"/>
              </a:spcBef>
              <a:spcAft>
                <a:spcPts val="0"/>
              </a:spcAft>
              <a:buClr>
                <a:schemeClr val="lt1"/>
              </a:buClr>
              <a:buSzPts val="1400"/>
              <a:buChar char="○"/>
              <a:defRPr>
                <a:solidFill>
                  <a:schemeClr val="lt1"/>
                </a:solidFill>
              </a:defRPr>
            </a:lvl8pPr>
            <a:lvl9pPr indent="-317500" lvl="8" marL="4114800" rtl="0" algn="l">
              <a:lnSpc>
                <a:spcPct val="115000"/>
              </a:lnSpc>
              <a:spcBef>
                <a:spcPts val="0"/>
              </a:spcBef>
              <a:spcAft>
                <a:spcPts val="0"/>
              </a:spcAft>
              <a:buClr>
                <a:schemeClr val="lt1"/>
              </a:buClr>
              <a:buSzPts val="1400"/>
              <a:buChar char="■"/>
              <a:defRPr>
                <a:solidFill>
                  <a:schemeClr val="lt1"/>
                </a:solidFill>
              </a:defRPr>
            </a:lvl9pPr>
          </a:lstStyle>
          <a:p/>
        </p:txBody>
      </p:sp>
      <p:sp>
        <p:nvSpPr>
          <p:cNvPr id="211" name="Google Shape;211;p34"/>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pic>
        <p:nvPicPr>
          <p:cNvPr id="212" name="Google Shape;212;p34"/>
          <p:cNvPicPr preferRelativeResize="0"/>
          <p:nvPr/>
        </p:nvPicPr>
        <p:blipFill rotWithShape="1">
          <a:blip r:embed="rId2">
            <a:alphaModFix/>
          </a:blip>
          <a:srcRect b="0" l="0" r="0" t="0"/>
          <a:stretch/>
        </p:blipFill>
        <p:spPr>
          <a:xfrm>
            <a:off x="8223025" y="-6"/>
            <a:ext cx="920975" cy="914400"/>
          </a:xfrm>
          <a:prstGeom prst="rect">
            <a:avLst/>
          </a:prstGeom>
          <a:noFill/>
          <a:ln>
            <a:noFill/>
          </a:ln>
        </p:spPr>
      </p:pic>
      <p:pic>
        <p:nvPicPr>
          <p:cNvPr id="213" name="Google Shape;213;p34"/>
          <p:cNvPicPr preferRelativeResize="0"/>
          <p:nvPr/>
        </p:nvPicPr>
        <p:blipFill>
          <a:blip r:embed="rId3">
            <a:alphaModFix/>
          </a:blip>
          <a:stretch>
            <a:fillRect/>
          </a:stretch>
        </p:blipFill>
        <p:spPr>
          <a:xfrm>
            <a:off x="337397" y="431518"/>
            <a:ext cx="3901483" cy="1022188"/>
          </a:xfrm>
          <a:prstGeom prst="rect">
            <a:avLst/>
          </a:prstGeom>
          <a:noFill/>
          <a:ln>
            <a:noFill/>
          </a:ln>
        </p:spPr>
      </p:pic>
      <p:sp>
        <p:nvSpPr>
          <p:cNvPr id="214" name="Google Shape;214;p34"/>
          <p:cNvSpPr txBox="1"/>
          <p:nvPr/>
        </p:nvSpPr>
        <p:spPr>
          <a:xfrm>
            <a:off x="337397" y="1697494"/>
            <a:ext cx="3901500" cy="831300"/>
          </a:xfrm>
          <a:prstGeom prst="rect">
            <a:avLst/>
          </a:prstGeom>
          <a:noFill/>
          <a:ln>
            <a:noFill/>
          </a:ln>
        </p:spPr>
        <p:txBody>
          <a:bodyPr anchorCtr="0" anchor="ctr" bIns="68575" lIns="68575" spcFirstLastPara="1" rIns="68575" wrap="square" tIns="68575">
            <a:noAutofit/>
          </a:bodyPr>
          <a:lstStyle/>
          <a:p>
            <a:pPr indent="0" lvl="0" marL="0" rtl="0" algn="ctr">
              <a:spcBef>
                <a:spcPts val="0"/>
              </a:spcBef>
              <a:spcAft>
                <a:spcPts val="0"/>
              </a:spcAft>
              <a:buNone/>
            </a:pPr>
            <a:r>
              <a:rPr lang="en" sz="1600">
                <a:latin typeface="Roboto Slab Light"/>
                <a:ea typeface="Roboto Slab Light"/>
                <a:cs typeface="Roboto Slab Light"/>
                <a:sym typeface="Roboto Slab Light"/>
              </a:rPr>
              <a:t>Current Working Groups include</a:t>
            </a:r>
            <a:endParaRPr sz="1600">
              <a:latin typeface="Roboto Slab Light"/>
              <a:ea typeface="Roboto Slab Light"/>
              <a:cs typeface="Roboto Slab Light"/>
              <a:sym typeface="Roboto Slab Light"/>
            </a:endParaRPr>
          </a:p>
        </p:txBody>
      </p:sp>
      <p:sp>
        <p:nvSpPr>
          <p:cNvPr id="215" name="Google Shape;215;p34"/>
          <p:cNvSpPr/>
          <p:nvPr>
            <p:ph idx="2" type="pic"/>
          </p:nvPr>
        </p:nvSpPr>
        <p:spPr>
          <a:xfrm>
            <a:off x="337406" y="2569706"/>
            <a:ext cx="3901500" cy="1463100"/>
          </a:xfrm>
          <a:prstGeom prst="rect">
            <a:avLst/>
          </a:prstGeom>
          <a:noFill/>
          <a:ln>
            <a:noFill/>
          </a:ln>
        </p:spPr>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11" Type="http://schemas.openxmlformats.org/officeDocument/2006/relationships/slideLayout" Target="../slideLayouts/slideLayout11.xml"/><Relationship Id="rId10" Type="http://schemas.openxmlformats.org/officeDocument/2006/relationships/slideLayout" Target="../slideLayouts/slideLayout10.xml"/><Relationship Id="rId12" Type="http://schemas.openxmlformats.org/officeDocument/2006/relationships/theme" Target="../theme/theme3.xml"/><Relationship Id="rId9" Type="http://schemas.openxmlformats.org/officeDocument/2006/relationships/slideLayout" Target="../slideLayouts/slideLayout9.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s>
</file>

<file path=ppt/slideMasters/_rels/slideMaster2.xml.rels><?xml version="1.0" encoding="UTF-8" standalone="yes"?><Relationships xmlns="http://schemas.openxmlformats.org/package/2006/relationships"><Relationship Id="rId20" Type="http://schemas.openxmlformats.org/officeDocument/2006/relationships/slideLayout" Target="../slideLayouts/slideLayout31.xml"/><Relationship Id="rId11" Type="http://schemas.openxmlformats.org/officeDocument/2006/relationships/slideLayout" Target="../slideLayouts/slideLayout22.xml"/><Relationship Id="rId22" Type="http://schemas.openxmlformats.org/officeDocument/2006/relationships/theme" Target="../theme/theme2.xml"/><Relationship Id="rId10" Type="http://schemas.openxmlformats.org/officeDocument/2006/relationships/slideLayout" Target="../slideLayouts/slideLayout21.xml"/><Relationship Id="rId21" Type="http://schemas.openxmlformats.org/officeDocument/2006/relationships/slideLayout" Target="../slideLayouts/slideLayout32.xml"/><Relationship Id="rId13" Type="http://schemas.openxmlformats.org/officeDocument/2006/relationships/slideLayout" Target="../slideLayouts/slideLayout24.xml"/><Relationship Id="rId12" Type="http://schemas.openxmlformats.org/officeDocument/2006/relationships/slideLayout" Target="../slideLayouts/slideLayout23.xml"/><Relationship Id="rId1" Type="http://schemas.openxmlformats.org/officeDocument/2006/relationships/slideLayout" Target="../slideLayouts/slideLayout12.xml"/><Relationship Id="rId2" Type="http://schemas.openxmlformats.org/officeDocument/2006/relationships/slideLayout" Target="../slideLayouts/slideLayout13.xml"/><Relationship Id="rId3" Type="http://schemas.openxmlformats.org/officeDocument/2006/relationships/slideLayout" Target="../slideLayouts/slideLayout14.xml"/><Relationship Id="rId4" Type="http://schemas.openxmlformats.org/officeDocument/2006/relationships/slideLayout" Target="../slideLayouts/slideLayout15.xml"/><Relationship Id="rId9" Type="http://schemas.openxmlformats.org/officeDocument/2006/relationships/slideLayout" Target="../slideLayouts/slideLayout20.xml"/><Relationship Id="rId15" Type="http://schemas.openxmlformats.org/officeDocument/2006/relationships/slideLayout" Target="../slideLayouts/slideLayout26.xml"/><Relationship Id="rId14" Type="http://schemas.openxmlformats.org/officeDocument/2006/relationships/slideLayout" Target="../slideLayouts/slideLayout25.xml"/><Relationship Id="rId17" Type="http://schemas.openxmlformats.org/officeDocument/2006/relationships/slideLayout" Target="../slideLayouts/slideLayout28.xml"/><Relationship Id="rId16" Type="http://schemas.openxmlformats.org/officeDocument/2006/relationships/slideLayout" Target="../slideLayouts/slideLayout27.xml"/><Relationship Id="rId5" Type="http://schemas.openxmlformats.org/officeDocument/2006/relationships/slideLayout" Target="../slideLayouts/slideLayout16.xml"/><Relationship Id="rId19" Type="http://schemas.openxmlformats.org/officeDocument/2006/relationships/slideLayout" Target="../slideLayouts/slideLayout30.xml"/><Relationship Id="rId6" Type="http://schemas.openxmlformats.org/officeDocument/2006/relationships/slideLayout" Target="../slideLayouts/slideLayout17.xml"/><Relationship Id="rId18" Type="http://schemas.openxmlformats.org/officeDocument/2006/relationships/slideLayout" Target="../slideLayouts/slideLayout29.xml"/><Relationship Id="rId7" Type="http://schemas.openxmlformats.org/officeDocument/2006/relationships/slideLayout" Target="../slideLayouts/slideLayout18.xml"/><Relationship Id="rId8" Type="http://schemas.openxmlformats.org/officeDocument/2006/relationships/slideLayout" Target="../slideLayouts/slideLayout19.xml"/></Relationships>
</file>

<file path=ppt/slideMasters/slideMaster1.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name="simple-light-2">
    <p:bg>
      <p:bgPr>
        <a:solidFill>
          <a:schemeClr val="lt1"/>
        </a:solidFill>
      </p:bgPr>
    </p:bg>
    <p:spTree>
      <p:nvGrpSpPr>
        <p:cNvPr id="5" name="Shape 5"/>
        <p:cNvGrpSpPr/>
        <p:nvPr/>
      </p:nvGrpSpPr>
      <p:grpSpPr>
        <a:xfrm>
          <a:off x="0" y="0"/>
          <a:ext cx="0" cy="0"/>
          <a:chOff x="0" y="0"/>
          <a:chExt cx="0" cy="0"/>
        </a:xfrm>
      </p:grpSpPr>
      <p:sp>
        <p:nvSpPr>
          <p:cNvPr id="6" name="Google Shape;6;p1"/>
          <p:cNvSpPr txBox="1"/>
          <p:nvPr>
            <p:ph type="title"/>
          </p:nvPr>
        </p:nvSpPr>
        <p:spPr>
          <a:xfrm>
            <a:off x="311700" y="445025"/>
            <a:ext cx="8520600" cy="572700"/>
          </a:xfrm>
          <a:prstGeom prst="rect">
            <a:avLst/>
          </a:prstGeom>
          <a:noFill/>
          <a:ln>
            <a:noFill/>
          </a:ln>
        </p:spPr>
        <p:txBody>
          <a:bodyPr anchorCtr="0" anchor="t" bIns="91425" lIns="91425" spcFirstLastPara="1" rIns="91425" wrap="square" tIns="91425">
            <a:normAutofit/>
          </a:bodyPr>
          <a:lstStyle>
            <a:lvl1pPr lvl="0">
              <a:spcBef>
                <a:spcPts val="0"/>
              </a:spcBef>
              <a:spcAft>
                <a:spcPts val="0"/>
              </a:spcAft>
              <a:buClr>
                <a:schemeClr val="dk1"/>
              </a:buClr>
              <a:buSzPts val="2800"/>
              <a:buNone/>
              <a:defRPr sz="2800">
                <a:solidFill>
                  <a:schemeClr val="dk1"/>
                </a:solidFill>
              </a:defRPr>
            </a:lvl1pPr>
            <a:lvl2pPr lvl="1">
              <a:spcBef>
                <a:spcPts val="0"/>
              </a:spcBef>
              <a:spcAft>
                <a:spcPts val="0"/>
              </a:spcAft>
              <a:buClr>
                <a:schemeClr val="dk1"/>
              </a:buClr>
              <a:buSzPts val="2800"/>
              <a:buNone/>
              <a:defRPr sz="2800">
                <a:solidFill>
                  <a:schemeClr val="dk1"/>
                </a:solidFill>
              </a:defRPr>
            </a:lvl2pPr>
            <a:lvl3pPr lvl="2">
              <a:spcBef>
                <a:spcPts val="0"/>
              </a:spcBef>
              <a:spcAft>
                <a:spcPts val="0"/>
              </a:spcAft>
              <a:buClr>
                <a:schemeClr val="dk1"/>
              </a:buClr>
              <a:buSzPts val="2800"/>
              <a:buNone/>
              <a:defRPr sz="2800">
                <a:solidFill>
                  <a:schemeClr val="dk1"/>
                </a:solidFill>
              </a:defRPr>
            </a:lvl3pPr>
            <a:lvl4pPr lvl="3">
              <a:spcBef>
                <a:spcPts val="0"/>
              </a:spcBef>
              <a:spcAft>
                <a:spcPts val="0"/>
              </a:spcAft>
              <a:buClr>
                <a:schemeClr val="dk1"/>
              </a:buClr>
              <a:buSzPts val="2800"/>
              <a:buNone/>
              <a:defRPr sz="2800">
                <a:solidFill>
                  <a:schemeClr val="dk1"/>
                </a:solidFill>
              </a:defRPr>
            </a:lvl4pPr>
            <a:lvl5pPr lvl="4">
              <a:spcBef>
                <a:spcPts val="0"/>
              </a:spcBef>
              <a:spcAft>
                <a:spcPts val="0"/>
              </a:spcAft>
              <a:buClr>
                <a:schemeClr val="dk1"/>
              </a:buClr>
              <a:buSzPts val="2800"/>
              <a:buNone/>
              <a:defRPr sz="2800">
                <a:solidFill>
                  <a:schemeClr val="dk1"/>
                </a:solidFill>
              </a:defRPr>
            </a:lvl5pPr>
            <a:lvl6pPr lvl="5">
              <a:spcBef>
                <a:spcPts val="0"/>
              </a:spcBef>
              <a:spcAft>
                <a:spcPts val="0"/>
              </a:spcAft>
              <a:buClr>
                <a:schemeClr val="dk1"/>
              </a:buClr>
              <a:buSzPts val="2800"/>
              <a:buNone/>
              <a:defRPr sz="2800">
                <a:solidFill>
                  <a:schemeClr val="dk1"/>
                </a:solidFill>
              </a:defRPr>
            </a:lvl6pPr>
            <a:lvl7pPr lvl="6">
              <a:spcBef>
                <a:spcPts val="0"/>
              </a:spcBef>
              <a:spcAft>
                <a:spcPts val="0"/>
              </a:spcAft>
              <a:buClr>
                <a:schemeClr val="dk1"/>
              </a:buClr>
              <a:buSzPts val="2800"/>
              <a:buNone/>
              <a:defRPr sz="2800">
                <a:solidFill>
                  <a:schemeClr val="dk1"/>
                </a:solidFill>
              </a:defRPr>
            </a:lvl7pPr>
            <a:lvl8pPr lvl="7">
              <a:spcBef>
                <a:spcPts val="0"/>
              </a:spcBef>
              <a:spcAft>
                <a:spcPts val="0"/>
              </a:spcAft>
              <a:buClr>
                <a:schemeClr val="dk1"/>
              </a:buClr>
              <a:buSzPts val="2800"/>
              <a:buNone/>
              <a:defRPr sz="2800">
                <a:solidFill>
                  <a:schemeClr val="dk1"/>
                </a:solidFill>
              </a:defRPr>
            </a:lvl8pPr>
            <a:lvl9pPr lvl="8">
              <a:spcBef>
                <a:spcPts val="0"/>
              </a:spcBef>
              <a:spcAft>
                <a:spcPts val="0"/>
              </a:spcAft>
              <a:buClr>
                <a:schemeClr val="dk1"/>
              </a:buClr>
              <a:buSzPts val="2800"/>
              <a:buNone/>
              <a:defRPr sz="2800">
                <a:solidFill>
                  <a:schemeClr val="dk1"/>
                </a:solidFill>
              </a:defRPr>
            </a:lvl9pPr>
          </a:lstStyle>
          <a:p/>
        </p:txBody>
      </p:sp>
      <p:sp>
        <p:nvSpPr>
          <p:cNvPr id="7" name="Google Shape;7;p1"/>
          <p:cNvSpPr txBox="1"/>
          <p:nvPr>
            <p:ph idx="1" type="body"/>
          </p:nvPr>
        </p:nvSpPr>
        <p:spPr>
          <a:xfrm>
            <a:off x="311700" y="1152475"/>
            <a:ext cx="8520600" cy="3416400"/>
          </a:xfrm>
          <a:prstGeom prst="rect">
            <a:avLst/>
          </a:prstGeom>
          <a:noFill/>
          <a:ln>
            <a:noFill/>
          </a:ln>
        </p:spPr>
        <p:txBody>
          <a:bodyPr anchorCtr="0" anchor="t" bIns="91425" lIns="91425" spcFirstLastPara="1" rIns="91425" wrap="square" tIns="91425">
            <a:normAutofit/>
          </a:bodyPr>
          <a:lstStyle>
            <a:lvl1pPr indent="-342900" lvl="0" marL="457200">
              <a:lnSpc>
                <a:spcPct val="115000"/>
              </a:lnSpc>
              <a:spcBef>
                <a:spcPts val="0"/>
              </a:spcBef>
              <a:spcAft>
                <a:spcPts val="0"/>
              </a:spcAft>
              <a:buClr>
                <a:schemeClr val="dk2"/>
              </a:buClr>
              <a:buSzPts val="1800"/>
              <a:buChar char="●"/>
              <a:defRPr sz="1800">
                <a:solidFill>
                  <a:schemeClr val="dk2"/>
                </a:solidFill>
              </a:defRPr>
            </a:lvl1pPr>
            <a:lvl2pPr indent="-317500" lvl="1" marL="914400">
              <a:lnSpc>
                <a:spcPct val="115000"/>
              </a:lnSpc>
              <a:spcBef>
                <a:spcPts val="0"/>
              </a:spcBef>
              <a:spcAft>
                <a:spcPts val="0"/>
              </a:spcAft>
              <a:buClr>
                <a:schemeClr val="dk2"/>
              </a:buClr>
              <a:buSzPts val="1400"/>
              <a:buChar char="○"/>
              <a:defRPr>
                <a:solidFill>
                  <a:schemeClr val="dk2"/>
                </a:solidFill>
              </a:defRPr>
            </a:lvl2pPr>
            <a:lvl3pPr indent="-317500" lvl="2" marL="1371600">
              <a:lnSpc>
                <a:spcPct val="115000"/>
              </a:lnSpc>
              <a:spcBef>
                <a:spcPts val="0"/>
              </a:spcBef>
              <a:spcAft>
                <a:spcPts val="0"/>
              </a:spcAft>
              <a:buClr>
                <a:schemeClr val="dk2"/>
              </a:buClr>
              <a:buSzPts val="1400"/>
              <a:buChar char="■"/>
              <a:defRPr>
                <a:solidFill>
                  <a:schemeClr val="dk2"/>
                </a:solidFill>
              </a:defRPr>
            </a:lvl3pPr>
            <a:lvl4pPr indent="-317500" lvl="3" marL="1828800">
              <a:lnSpc>
                <a:spcPct val="115000"/>
              </a:lnSpc>
              <a:spcBef>
                <a:spcPts val="0"/>
              </a:spcBef>
              <a:spcAft>
                <a:spcPts val="0"/>
              </a:spcAft>
              <a:buClr>
                <a:schemeClr val="dk2"/>
              </a:buClr>
              <a:buSzPts val="1400"/>
              <a:buChar char="●"/>
              <a:defRPr>
                <a:solidFill>
                  <a:schemeClr val="dk2"/>
                </a:solidFill>
              </a:defRPr>
            </a:lvl4pPr>
            <a:lvl5pPr indent="-317500" lvl="4" marL="2286000">
              <a:lnSpc>
                <a:spcPct val="115000"/>
              </a:lnSpc>
              <a:spcBef>
                <a:spcPts val="0"/>
              </a:spcBef>
              <a:spcAft>
                <a:spcPts val="0"/>
              </a:spcAft>
              <a:buClr>
                <a:schemeClr val="dk2"/>
              </a:buClr>
              <a:buSzPts val="1400"/>
              <a:buChar char="○"/>
              <a:defRPr>
                <a:solidFill>
                  <a:schemeClr val="dk2"/>
                </a:solidFill>
              </a:defRPr>
            </a:lvl5pPr>
            <a:lvl6pPr indent="-317500" lvl="5" marL="2743200">
              <a:lnSpc>
                <a:spcPct val="115000"/>
              </a:lnSpc>
              <a:spcBef>
                <a:spcPts val="0"/>
              </a:spcBef>
              <a:spcAft>
                <a:spcPts val="0"/>
              </a:spcAft>
              <a:buClr>
                <a:schemeClr val="dk2"/>
              </a:buClr>
              <a:buSzPts val="1400"/>
              <a:buChar char="■"/>
              <a:defRPr>
                <a:solidFill>
                  <a:schemeClr val="dk2"/>
                </a:solidFill>
              </a:defRPr>
            </a:lvl6pPr>
            <a:lvl7pPr indent="-317500" lvl="6" marL="3200400">
              <a:lnSpc>
                <a:spcPct val="115000"/>
              </a:lnSpc>
              <a:spcBef>
                <a:spcPts val="0"/>
              </a:spcBef>
              <a:spcAft>
                <a:spcPts val="0"/>
              </a:spcAft>
              <a:buClr>
                <a:schemeClr val="dk2"/>
              </a:buClr>
              <a:buSzPts val="1400"/>
              <a:buChar char="●"/>
              <a:defRPr>
                <a:solidFill>
                  <a:schemeClr val="dk2"/>
                </a:solidFill>
              </a:defRPr>
            </a:lvl7pPr>
            <a:lvl8pPr indent="-317500" lvl="7" marL="3657600">
              <a:lnSpc>
                <a:spcPct val="115000"/>
              </a:lnSpc>
              <a:spcBef>
                <a:spcPts val="0"/>
              </a:spcBef>
              <a:spcAft>
                <a:spcPts val="0"/>
              </a:spcAft>
              <a:buClr>
                <a:schemeClr val="dk2"/>
              </a:buClr>
              <a:buSzPts val="1400"/>
              <a:buChar char="○"/>
              <a:defRPr>
                <a:solidFill>
                  <a:schemeClr val="dk2"/>
                </a:solidFill>
              </a:defRPr>
            </a:lvl8pPr>
            <a:lvl9pPr indent="-317500" lvl="8" marL="4114800">
              <a:lnSpc>
                <a:spcPct val="115000"/>
              </a:lnSpc>
              <a:spcBef>
                <a:spcPts val="0"/>
              </a:spcBef>
              <a:spcAft>
                <a:spcPts val="0"/>
              </a:spcAft>
              <a:buClr>
                <a:schemeClr val="dk2"/>
              </a:buClr>
              <a:buSzPts val="1400"/>
              <a:buChar char="■"/>
              <a:defRPr>
                <a:solidFill>
                  <a:schemeClr val="dk2"/>
                </a:solidFill>
              </a:defRPr>
            </a:lvl9pPr>
          </a:lstStyle>
          <a:p/>
        </p:txBody>
      </p:sp>
      <p:sp>
        <p:nvSpPr>
          <p:cNvPr id="8" name="Google Shape;8;p1"/>
          <p:cNvSpPr txBox="1"/>
          <p:nvPr>
            <p:ph idx="12" type="sldNum"/>
          </p:nvPr>
        </p:nvSpPr>
        <p:spPr>
          <a:xfrm>
            <a:off x="8472458" y="4663217"/>
            <a:ext cx="548700" cy="393600"/>
          </a:xfrm>
          <a:prstGeom prst="rect">
            <a:avLst/>
          </a:prstGeom>
          <a:noFill/>
          <a:ln>
            <a:noFill/>
          </a:ln>
        </p:spPr>
        <p:txBody>
          <a:bodyPr anchorCtr="0" anchor="ctr" bIns="91425" lIns="91425" spcFirstLastPara="1" rIns="91425" wrap="square" tIns="91425">
            <a:normAutofit/>
          </a:bodyPr>
          <a:lstStyle>
            <a:lvl1pPr lvl="0" algn="r">
              <a:buNone/>
              <a:defRPr sz="1000">
                <a:solidFill>
                  <a:schemeClr val="dk2"/>
                </a:solidFill>
              </a:defRPr>
            </a:lvl1pPr>
            <a:lvl2pPr lvl="1" algn="r">
              <a:buNone/>
              <a:defRPr sz="1000">
                <a:solidFill>
                  <a:schemeClr val="dk2"/>
                </a:solidFill>
              </a:defRPr>
            </a:lvl2pPr>
            <a:lvl3pPr lvl="2" algn="r">
              <a:buNone/>
              <a:defRPr sz="1000">
                <a:solidFill>
                  <a:schemeClr val="dk2"/>
                </a:solidFill>
              </a:defRPr>
            </a:lvl3pPr>
            <a:lvl4pPr lvl="3" algn="r">
              <a:buNone/>
              <a:defRPr sz="1000">
                <a:solidFill>
                  <a:schemeClr val="dk2"/>
                </a:solidFill>
              </a:defRPr>
            </a:lvl4pPr>
            <a:lvl5pPr lvl="4" algn="r">
              <a:buNone/>
              <a:defRPr sz="1000">
                <a:solidFill>
                  <a:schemeClr val="dk2"/>
                </a:solidFill>
              </a:defRPr>
            </a:lvl5pPr>
            <a:lvl6pPr lvl="5" algn="r">
              <a:buNone/>
              <a:defRPr sz="1000">
                <a:solidFill>
                  <a:schemeClr val="dk2"/>
                </a:solidFill>
              </a:defRPr>
            </a:lvl6pPr>
            <a:lvl7pPr lvl="6" algn="r">
              <a:buNone/>
              <a:defRPr sz="1000">
                <a:solidFill>
                  <a:schemeClr val="dk2"/>
                </a:solidFill>
              </a:defRPr>
            </a:lvl7pPr>
            <a:lvl8pPr lvl="7" algn="r">
              <a:buNone/>
              <a:defRPr sz="1000">
                <a:solidFill>
                  <a:schemeClr val="dk2"/>
                </a:solidFill>
              </a:defRPr>
            </a:lvl8pPr>
            <a:lvl9pPr lvl="8" algn="r">
              <a:buNone/>
              <a:defRPr sz="1000">
                <a:solidFill>
                  <a:schemeClr val="dk2"/>
                </a:solidFill>
              </a:defRPr>
            </a:lvl9pPr>
          </a:lstStyle>
          <a:p>
            <a:pPr indent="0" lvl="0" marL="0" rtl="0" algn="r">
              <a:spcBef>
                <a:spcPts val="0"/>
              </a:spcBef>
              <a:spcAft>
                <a:spcPts val="0"/>
              </a:spcAft>
              <a:buNone/>
            </a:pPr>
            <a:fld id="{00000000-1234-1234-1234-123412341234}" type="slidenum">
              <a:rPr lang="en"/>
              <a:t>‹#›</a:t>
            </a:fld>
            <a:endParaRPr/>
          </a:p>
        </p:txBody>
      </p:sp>
    </p:spTree>
  </p:cSld>
  <p:clrMap accent1="accent1" accent2="accent2" accent3="accent3" accent4="accent4" accent5="accent5" accent6="accent6" bg1="lt1" bg2="dk2" tx1="dk1" tx2="lt2" folHlink="folHlink" hlink="hlink"/>
  <p:sldLayoutIdLst>
    <p:sldLayoutId id="2147483648" r:id="rId1"/>
    <p:sldLayoutId id="2147483649" r:id="rId2"/>
    <p:sldLayoutId id="2147483650" r:id="rId3"/>
    <p:sldLayoutId id="2147483651" r:id="rId4"/>
    <p:sldLayoutId id="2147483652" r:id="rId5"/>
    <p:sldLayoutId id="2147483653" r:id="rId6"/>
    <p:sldLayoutId id="2147483654" r:id="rId7"/>
    <p:sldLayoutId id="2147483655" r:id="rId8"/>
    <p:sldLayoutId id="2147483656" r:id="rId9"/>
    <p:sldLayoutId id="2147483657" r:id="rId10"/>
    <p:sldLayoutId id="2147483658" r:id="rId11"/>
  </p:sldLayoutIdLst>
  <p:hf dt="0" ftr="0" hdr="0" sldNum="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otherStyle>
  </p:txStyles>
</p:sldMaster>
</file>

<file path=ppt/slideMasters/slideMaster2.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name="geometric">
    <p:bg>
      <p:bgPr>
        <a:solidFill>
          <a:schemeClr val="lt1"/>
        </a:solidFill>
      </p:bgPr>
    </p:bg>
    <p:spTree>
      <p:nvGrpSpPr>
        <p:cNvPr id="50" name="Shape 50"/>
        <p:cNvGrpSpPr/>
        <p:nvPr/>
      </p:nvGrpSpPr>
      <p:grpSpPr>
        <a:xfrm>
          <a:off x="0" y="0"/>
          <a:ext cx="0" cy="0"/>
          <a:chOff x="0" y="0"/>
          <a:chExt cx="0" cy="0"/>
        </a:xfrm>
      </p:grpSpPr>
      <p:sp>
        <p:nvSpPr>
          <p:cNvPr id="51" name="Google Shape;51;p13"/>
          <p:cNvSpPr txBox="1"/>
          <p:nvPr>
            <p:ph type="title"/>
          </p:nvPr>
        </p:nvSpPr>
        <p:spPr>
          <a:xfrm>
            <a:off x="311700" y="410000"/>
            <a:ext cx="8520600" cy="607800"/>
          </a:xfrm>
          <a:prstGeom prst="rect">
            <a:avLst/>
          </a:prstGeom>
          <a:noFill/>
          <a:ln>
            <a:noFill/>
          </a:ln>
        </p:spPr>
        <p:txBody>
          <a:bodyPr anchorCtr="0" anchor="t" bIns="91425" lIns="91425" spcFirstLastPara="1" rIns="91425" wrap="square" tIns="91425">
            <a:normAutofit/>
          </a:bodyPr>
          <a:lstStyle>
            <a:lvl1pPr lvl="0" marR="0" rtl="0" algn="l">
              <a:lnSpc>
                <a:spcPct val="100000"/>
              </a:lnSpc>
              <a:spcBef>
                <a:spcPts val="0"/>
              </a:spcBef>
              <a:spcAft>
                <a:spcPts val="0"/>
              </a:spcAft>
              <a:buClr>
                <a:schemeClr val="dk1"/>
              </a:buClr>
              <a:buSzPts val="3000"/>
              <a:buFont typeface="Roboto Slab Light"/>
              <a:buNone/>
              <a:defRPr b="0" i="0" sz="3000" u="none" cap="none" strike="noStrike">
                <a:solidFill>
                  <a:schemeClr val="dk1"/>
                </a:solidFill>
                <a:latin typeface="Roboto Slab Light"/>
                <a:ea typeface="Roboto Slab Light"/>
                <a:cs typeface="Roboto Slab Light"/>
                <a:sym typeface="Roboto Slab Light"/>
              </a:defRPr>
            </a:lvl1pPr>
            <a:lvl2pPr lvl="1" marR="0" rtl="0" algn="l">
              <a:lnSpc>
                <a:spcPct val="100000"/>
              </a:lnSpc>
              <a:spcBef>
                <a:spcPts val="0"/>
              </a:spcBef>
              <a:spcAft>
                <a:spcPts val="0"/>
              </a:spcAft>
              <a:buClr>
                <a:schemeClr val="dk1"/>
              </a:buClr>
              <a:buSzPts val="3000"/>
              <a:buFont typeface="Roboto"/>
              <a:buNone/>
              <a:defRPr b="0" i="0" sz="3000" u="none" cap="none" strike="noStrike">
                <a:solidFill>
                  <a:schemeClr val="dk1"/>
                </a:solidFill>
                <a:latin typeface="Roboto"/>
                <a:ea typeface="Roboto"/>
                <a:cs typeface="Roboto"/>
                <a:sym typeface="Roboto"/>
              </a:defRPr>
            </a:lvl2pPr>
            <a:lvl3pPr lvl="2" marR="0" rtl="0" algn="l">
              <a:lnSpc>
                <a:spcPct val="100000"/>
              </a:lnSpc>
              <a:spcBef>
                <a:spcPts val="0"/>
              </a:spcBef>
              <a:spcAft>
                <a:spcPts val="0"/>
              </a:spcAft>
              <a:buClr>
                <a:schemeClr val="dk1"/>
              </a:buClr>
              <a:buSzPts val="3000"/>
              <a:buFont typeface="Roboto"/>
              <a:buNone/>
              <a:defRPr b="0" i="0" sz="3000" u="none" cap="none" strike="noStrike">
                <a:solidFill>
                  <a:schemeClr val="dk1"/>
                </a:solidFill>
                <a:latin typeface="Roboto"/>
                <a:ea typeface="Roboto"/>
                <a:cs typeface="Roboto"/>
                <a:sym typeface="Roboto"/>
              </a:defRPr>
            </a:lvl3pPr>
            <a:lvl4pPr lvl="3" marR="0" rtl="0" algn="l">
              <a:lnSpc>
                <a:spcPct val="100000"/>
              </a:lnSpc>
              <a:spcBef>
                <a:spcPts val="0"/>
              </a:spcBef>
              <a:spcAft>
                <a:spcPts val="0"/>
              </a:spcAft>
              <a:buClr>
                <a:schemeClr val="dk1"/>
              </a:buClr>
              <a:buSzPts val="3000"/>
              <a:buFont typeface="Roboto"/>
              <a:buNone/>
              <a:defRPr b="0" i="0" sz="3000" u="none" cap="none" strike="noStrike">
                <a:solidFill>
                  <a:schemeClr val="dk1"/>
                </a:solidFill>
                <a:latin typeface="Roboto"/>
                <a:ea typeface="Roboto"/>
                <a:cs typeface="Roboto"/>
                <a:sym typeface="Roboto"/>
              </a:defRPr>
            </a:lvl4pPr>
            <a:lvl5pPr lvl="4" marR="0" rtl="0" algn="l">
              <a:lnSpc>
                <a:spcPct val="100000"/>
              </a:lnSpc>
              <a:spcBef>
                <a:spcPts val="0"/>
              </a:spcBef>
              <a:spcAft>
                <a:spcPts val="0"/>
              </a:spcAft>
              <a:buClr>
                <a:schemeClr val="dk1"/>
              </a:buClr>
              <a:buSzPts val="3000"/>
              <a:buFont typeface="Roboto"/>
              <a:buNone/>
              <a:defRPr b="0" i="0" sz="3000" u="none" cap="none" strike="noStrike">
                <a:solidFill>
                  <a:schemeClr val="dk1"/>
                </a:solidFill>
                <a:latin typeface="Roboto"/>
                <a:ea typeface="Roboto"/>
                <a:cs typeface="Roboto"/>
                <a:sym typeface="Roboto"/>
              </a:defRPr>
            </a:lvl5pPr>
            <a:lvl6pPr lvl="5" marR="0" rtl="0" algn="l">
              <a:lnSpc>
                <a:spcPct val="100000"/>
              </a:lnSpc>
              <a:spcBef>
                <a:spcPts val="0"/>
              </a:spcBef>
              <a:spcAft>
                <a:spcPts val="0"/>
              </a:spcAft>
              <a:buClr>
                <a:schemeClr val="dk1"/>
              </a:buClr>
              <a:buSzPts val="3000"/>
              <a:buFont typeface="Roboto"/>
              <a:buNone/>
              <a:defRPr b="0" i="0" sz="3000" u="none" cap="none" strike="noStrike">
                <a:solidFill>
                  <a:schemeClr val="dk1"/>
                </a:solidFill>
                <a:latin typeface="Roboto"/>
                <a:ea typeface="Roboto"/>
                <a:cs typeface="Roboto"/>
                <a:sym typeface="Roboto"/>
              </a:defRPr>
            </a:lvl6pPr>
            <a:lvl7pPr lvl="6" marR="0" rtl="0" algn="l">
              <a:lnSpc>
                <a:spcPct val="100000"/>
              </a:lnSpc>
              <a:spcBef>
                <a:spcPts val="0"/>
              </a:spcBef>
              <a:spcAft>
                <a:spcPts val="0"/>
              </a:spcAft>
              <a:buClr>
                <a:schemeClr val="dk1"/>
              </a:buClr>
              <a:buSzPts val="3000"/>
              <a:buFont typeface="Roboto"/>
              <a:buNone/>
              <a:defRPr b="0" i="0" sz="3000" u="none" cap="none" strike="noStrike">
                <a:solidFill>
                  <a:schemeClr val="dk1"/>
                </a:solidFill>
                <a:latin typeface="Roboto"/>
                <a:ea typeface="Roboto"/>
                <a:cs typeface="Roboto"/>
                <a:sym typeface="Roboto"/>
              </a:defRPr>
            </a:lvl7pPr>
            <a:lvl8pPr lvl="7" marR="0" rtl="0" algn="l">
              <a:lnSpc>
                <a:spcPct val="100000"/>
              </a:lnSpc>
              <a:spcBef>
                <a:spcPts val="0"/>
              </a:spcBef>
              <a:spcAft>
                <a:spcPts val="0"/>
              </a:spcAft>
              <a:buClr>
                <a:schemeClr val="dk1"/>
              </a:buClr>
              <a:buSzPts val="3000"/>
              <a:buFont typeface="Roboto"/>
              <a:buNone/>
              <a:defRPr b="0" i="0" sz="3000" u="none" cap="none" strike="noStrike">
                <a:solidFill>
                  <a:schemeClr val="dk1"/>
                </a:solidFill>
                <a:latin typeface="Roboto"/>
                <a:ea typeface="Roboto"/>
                <a:cs typeface="Roboto"/>
                <a:sym typeface="Roboto"/>
              </a:defRPr>
            </a:lvl8pPr>
            <a:lvl9pPr lvl="8" marR="0" rtl="0" algn="l">
              <a:lnSpc>
                <a:spcPct val="100000"/>
              </a:lnSpc>
              <a:spcBef>
                <a:spcPts val="0"/>
              </a:spcBef>
              <a:spcAft>
                <a:spcPts val="0"/>
              </a:spcAft>
              <a:buClr>
                <a:schemeClr val="dk1"/>
              </a:buClr>
              <a:buSzPts val="3000"/>
              <a:buFont typeface="Roboto"/>
              <a:buNone/>
              <a:defRPr b="0" i="0" sz="3000" u="none" cap="none" strike="noStrike">
                <a:solidFill>
                  <a:schemeClr val="dk1"/>
                </a:solidFill>
                <a:latin typeface="Roboto"/>
                <a:ea typeface="Roboto"/>
                <a:cs typeface="Roboto"/>
                <a:sym typeface="Roboto"/>
              </a:defRPr>
            </a:lvl9pPr>
          </a:lstStyle>
          <a:p/>
        </p:txBody>
      </p:sp>
      <p:sp>
        <p:nvSpPr>
          <p:cNvPr id="52" name="Google Shape;52;p13"/>
          <p:cNvSpPr txBox="1"/>
          <p:nvPr>
            <p:ph idx="1" type="body"/>
          </p:nvPr>
        </p:nvSpPr>
        <p:spPr>
          <a:xfrm>
            <a:off x="311700" y="1229875"/>
            <a:ext cx="8520600" cy="3339000"/>
          </a:xfrm>
          <a:prstGeom prst="rect">
            <a:avLst/>
          </a:prstGeom>
          <a:noFill/>
          <a:ln>
            <a:noFill/>
          </a:ln>
        </p:spPr>
        <p:txBody>
          <a:bodyPr anchorCtr="0" anchor="t" bIns="91425" lIns="91425" spcFirstLastPara="1" rIns="91425" wrap="square" tIns="91425">
            <a:normAutofit/>
          </a:bodyPr>
          <a:lstStyle>
            <a:lvl1pPr indent="-342900" lvl="0" marL="457200" marR="0" rtl="0" algn="l">
              <a:lnSpc>
                <a:spcPct val="115000"/>
              </a:lnSpc>
              <a:spcBef>
                <a:spcPts val="0"/>
              </a:spcBef>
              <a:spcAft>
                <a:spcPts val="0"/>
              </a:spcAft>
              <a:buClr>
                <a:schemeClr val="dk2"/>
              </a:buClr>
              <a:buSzPts val="1800"/>
              <a:buFont typeface="Roboto Slab Light"/>
              <a:buChar char="●"/>
              <a:defRPr i="0" sz="1800" u="none" cap="none" strike="noStrike">
                <a:solidFill>
                  <a:schemeClr val="dk2"/>
                </a:solidFill>
                <a:latin typeface="Roboto Slab Light"/>
                <a:ea typeface="Roboto Slab Light"/>
                <a:cs typeface="Roboto Slab Light"/>
                <a:sym typeface="Roboto Slab Light"/>
              </a:defRPr>
            </a:lvl1pPr>
            <a:lvl2pPr indent="-317500" lvl="1" marL="914400" marR="0" rtl="0" algn="l">
              <a:lnSpc>
                <a:spcPct val="115000"/>
              </a:lnSpc>
              <a:spcBef>
                <a:spcPts val="0"/>
              </a:spcBef>
              <a:spcAft>
                <a:spcPts val="0"/>
              </a:spcAft>
              <a:buClr>
                <a:schemeClr val="dk2"/>
              </a:buClr>
              <a:buSzPts val="1400"/>
              <a:buFont typeface="Roboto Slab Light"/>
              <a:buChar char="○"/>
              <a:defRPr i="0" sz="1400" u="none" cap="none" strike="noStrike">
                <a:solidFill>
                  <a:schemeClr val="dk2"/>
                </a:solidFill>
                <a:latin typeface="Roboto Slab Light"/>
                <a:ea typeface="Roboto Slab Light"/>
                <a:cs typeface="Roboto Slab Light"/>
                <a:sym typeface="Roboto Slab Light"/>
              </a:defRPr>
            </a:lvl2pPr>
            <a:lvl3pPr indent="-317500" lvl="2" marL="1371600" marR="0" rtl="0" algn="l">
              <a:lnSpc>
                <a:spcPct val="115000"/>
              </a:lnSpc>
              <a:spcBef>
                <a:spcPts val="0"/>
              </a:spcBef>
              <a:spcAft>
                <a:spcPts val="0"/>
              </a:spcAft>
              <a:buClr>
                <a:schemeClr val="dk2"/>
              </a:buClr>
              <a:buSzPts val="1400"/>
              <a:buFont typeface="Roboto Slab Light"/>
              <a:buChar char="■"/>
              <a:defRPr i="0" sz="1400" u="none" cap="none" strike="noStrike">
                <a:solidFill>
                  <a:schemeClr val="dk2"/>
                </a:solidFill>
                <a:latin typeface="Roboto Slab Light"/>
                <a:ea typeface="Roboto Slab Light"/>
                <a:cs typeface="Roboto Slab Light"/>
                <a:sym typeface="Roboto Slab Light"/>
              </a:defRPr>
            </a:lvl3pPr>
            <a:lvl4pPr indent="-317500" lvl="3" marL="1828800" marR="0" rtl="0" algn="l">
              <a:lnSpc>
                <a:spcPct val="115000"/>
              </a:lnSpc>
              <a:spcBef>
                <a:spcPts val="0"/>
              </a:spcBef>
              <a:spcAft>
                <a:spcPts val="0"/>
              </a:spcAft>
              <a:buClr>
                <a:schemeClr val="dk2"/>
              </a:buClr>
              <a:buSzPts val="1400"/>
              <a:buFont typeface="Roboto Slab Light"/>
              <a:buChar char="●"/>
              <a:defRPr i="0" sz="1400" u="none" cap="none" strike="noStrike">
                <a:solidFill>
                  <a:schemeClr val="dk2"/>
                </a:solidFill>
                <a:latin typeface="Roboto Slab Light"/>
                <a:ea typeface="Roboto Slab Light"/>
                <a:cs typeface="Roboto Slab Light"/>
                <a:sym typeface="Roboto Slab Light"/>
              </a:defRPr>
            </a:lvl4pPr>
            <a:lvl5pPr indent="-317500" lvl="4" marL="2286000" marR="0" rtl="0" algn="l">
              <a:lnSpc>
                <a:spcPct val="115000"/>
              </a:lnSpc>
              <a:spcBef>
                <a:spcPts val="0"/>
              </a:spcBef>
              <a:spcAft>
                <a:spcPts val="0"/>
              </a:spcAft>
              <a:buClr>
                <a:schemeClr val="dk2"/>
              </a:buClr>
              <a:buSzPts val="1400"/>
              <a:buFont typeface="Roboto Slab Light"/>
              <a:buChar char="○"/>
              <a:defRPr i="0" sz="1400" u="none" cap="none" strike="noStrike">
                <a:solidFill>
                  <a:schemeClr val="dk2"/>
                </a:solidFill>
                <a:latin typeface="Roboto Slab Light"/>
                <a:ea typeface="Roboto Slab Light"/>
                <a:cs typeface="Roboto Slab Light"/>
                <a:sym typeface="Roboto Slab Light"/>
              </a:defRPr>
            </a:lvl5pPr>
            <a:lvl6pPr indent="-317500" lvl="5" marL="2743200" marR="0" rtl="0" algn="l">
              <a:lnSpc>
                <a:spcPct val="115000"/>
              </a:lnSpc>
              <a:spcBef>
                <a:spcPts val="0"/>
              </a:spcBef>
              <a:spcAft>
                <a:spcPts val="0"/>
              </a:spcAft>
              <a:buClr>
                <a:schemeClr val="dk2"/>
              </a:buClr>
              <a:buSzPts val="1400"/>
              <a:buFont typeface="Roboto Slab Light"/>
              <a:buChar char="■"/>
              <a:defRPr i="0" sz="1400" u="none" cap="none" strike="noStrike">
                <a:solidFill>
                  <a:schemeClr val="dk2"/>
                </a:solidFill>
                <a:latin typeface="Roboto Slab Light"/>
                <a:ea typeface="Roboto Slab Light"/>
                <a:cs typeface="Roboto Slab Light"/>
                <a:sym typeface="Roboto Slab Light"/>
              </a:defRPr>
            </a:lvl6pPr>
            <a:lvl7pPr indent="-317500" lvl="6" marL="3200400" marR="0" rtl="0" algn="l">
              <a:lnSpc>
                <a:spcPct val="115000"/>
              </a:lnSpc>
              <a:spcBef>
                <a:spcPts val="0"/>
              </a:spcBef>
              <a:spcAft>
                <a:spcPts val="0"/>
              </a:spcAft>
              <a:buClr>
                <a:schemeClr val="dk2"/>
              </a:buClr>
              <a:buSzPts val="1400"/>
              <a:buFont typeface="Roboto Slab Light"/>
              <a:buChar char="●"/>
              <a:defRPr i="0" sz="1400" u="none" cap="none" strike="noStrike">
                <a:solidFill>
                  <a:schemeClr val="dk2"/>
                </a:solidFill>
                <a:latin typeface="Roboto Slab Light"/>
                <a:ea typeface="Roboto Slab Light"/>
                <a:cs typeface="Roboto Slab Light"/>
                <a:sym typeface="Roboto Slab Light"/>
              </a:defRPr>
            </a:lvl7pPr>
            <a:lvl8pPr indent="-317500" lvl="7" marL="3657600" marR="0" rtl="0" algn="l">
              <a:lnSpc>
                <a:spcPct val="115000"/>
              </a:lnSpc>
              <a:spcBef>
                <a:spcPts val="0"/>
              </a:spcBef>
              <a:spcAft>
                <a:spcPts val="0"/>
              </a:spcAft>
              <a:buClr>
                <a:schemeClr val="dk2"/>
              </a:buClr>
              <a:buSzPts val="1400"/>
              <a:buFont typeface="Roboto Slab Light"/>
              <a:buChar char="○"/>
              <a:defRPr i="0" sz="1400" u="none" cap="none" strike="noStrike">
                <a:solidFill>
                  <a:schemeClr val="dk2"/>
                </a:solidFill>
                <a:latin typeface="Roboto Slab Light"/>
                <a:ea typeface="Roboto Slab Light"/>
                <a:cs typeface="Roboto Slab Light"/>
                <a:sym typeface="Roboto Slab Light"/>
              </a:defRPr>
            </a:lvl8pPr>
            <a:lvl9pPr indent="-317500" lvl="8" marL="4114800" marR="0" rtl="0" algn="l">
              <a:lnSpc>
                <a:spcPct val="115000"/>
              </a:lnSpc>
              <a:spcBef>
                <a:spcPts val="0"/>
              </a:spcBef>
              <a:spcAft>
                <a:spcPts val="0"/>
              </a:spcAft>
              <a:buClr>
                <a:schemeClr val="dk2"/>
              </a:buClr>
              <a:buSzPts val="1400"/>
              <a:buFont typeface="Roboto Slab Light"/>
              <a:buChar char="■"/>
              <a:defRPr i="0" sz="1400" u="none" cap="none" strike="noStrike">
                <a:solidFill>
                  <a:schemeClr val="dk2"/>
                </a:solidFill>
                <a:latin typeface="Roboto Slab Light"/>
                <a:ea typeface="Roboto Slab Light"/>
                <a:cs typeface="Roboto Slab Light"/>
                <a:sym typeface="Roboto Slab Light"/>
              </a:defRPr>
            </a:lvl9pPr>
          </a:lstStyle>
          <a:p/>
        </p:txBody>
      </p:sp>
      <p:sp>
        <p:nvSpPr>
          <p:cNvPr id="53" name="Google Shape;53;p13"/>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spTree>
  </p:cSld>
  <p:clrMap accent1="accent1" accent2="accent2" accent3="accent3" accent4="accent4" accent5="accent5" accent6="accent6" bg1="lt1" bg2="dk2" tx1="dk1" tx2="lt2" folHlink="folHlink" hlink="hlink"/>
  <p:sldLayoutIdLst>
    <p:sldLayoutId id="2147483659" r:id="rId1"/>
    <p:sldLayoutId id="2147483660" r:id="rId2"/>
    <p:sldLayoutId id="2147483661" r:id="rId3"/>
    <p:sldLayoutId id="2147483662" r:id="rId4"/>
    <p:sldLayoutId id="2147483663" r:id="rId5"/>
    <p:sldLayoutId id="2147483664" r:id="rId6"/>
    <p:sldLayoutId id="2147483665" r:id="rId7"/>
    <p:sldLayoutId id="2147483666" r:id="rId8"/>
    <p:sldLayoutId id="2147483667" r:id="rId9"/>
    <p:sldLayoutId id="2147483668" r:id="rId10"/>
    <p:sldLayoutId id="2147483669" r:id="rId11"/>
    <p:sldLayoutId id="2147483670" r:id="rId12"/>
    <p:sldLayoutId id="2147483671" r:id="rId13"/>
    <p:sldLayoutId id="2147483672" r:id="rId14"/>
    <p:sldLayoutId id="2147483673" r:id="rId15"/>
    <p:sldLayoutId id="2147483674" r:id="rId16"/>
    <p:sldLayoutId id="2147483675" r:id="rId17"/>
    <p:sldLayoutId id="2147483676" r:id="rId18"/>
    <p:sldLayoutId id="2147483677" r:id="rId19"/>
    <p:sldLayoutId id="2147483678" r:id="rId20"/>
    <p:sldLayoutId id="2147483679" r:id="rId21"/>
  </p:sldLayoutIdLst>
  <mc:AlternateContent>
    <mc:Choice Requires="p14">
      <p:transition spd="slow" p14:dur="700">
        <p:fade/>
      </p:transition>
    </mc:Choice>
    <mc:Fallback>
      <p:transition spd="slow">
        <p:fade/>
      </p:transition>
    </mc:Fallback>
  </mc:AlternateContent>
  <p:hf dt="0" ftr="0" hdr="0" sldNum="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3.xml"/><Relationship Id="rId2" Type="http://schemas.openxmlformats.org/officeDocument/2006/relationships/notesSlide" Target="../notesSlides/notesSlide1.xml"/><Relationship Id="rId3" Type="http://schemas.openxmlformats.org/officeDocument/2006/relationships/image" Target="../media/image22.png"/></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9.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9.xml"/><Relationship Id="rId2" Type="http://schemas.openxmlformats.org/officeDocument/2006/relationships/notesSlide" Target="../notesSlides/notesSlide3.xml"/><Relationship Id="rId3" Type="http://schemas.openxmlformats.org/officeDocument/2006/relationships/hyperlink" Target="https://lfenergy.org/about/members/" TargetMode="External"/><Relationship Id="rId4" Type="http://schemas.openxmlformats.org/officeDocument/2006/relationships/hyperlink" Target="https://lfenergy.org/our-projects/" TargetMode="External"/><Relationship Id="rId5" Type="http://schemas.openxmlformats.org/officeDocument/2006/relationships/hyperlink" Target="https://events.linuxfoundation.org/lfenergysummit/" TargetMode="Externa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8.xml"/><Relationship Id="rId2" Type="http://schemas.openxmlformats.org/officeDocument/2006/relationships/notesSlide" Target="../notesSlides/notesSlide4.xml"/><Relationship Id="rId3" Type="http://schemas.openxmlformats.org/officeDocument/2006/relationships/image" Target="../media/image13.png"/><Relationship Id="rId4" Type="http://schemas.openxmlformats.org/officeDocument/2006/relationships/image" Target="../media/image14.png"/><Relationship Id="rId5" Type="http://schemas.openxmlformats.org/officeDocument/2006/relationships/image" Target="../media/image23.png"/><Relationship Id="rId6" Type="http://schemas.openxmlformats.org/officeDocument/2006/relationships/image" Target="../media/image12.png"/><Relationship Id="rId7" Type="http://schemas.openxmlformats.org/officeDocument/2006/relationships/image" Target="../media/image8.png"/></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3.xml"/><Relationship Id="rId2" Type="http://schemas.openxmlformats.org/officeDocument/2006/relationships/notesSlide" Target="../notesSlides/notesSlide5.xml"/><Relationship Id="rId3" Type="http://schemas.openxmlformats.org/officeDocument/2006/relationships/image" Target="../media/image38.png"/></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1.xml"/><Relationship Id="rId2" Type="http://schemas.openxmlformats.org/officeDocument/2006/relationships/notesSlide" Target="../notesSlides/notesSlide6.xml"/><Relationship Id="rId3" Type="http://schemas.openxmlformats.org/officeDocument/2006/relationships/image" Target="../media/image40.png"/></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1.xml"/><Relationship Id="rId2" Type="http://schemas.openxmlformats.org/officeDocument/2006/relationships/notesSlide" Target="../notesSlides/notesSlide8.xml"/><Relationship Id="rId3" Type="http://schemas.openxmlformats.org/officeDocument/2006/relationships/image" Target="../media/image15.png"/><Relationship Id="rId4" Type="http://schemas.openxmlformats.org/officeDocument/2006/relationships/image" Target="../media/image34.png"/><Relationship Id="rId5" Type="http://schemas.openxmlformats.org/officeDocument/2006/relationships/image" Target="../media/image29.png"/><Relationship Id="rId6" Type="http://schemas.openxmlformats.org/officeDocument/2006/relationships/image" Target="../media/image19.png"/><Relationship Id="rId7" Type="http://schemas.openxmlformats.org/officeDocument/2006/relationships/image" Target="../media/image27.png"/><Relationship Id="rId8" Type="http://schemas.openxmlformats.org/officeDocument/2006/relationships/image" Target="../media/image36.png"/></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9.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8.xml"/><Relationship Id="rId2" Type="http://schemas.openxmlformats.org/officeDocument/2006/relationships/notesSlide" Target="../notesSlides/notesSlide10.xml"/><Relationship Id="rId3" Type="http://schemas.openxmlformats.org/officeDocument/2006/relationships/image" Target="../media/image15.png"/></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8.xml"/><Relationship Id="rId2" Type="http://schemas.openxmlformats.org/officeDocument/2006/relationships/notesSlide" Target="../notesSlides/notesSlide11.xml"/><Relationship Id="rId3" Type="http://schemas.openxmlformats.org/officeDocument/2006/relationships/image" Target="../media/image29.png"/></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1.xml"/><Relationship Id="rId2" Type="http://schemas.openxmlformats.org/officeDocument/2006/relationships/notesSlide" Target="../notesSlides/notesSlide12.xml"/><Relationship Id="rId3" Type="http://schemas.openxmlformats.org/officeDocument/2006/relationships/image" Target="../media/image39.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1.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1.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1.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1.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8.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9.xml"/><Relationship Id="rId2" Type="http://schemas.openxmlformats.org/officeDocument/2006/relationships/notesSlide" Target="../notesSlides/notesSlide18.xml"/><Relationship Id="rId3" Type="http://schemas.openxmlformats.org/officeDocument/2006/relationships/hyperlink" Target="https://www.linuxfoundation.org/about/members" TargetMode="External"/><Relationship Id="rId4" Type="http://schemas.openxmlformats.org/officeDocument/2006/relationships/hyperlink" Target="https://www.linuxfoundation.org/about/join#benefits" TargetMode="Externa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notesSlide" Target="../notesSlides/notesSlide19.xml"/><Relationship Id="rId3" Type="http://schemas.openxmlformats.org/officeDocument/2006/relationships/hyperlink" Target="https://enrollment.lfx.linuxfoundation.org/?project=lfenergy" TargetMode="Externa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8.xml"/><Relationship Id="rId2" Type="http://schemas.openxmlformats.org/officeDocument/2006/relationships/notesSlide" Target="../notesSlides/notesSlide20.xml"/><Relationship Id="rId3" Type="http://schemas.openxmlformats.org/officeDocument/2006/relationships/hyperlink" Target="http://www.lfenergy.org/" TargetMode="External"/><Relationship Id="rId4" Type="http://schemas.openxmlformats.org/officeDocument/2006/relationships/hyperlink" Target="mailto:info@lfenergy.org" TargetMode="External"/><Relationship Id="rId9" Type="http://schemas.openxmlformats.org/officeDocument/2006/relationships/image" Target="../media/image24.png"/><Relationship Id="rId5" Type="http://schemas.openxmlformats.org/officeDocument/2006/relationships/hyperlink" Target="mailto:membership@lfenergy.org" TargetMode="External"/><Relationship Id="rId6" Type="http://schemas.openxmlformats.org/officeDocument/2006/relationships/image" Target="../media/image33.png"/><Relationship Id="rId7" Type="http://schemas.openxmlformats.org/officeDocument/2006/relationships/image" Target="../media/image31.png"/><Relationship Id="rId8" Type="http://schemas.openxmlformats.org/officeDocument/2006/relationships/image" Target="../media/image35.png"/></Relationships>
</file>

<file path=ppt/slides/slide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19" name="Shape 219"/>
        <p:cNvGrpSpPr/>
        <p:nvPr/>
      </p:nvGrpSpPr>
      <p:grpSpPr>
        <a:xfrm>
          <a:off x="0" y="0"/>
          <a:ext cx="0" cy="0"/>
          <a:chOff x="0" y="0"/>
          <a:chExt cx="0" cy="0"/>
        </a:xfrm>
      </p:grpSpPr>
      <p:sp>
        <p:nvSpPr>
          <p:cNvPr id="220" name="Google Shape;220;p35"/>
          <p:cNvSpPr txBox="1"/>
          <p:nvPr>
            <p:ph type="ctrTitle"/>
          </p:nvPr>
        </p:nvSpPr>
        <p:spPr>
          <a:xfrm>
            <a:off x="598100" y="1226378"/>
            <a:ext cx="5533500" cy="1894500"/>
          </a:xfrm>
          <a:prstGeom prst="rect">
            <a:avLst/>
          </a:prstGeom>
        </p:spPr>
        <p:txBody>
          <a:bodyPr anchorCtr="0" anchor="t" bIns="91425" lIns="91425" spcFirstLastPara="1" rIns="91425" wrap="square" tIns="91425">
            <a:normAutofit/>
          </a:bodyPr>
          <a:lstStyle/>
          <a:p>
            <a:pPr indent="0" lvl="0" marL="0" rtl="0" algn="l">
              <a:spcBef>
                <a:spcPts val="0"/>
              </a:spcBef>
              <a:spcAft>
                <a:spcPts val="0"/>
              </a:spcAft>
              <a:buNone/>
            </a:pPr>
            <a:r>
              <a:rPr lang="en"/>
              <a:t>LF Energy Overview</a:t>
            </a:r>
            <a:endParaRPr/>
          </a:p>
        </p:txBody>
      </p:sp>
      <p:sp>
        <p:nvSpPr>
          <p:cNvPr id="221" name="Google Shape;221;p35"/>
          <p:cNvSpPr txBox="1"/>
          <p:nvPr>
            <p:ph idx="1" type="subTitle"/>
          </p:nvPr>
        </p:nvSpPr>
        <p:spPr>
          <a:xfrm>
            <a:off x="598088" y="2715913"/>
            <a:ext cx="8222100" cy="432900"/>
          </a:xfrm>
          <a:prstGeom prst="rect">
            <a:avLst/>
          </a:prstGeom>
        </p:spPr>
        <p:txBody>
          <a:bodyPr anchorCtr="0" anchor="t" bIns="91425" lIns="91425" spcFirstLastPara="1" rIns="91425" wrap="square" tIns="91425">
            <a:normAutofit fontScale="92500" lnSpcReduction="20000"/>
          </a:bodyPr>
          <a:lstStyle/>
          <a:p>
            <a:pPr indent="0" lvl="0" marL="0" rtl="0" algn="l">
              <a:spcBef>
                <a:spcPts val="0"/>
              </a:spcBef>
              <a:spcAft>
                <a:spcPts val="0"/>
              </a:spcAft>
              <a:buNone/>
            </a:pPr>
            <a:r>
              <a:rPr lang="en"/>
              <a:t>November 2024</a:t>
            </a:r>
            <a:endParaRPr/>
          </a:p>
        </p:txBody>
      </p:sp>
      <p:pic>
        <p:nvPicPr>
          <p:cNvPr id="222" name="Google Shape;222;p35"/>
          <p:cNvPicPr preferRelativeResize="0"/>
          <p:nvPr/>
        </p:nvPicPr>
        <p:blipFill>
          <a:blip r:embed="rId3">
            <a:alphaModFix/>
          </a:blip>
          <a:stretch>
            <a:fillRect/>
          </a:stretch>
        </p:blipFill>
        <p:spPr>
          <a:xfrm>
            <a:off x="3857625" y="4183442"/>
            <a:ext cx="1428750" cy="476250"/>
          </a:xfrm>
          <a:prstGeom prst="rect">
            <a:avLst/>
          </a:prstGeom>
          <a:noFill/>
          <a:ln>
            <a:noFill/>
          </a:ln>
        </p:spPr>
      </p:pic>
    </p:spTree>
  </p:cSld>
  <p:clrMapOvr>
    <a:masterClrMapping/>
  </p:clrMapOvr>
</p:sld>
</file>

<file path=ppt/slides/slide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26" name="Shape 226"/>
        <p:cNvGrpSpPr/>
        <p:nvPr/>
      </p:nvGrpSpPr>
      <p:grpSpPr>
        <a:xfrm>
          <a:off x="0" y="0"/>
          <a:ext cx="0" cy="0"/>
          <a:chOff x="0" y="0"/>
          <a:chExt cx="0" cy="0"/>
        </a:xfrm>
      </p:grpSpPr>
      <p:sp>
        <p:nvSpPr>
          <p:cNvPr id="227" name="Google Shape;227;p36"/>
          <p:cNvSpPr txBox="1"/>
          <p:nvPr>
            <p:ph type="title"/>
          </p:nvPr>
        </p:nvSpPr>
        <p:spPr>
          <a:xfrm>
            <a:off x="311700" y="410000"/>
            <a:ext cx="8520600" cy="6078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What is LF Energy?</a:t>
            </a:r>
            <a:endParaRPr/>
          </a:p>
        </p:txBody>
      </p:sp>
      <p:sp>
        <p:nvSpPr>
          <p:cNvPr id="228" name="Google Shape;228;p36"/>
          <p:cNvSpPr txBox="1"/>
          <p:nvPr>
            <p:ph idx="1" type="body"/>
          </p:nvPr>
        </p:nvSpPr>
        <p:spPr>
          <a:xfrm>
            <a:off x="280350" y="1266450"/>
            <a:ext cx="8520600" cy="3339000"/>
          </a:xfrm>
          <a:prstGeom prst="rect">
            <a:avLst/>
          </a:prstGeom>
        </p:spPr>
        <p:txBody>
          <a:bodyPr anchorCtr="0" anchor="t" bIns="91425" lIns="91425" spcFirstLastPara="1" rIns="91425" wrap="square" tIns="91425">
            <a:normAutofit/>
          </a:bodyPr>
          <a:lstStyle/>
          <a:p>
            <a:pPr indent="0" lvl="0" marL="0" rtl="0" algn="l">
              <a:spcBef>
                <a:spcPts val="0"/>
              </a:spcBef>
              <a:spcAft>
                <a:spcPts val="0"/>
              </a:spcAft>
              <a:buNone/>
            </a:pPr>
            <a:r>
              <a:rPr lang="en"/>
              <a:t>Linux Foundation Energy (LF Energy) is an </a:t>
            </a:r>
            <a:r>
              <a:rPr b="1" lang="en">
                <a:latin typeface="Roboto Slab"/>
                <a:ea typeface="Roboto Slab"/>
                <a:cs typeface="Roboto Slab"/>
                <a:sym typeface="Roboto Slab"/>
              </a:rPr>
              <a:t>independent, member-funded non-profit</a:t>
            </a:r>
            <a:r>
              <a:rPr lang="en"/>
              <a:t> organization whose purpose is to </a:t>
            </a:r>
            <a:r>
              <a:rPr b="1" lang="en">
                <a:latin typeface="Roboto Slab"/>
                <a:ea typeface="Roboto Slab"/>
                <a:cs typeface="Roboto Slab"/>
                <a:sym typeface="Roboto Slab"/>
              </a:rPr>
              <a:t>accelerate the energy transition</a:t>
            </a:r>
            <a:r>
              <a:rPr lang="en"/>
              <a:t> through </a:t>
            </a:r>
            <a:r>
              <a:rPr b="1" lang="en">
                <a:latin typeface="Roboto Slab"/>
                <a:ea typeface="Roboto Slab"/>
                <a:cs typeface="Roboto Slab"/>
                <a:sym typeface="Roboto Slab"/>
              </a:rPr>
              <a:t>collaboration</a:t>
            </a:r>
            <a:r>
              <a:rPr lang="en"/>
              <a:t> on </a:t>
            </a:r>
            <a:r>
              <a:rPr b="1" lang="en">
                <a:latin typeface="Roboto Slab"/>
                <a:ea typeface="Roboto Slab"/>
                <a:cs typeface="Roboto Slab"/>
                <a:sym typeface="Roboto Slab"/>
              </a:rPr>
              <a:t>open source technologies and standards</a:t>
            </a:r>
            <a:r>
              <a:rPr lang="en"/>
              <a:t>.</a:t>
            </a:r>
            <a:endParaRPr/>
          </a:p>
          <a:p>
            <a:pPr indent="0" lvl="0" marL="0" rtl="0" algn="l">
              <a:spcBef>
                <a:spcPts val="0"/>
              </a:spcBef>
              <a:spcAft>
                <a:spcPts val="0"/>
              </a:spcAft>
              <a:buNone/>
            </a:pPr>
            <a:r>
              <a:t/>
            </a:r>
            <a:endParaRPr/>
          </a:p>
          <a:p>
            <a:pPr indent="0" lvl="0" marL="0" rtl="0" algn="l">
              <a:spcBef>
                <a:spcPts val="0"/>
              </a:spcBef>
              <a:spcAft>
                <a:spcPts val="0"/>
              </a:spcAft>
              <a:buNone/>
            </a:pPr>
            <a:r>
              <a:rPr lang="en"/>
              <a:t>We are part of the Linux Foundation, the largest shared technology investment in the world.</a:t>
            </a:r>
            <a:endParaRPr/>
          </a:p>
        </p:txBody>
      </p:sp>
    </p:spTree>
  </p:cSld>
  <p:clrMapOvr>
    <a:masterClrMapping/>
  </p:clrMapOvr>
</p:sld>
</file>

<file path=ppt/slides/slide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32" name="Shape 232"/>
        <p:cNvGrpSpPr/>
        <p:nvPr/>
      </p:nvGrpSpPr>
      <p:grpSpPr>
        <a:xfrm>
          <a:off x="0" y="0"/>
          <a:ext cx="0" cy="0"/>
          <a:chOff x="0" y="0"/>
          <a:chExt cx="0" cy="0"/>
        </a:xfrm>
      </p:grpSpPr>
      <p:sp>
        <p:nvSpPr>
          <p:cNvPr id="233" name="Google Shape;233;p37"/>
          <p:cNvSpPr txBox="1"/>
          <p:nvPr>
            <p:ph type="title"/>
          </p:nvPr>
        </p:nvSpPr>
        <p:spPr>
          <a:xfrm>
            <a:off x="311700" y="410000"/>
            <a:ext cx="8520600" cy="6078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What is LF Energy?</a:t>
            </a:r>
            <a:endParaRPr/>
          </a:p>
        </p:txBody>
      </p:sp>
      <p:sp>
        <p:nvSpPr>
          <p:cNvPr id="234" name="Google Shape;234;p37"/>
          <p:cNvSpPr txBox="1"/>
          <p:nvPr>
            <p:ph idx="1" type="body"/>
          </p:nvPr>
        </p:nvSpPr>
        <p:spPr>
          <a:xfrm>
            <a:off x="280350" y="1266450"/>
            <a:ext cx="8520600" cy="3339000"/>
          </a:xfrm>
          <a:prstGeom prst="rect">
            <a:avLst/>
          </a:prstGeom>
        </p:spPr>
        <p:txBody>
          <a:bodyPr anchorCtr="0" anchor="t" bIns="91425" lIns="91425" spcFirstLastPara="1" rIns="91425" wrap="square" tIns="91425">
            <a:normAutofit lnSpcReduction="10000"/>
          </a:bodyPr>
          <a:lstStyle/>
          <a:p>
            <a:pPr indent="0" lvl="0" marL="0" rtl="0" algn="l">
              <a:spcBef>
                <a:spcPts val="0"/>
              </a:spcBef>
              <a:spcAft>
                <a:spcPts val="0"/>
              </a:spcAft>
              <a:buNone/>
            </a:pPr>
            <a:r>
              <a:rPr lang="en"/>
              <a:t>LF Energy serves as an </a:t>
            </a:r>
            <a:r>
              <a:rPr b="1" lang="en">
                <a:latin typeface="Roboto Slab"/>
                <a:ea typeface="Roboto Slab"/>
                <a:cs typeface="Roboto Slab"/>
                <a:sym typeface="Roboto Slab"/>
              </a:rPr>
              <a:t>independent, neutral steward</a:t>
            </a:r>
            <a:r>
              <a:rPr lang="en"/>
              <a:t> for </a:t>
            </a:r>
            <a:r>
              <a:rPr b="1" lang="en">
                <a:latin typeface="Roboto Slab"/>
                <a:ea typeface="Roboto Slab"/>
                <a:cs typeface="Roboto Slab"/>
                <a:sym typeface="Roboto Slab"/>
              </a:rPr>
              <a:t>transparently governed open source</a:t>
            </a:r>
            <a:r>
              <a:rPr lang="en"/>
              <a:t> technologies and standards that serve as the </a:t>
            </a:r>
            <a:r>
              <a:rPr b="1" lang="en">
                <a:latin typeface="Roboto Slab"/>
                <a:ea typeface="Roboto Slab"/>
                <a:cs typeface="Roboto Slab"/>
                <a:sym typeface="Roboto Slab"/>
              </a:rPr>
              <a:t>trustworthy, secure digital foundation for grid modernization and modern energy services</a:t>
            </a:r>
            <a:r>
              <a:rPr lang="en"/>
              <a:t>.</a:t>
            </a:r>
            <a:endParaRPr/>
          </a:p>
          <a:p>
            <a:pPr indent="0" lvl="0" marL="0" rtl="0" algn="l">
              <a:spcBef>
                <a:spcPts val="0"/>
              </a:spcBef>
              <a:spcAft>
                <a:spcPts val="0"/>
              </a:spcAft>
              <a:buNone/>
            </a:pPr>
            <a:r>
              <a:t/>
            </a:r>
            <a:endParaRPr/>
          </a:p>
          <a:p>
            <a:pPr indent="0" lvl="0" marL="0" rtl="0" algn="l">
              <a:spcBef>
                <a:spcPts val="0"/>
              </a:spcBef>
              <a:spcAft>
                <a:spcPts val="0"/>
              </a:spcAft>
              <a:buNone/>
            </a:pPr>
            <a:r>
              <a:rPr lang="en"/>
              <a:t>Supported by </a:t>
            </a:r>
            <a:r>
              <a:rPr b="1" lang="en" u="sng">
                <a:solidFill>
                  <a:schemeClr val="hlink"/>
                </a:solidFill>
                <a:latin typeface="Roboto Slab"/>
                <a:ea typeface="Roboto Slab"/>
                <a:cs typeface="Roboto Slab"/>
                <a:sym typeface="Roboto Slab"/>
                <a:hlinkClick r:id="rId3"/>
              </a:rPr>
              <a:t>70+ member organizations</a:t>
            </a:r>
            <a:r>
              <a:rPr lang="en"/>
              <a:t>, </a:t>
            </a:r>
            <a:r>
              <a:rPr b="1" lang="en">
                <a:latin typeface="Roboto Slab"/>
                <a:ea typeface="Roboto Slab"/>
                <a:cs typeface="Roboto Slab"/>
                <a:sym typeface="Roboto Slab"/>
              </a:rPr>
              <a:t>1,000+ contributors</a:t>
            </a:r>
            <a:r>
              <a:rPr lang="en"/>
              <a:t> from utilities, vendors, research and energy majors collaborate on shared, pre-competitive challenges through </a:t>
            </a:r>
            <a:r>
              <a:rPr b="1" lang="en" u="sng">
                <a:solidFill>
                  <a:schemeClr val="hlink"/>
                </a:solidFill>
                <a:latin typeface="Roboto Slab"/>
                <a:ea typeface="Roboto Slab"/>
                <a:cs typeface="Roboto Slab"/>
                <a:sym typeface="Roboto Slab"/>
                <a:hlinkClick r:id="rId4"/>
              </a:rPr>
              <a:t>30+ projects</a:t>
            </a:r>
            <a:r>
              <a:rPr lang="en"/>
              <a:t>.</a:t>
            </a:r>
            <a:endParaRPr/>
          </a:p>
          <a:p>
            <a:pPr indent="0" lvl="0" marL="0" rtl="0" algn="l">
              <a:spcBef>
                <a:spcPts val="0"/>
              </a:spcBef>
              <a:spcAft>
                <a:spcPts val="0"/>
              </a:spcAft>
              <a:buNone/>
            </a:pPr>
            <a:r>
              <a:t/>
            </a:r>
            <a:endParaRPr/>
          </a:p>
          <a:p>
            <a:pPr indent="0" lvl="0" marL="0" rtl="0" algn="l">
              <a:spcBef>
                <a:spcPts val="0"/>
              </a:spcBef>
              <a:spcAft>
                <a:spcPts val="0"/>
              </a:spcAft>
              <a:buNone/>
            </a:pPr>
            <a:r>
              <a:rPr lang="en"/>
              <a:t>LF Energy hosts </a:t>
            </a:r>
            <a:r>
              <a:rPr lang="en" u="sng">
                <a:solidFill>
                  <a:schemeClr val="hlink"/>
                </a:solidFill>
                <a:hlinkClick r:id="rId5"/>
              </a:rPr>
              <a:t>LF Energy Summit</a:t>
            </a:r>
            <a:r>
              <a:rPr lang="en"/>
              <a:t>, the </a:t>
            </a:r>
            <a:r>
              <a:rPr b="1" lang="en">
                <a:latin typeface="Roboto Slab"/>
                <a:ea typeface="Roboto Slab"/>
                <a:cs typeface="Roboto Slab"/>
                <a:sym typeface="Roboto Slab"/>
              </a:rPr>
              <a:t>only conference focused on open source for the digital energy transition</a:t>
            </a:r>
            <a:r>
              <a:rPr lang="en"/>
              <a:t>.</a:t>
            </a:r>
            <a:endParaRPr/>
          </a:p>
        </p:txBody>
      </p:sp>
    </p:spTree>
  </p:cSld>
  <p:clrMapOvr>
    <a:masterClrMapping/>
  </p:clrMapOvr>
</p:sld>
</file>

<file path=ppt/slides/slide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38" name="Shape 238"/>
        <p:cNvGrpSpPr/>
        <p:nvPr/>
      </p:nvGrpSpPr>
      <p:grpSpPr>
        <a:xfrm>
          <a:off x="0" y="0"/>
          <a:ext cx="0" cy="0"/>
          <a:chOff x="0" y="0"/>
          <a:chExt cx="0" cy="0"/>
        </a:xfrm>
      </p:grpSpPr>
      <p:sp>
        <p:nvSpPr>
          <p:cNvPr id="239" name="Google Shape;239;p38"/>
          <p:cNvSpPr txBox="1"/>
          <p:nvPr>
            <p:ph type="title"/>
          </p:nvPr>
        </p:nvSpPr>
        <p:spPr>
          <a:xfrm>
            <a:off x="311700" y="410000"/>
            <a:ext cx="6614100" cy="6078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What does LF Energy do?</a:t>
            </a:r>
            <a:endParaRPr/>
          </a:p>
        </p:txBody>
      </p:sp>
      <p:sp>
        <p:nvSpPr>
          <p:cNvPr id="240" name="Google Shape;240;p38"/>
          <p:cNvSpPr txBox="1"/>
          <p:nvPr>
            <p:ph idx="1" type="body"/>
          </p:nvPr>
        </p:nvSpPr>
        <p:spPr>
          <a:xfrm>
            <a:off x="311700" y="1229975"/>
            <a:ext cx="3999900" cy="3339000"/>
          </a:xfrm>
          <a:prstGeom prst="rect">
            <a:avLst/>
          </a:prstGeom>
        </p:spPr>
        <p:txBody>
          <a:bodyPr anchorCtr="0" anchor="t" bIns="91425" lIns="91425" spcFirstLastPara="1" rIns="91425" wrap="square" tIns="91425">
            <a:normAutofit/>
          </a:bodyPr>
          <a:lstStyle/>
          <a:p>
            <a:pPr indent="0" lvl="0" marL="0" rtl="0" algn="l">
              <a:spcBef>
                <a:spcPts val="0"/>
              </a:spcBef>
              <a:spcAft>
                <a:spcPts val="0"/>
              </a:spcAft>
              <a:buNone/>
            </a:pPr>
            <a:r>
              <a:rPr lang="en"/>
              <a:t>LF Energy complements existing organizations by providing a </a:t>
            </a:r>
            <a:r>
              <a:rPr lang="en"/>
              <a:t>place</a:t>
            </a:r>
            <a:r>
              <a:rPr lang="en"/>
              <a:t> to collaborate on open </a:t>
            </a:r>
            <a:r>
              <a:rPr b="1" lang="en">
                <a:latin typeface="Roboto Slab"/>
                <a:ea typeface="Roboto Slab"/>
                <a:cs typeface="Roboto Slab"/>
                <a:sym typeface="Roboto Slab"/>
              </a:rPr>
              <a:t>industrial-grade technology platforms and agile specifications</a:t>
            </a:r>
            <a:r>
              <a:rPr lang="en"/>
              <a:t>.</a:t>
            </a:r>
            <a:endParaRPr/>
          </a:p>
        </p:txBody>
      </p:sp>
      <p:grpSp>
        <p:nvGrpSpPr>
          <p:cNvPr id="241" name="Google Shape;241;p38"/>
          <p:cNvGrpSpPr/>
          <p:nvPr/>
        </p:nvGrpSpPr>
        <p:grpSpPr>
          <a:xfrm>
            <a:off x="4654025" y="3314700"/>
            <a:ext cx="1828800" cy="1828800"/>
            <a:chOff x="2097925" y="3006525"/>
            <a:chExt cx="1828800" cy="1828800"/>
          </a:xfrm>
        </p:grpSpPr>
        <p:sp>
          <p:nvSpPr>
            <p:cNvPr id="242" name="Google Shape;242;p38"/>
            <p:cNvSpPr/>
            <p:nvPr/>
          </p:nvSpPr>
          <p:spPr>
            <a:xfrm>
              <a:off x="2097925" y="3006525"/>
              <a:ext cx="1828800" cy="1828800"/>
            </a:xfrm>
            <a:prstGeom prst="ellipse">
              <a:avLst/>
            </a:prstGeom>
            <a:no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ctr">
                <a:spcBef>
                  <a:spcPts val="0"/>
                </a:spcBef>
                <a:spcAft>
                  <a:spcPts val="0"/>
                </a:spcAft>
                <a:buNone/>
              </a:pPr>
              <a:r>
                <a:t/>
              </a:r>
              <a:endParaRPr b="1">
                <a:latin typeface="Roboto Slab"/>
                <a:ea typeface="Roboto Slab"/>
                <a:cs typeface="Roboto Slab"/>
                <a:sym typeface="Roboto Slab"/>
              </a:endParaRPr>
            </a:p>
            <a:p>
              <a:pPr indent="0" lvl="0" marL="0" rtl="0" algn="ctr">
                <a:spcBef>
                  <a:spcPts val="0"/>
                </a:spcBef>
                <a:spcAft>
                  <a:spcPts val="0"/>
                </a:spcAft>
                <a:buNone/>
              </a:pPr>
              <a:r>
                <a:t/>
              </a:r>
              <a:endParaRPr>
                <a:latin typeface="Roboto Slab Light"/>
                <a:ea typeface="Roboto Slab Light"/>
                <a:cs typeface="Roboto Slab Light"/>
                <a:sym typeface="Roboto Slab Light"/>
              </a:endParaRPr>
            </a:p>
            <a:p>
              <a:pPr indent="0" lvl="0" marL="0" rtl="0" algn="ctr">
                <a:spcBef>
                  <a:spcPts val="0"/>
                </a:spcBef>
                <a:spcAft>
                  <a:spcPts val="0"/>
                </a:spcAft>
                <a:buNone/>
              </a:pPr>
              <a:r>
                <a:rPr lang="en" sz="1050">
                  <a:latin typeface="Roboto Slab Light"/>
                  <a:ea typeface="Roboto Slab Light"/>
                  <a:cs typeface="Roboto Slab Light"/>
                  <a:sym typeface="Roboto Slab Light"/>
                </a:rPr>
                <a:t>Early-stage research and prototypes</a:t>
              </a:r>
              <a:endParaRPr sz="1050">
                <a:latin typeface="Roboto Slab Light"/>
                <a:ea typeface="Roboto Slab Light"/>
                <a:cs typeface="Roboto Slab Light"/>
                <a:sym typeface="Roboto Slab Light"/>
              </a:endParaRPr>
            </a:p>
          </p:txBody>
        </p:sp>
        <p:pic>
          <p:nvPicPr>
            <p:cNvPr id="243" name="Google Shape;243;p38"/>
            <p:cNvPicPr preferRelativeResize="0"/>
            <p:nvPr/>
          </p:nvPicPr>
          <p:blipFill>
            <a:blip r:embed="rId3">
              <a:alphaModFix/>
            </a:blip>
            <a:stretch>
              <a:fillRect/>
            </a:stretch>
          </p:blipFill>
          <p:spPr>
            <a:xfrm>
              <a:off x="2503473" y="3415724"/>
              <a:ext cx="1017701" cy="206800"/>
            </a:xfrm>
            <a:prstGeom prst="rect">
              <a:avLst/>
            </a:prstGeom>
            <a:noFill/>
            <a:ln>
              <a:noFill/>
            </a:ln>
          </p:spPr>
        </p:pic>
      </p:grpSp>
      <p:grpSp>
        <p:nvGrpSpPr>
          <p:cNvPr id="244" name="Google Shape;244;p38"/>
          <p:cNvGrpSpPr/>
          <p:nvPr/>
        </p:nvGrpSpPr>
        <p:grpSpPr>
          <a:xfrm>
            <a:off x="7315200" y="3314700"/>
            <a:ext cx="1828800" cy="1828800"/>
            <a:chOff x="7315200" y="3314700"/>
            <a:chExt cx="1828800" cy="1828800"/>
          </a:xfrm>
        </p:grpSpPr>
        <p:sp>
          <p:nvSpPr>
            <p:cNvPr id="245" name="Google Shape;245;p38"/>
            <p:cNvSpPr/>
            <p:nvPr/>
          </p:nvSpPr>
          <p:spPr>
            <a:xfrm>
              <a:off x="7315200" y="3314700"/>
              <a:ext cx="1828800" cy="1828800"/>
            </a:xfrm>
            <a:prstGeom prst="ellipse">
              <a:avLst/>
            </a:prstGeom>
            <a:no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ctr">
                <a:spcBef>
                  <a:spcPts val="0"/>
                </a:spcBef>
                <a:spcAft>
                  <a:spcPts val="0"/>
                </a:spcAft>
                <a:buNone/>
              </a:pPr>
              <a:r>
                <a:t/>
              </a:r>
              <a:endParaRPr b="1">
                <a:latin typeface="Roboto Slab"/>
                <a:ea typeface="Roboto Slab"/>
                <a:cs typeface="Roboto Slab"/>
                <a:sym typeface="Roboto Slab"/>
              </a:endParaRPr>
            </a:p>
            <a:p>
              <a:pPr indent="0" lvl="0" marL="0" rtl="0" algn="ctr">
                <a:spcBef>
                  <a:spcPts val="0"/>
                </a:spcBef>
                <a:spcAft>
                  <a:spcPts val="0"/>
                </a:spcAft>
                <a:buNone/>
              </a:pPr>
              <a:r>
                <a:t/>
              </a:r>
              <a:endParaRPr>
                <a:latin typeface="Roboto Slab Light"/>
                <a:ea typeface="Roboto Slab Light"/>
                <a:cs typeface="Roboto Slab Light"/>
                <a:sym typeface="Roboto Slab Light"/>
              </a:endParaRPr>
            </a:p>
            <a:p>
              <a:pPr indent="0" lvl="0" marL="0" rtl="0" algn="ctr">
                <a:spcBef>
                  <a:spcPts val="0"/>
                </a:spcBef>
                <a:spcAft>
                  <a:spcPts val="0"/>
                </a:spcAft>
                <a:buNone/>
              </a:pPr>
              <a:r>
                <a:rPr lang="en" sz="1050">
                  <a:latin typeface="Roboto Slab Light"/>
                  <a:ea typeface="Roboto Slab Light"/>
                  <a:cs typeface="Roboto Slab Light"/>
                  <a:sym typeface="Roboto Slab Light"/>
                </a:rPr>
                <a:t>Advocacy for investor-owned electric companies</a:t>
              </a:r>
              <a:endParaRPr sz="1050">
                <a:latin typeface="Roboto Slab Light"/>
                <a:ea typeface="Roboto Slab Light"/>
                <a:cs typeface="Roboto Slab Light"/>
                <a:sym typeface="Roboto Slab Light"/>
              </a:endParaRPr>
            </a:p>
          </p:txBody>
        </p:sp>
        <p:pic>
          <p:nvPicPr>
            <p:cNvPr id="246" name="Google Shape;246;p38"/>
            <p:cNvPicPr preferRelativeResize="0"/>
            <p:nvPr/>
          </p:nvPicPr>
          <p:blipFill>
            <a:blip r:embed="rId4">
              <a:alphaModFix/>
            </a:blip>
            <a:stretch>
              <a:fillRect/>
            </a:stretch>
          </p:blipFill>
          <p:spPr>
            <a:xfrm>
              <a:off x="7982250" y="3556944"/>
              <a:ext cx="494700" cy="450500"/>
            </a:xfrm>
            <a:prstGeom prst="rect">
              <a:avLst/>
            </a:prstGeom>
            <a:noFill/>
            <a:ln>
              <a:noFill/>
            </a:ln>
          </p:spPr>
        </p:pic>
      </p:grpSp>
      <p:grpSp>
        <p:nvGrpSpPr>
          <p:cNvPr id="247" name="Google Shape;247;p38"/>
          <p:cNvGrpSpPr/>
          <p:nvPr/>
        </p:nvGrpSpPr>
        <p:grpSpPr>
          <a:xfrm>
            <a:off x="7315200" y="812200"/>
            <a:ext cx="1828800" cy="1828800"/>
            <a:chOff x="4984800" y="68800"/>
            <a:chExt cx="1828800" cy="1828800"/>
          </a:xfrm>
        </p:grpSpPr>
        <p:sp>
          <p:nvSpPr>
            <p:cNvPr id="248" name="Google Shape;248;p38"/>
            <p:cNvSpPr/>
            <p:nvPr/>
          </p:nvSpPr>
          <p:spPr>
            <a:xfrm>
              <a:off x="4984800" y="68800"/>
              <a:ext cx="1828800" cy="1828800"/>
            </a:xfrm>
            <a:prstGeom prst="ellipse">
              <a:avLst/>
            </a:prstGeom>
            <a:no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ctr">
                <a:spcBef>
                  <a:spcPts val="0"/>
                </a:spcBef>
                <a:spcAft>
                  <a:spcPts val="0"/>
                </a:spcAft>
                <a:buNone/>
              </a:pPr>
              <a:r>
                <a:t/>
              </a:r>
              <a:endParaRPr b="1">
                <a:latin typeface="Roboto Slab"/>
                <a:ea typeface="Roboto Slab"/>
                <a:cs typeface="Roboto Slab"/>
                <a:sym typeface="Roboto Slab"/>
              </a:endParaRPr>
            </a:p>
            <a:p>
              <a:pPr indent="0" lvl="0" marL="0" rtl="0" algn="ctr">
                <a:spcBef>
                  <a:spcPts val="0"/>
                </a:spcBef>
                <a:spcAft>
                  <a:spcPts val="0"/>
                </a:spcAft>
                <a:buNone/>
              </a:pPr>
              <a:r>
                <a:t/>
              </a:r>
              <a:endParaRPr>
                <a:latin typeface="Roboto Slab Light"/>
                <a:ea typeface="Roboto Slab Light"/>
                <a:cs typeface="Roboto Slab Light"/>
                <a:sym typeface="Roboto Slab Light"/>
              </a:endParaRPr>
            </a:p>
            <a:p>
              <a:pPr indent="0" lvl="0" marL="0" rtl="0" algn="ctr">
                <a:spcBef>
                  <a:spcPts val="0"/>
                </a:spcBef>
                <a:spcAft>
                  <a:spcPts val="0"/>
                </a:spcAft>
                <a:buNone/>
              </a:pPr>
              <a:r>
                <a:rPr lang="en" sz="1050">
                  <a:latin typeface="Roboto Slab Light"/>
                  <a:ea typeface="Roboto Slab Light"/>
                  <a:cs typeface="Roboto Slab Light"/>
                  <a:sym typeface="Roboto Slab Light"/>
                </a:rPr>
                <a:t>Publications, conferences</a:t>
              </a:r>
              <a:endParaRPr sz="1050">
                <a:latin typeface="Roboto Slab Light"/>
                <a:ea typeface="Roboto Slab Light"/>
                <a:cs typeface="Roboto Slab Light"/>
                <a:sym typeface="Roboto Slab Light"/>
              </a:endParaRPr>
            </a:p>
          </p:txBody>
        </p:sp>
        <p:pic>
          <p:nvPicPr>
            <p:cNvPr id="249" name="Google Shape;249;p38"/>
            <p:cNvPicPr preferRelativeResize="0"/>
            <p:nvPr/>
          </p:nvPicPr>
          <p:blipFill>
            <a:blip r:embed="rId5">
              <a:alphaModFix/>
            </a:blip>
            <a:stretch>
              <a:fillRect/>
            </a:stretch>
          </p:blipFill>
          <p:spPr>
            <a:xfrm>
              <a:off x="5424816" y="458290"/>
              <a:ext cx="948749" cy="450500"/>
            </a:xfrm>
            <a:prstGeom prst="rect">
              <a:avLst/>
            </a:prstGeom>
            <a:noFill/>
            <a:ln>
              <a:noFill/>
            </a:ln>
          </p:spPr>
        </p:pic>
      </p:grpSp>
      <p:grpSp>
        <p:nvGrpSpPr>
          <p:cNvPr id="250" name="Google Shape;250;p38"/>
          <p:cNvGrpSpPr/>
          <p:nvPr/>
        </p:nvGrpSpPr>
        <p:grpSpPr>
          <a:xfrm>
            <a:off x="4654025" y="812200"/>
            <a:ext cx="1828800" cy="1828800"/>
            <a:chOff x="2097925" y="68800"/>
            <a:chExt cx="1828800" cy="1828800"/>
          </a:xfrm>
        </p:grpSpPr>
        <p:sp>
          <p:nvSpPr>
            <p:cNvPr id="251" name="Google Shape;251;p38"/>
            <p:cNvSpPr/>
            <p:nvPr/>
          </p:nvSpPr>
          <p:spPr>
            <a:xfrm>
              <a:off x="2097925" y="68800"/>
              <a:ext cx="1828800" cy="1828800"/>
            </a:xfrm>
            <a:prstGeom prst="ellipse">
              <a:avLst/>
            </a:prstGeom>
            <a:no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ctr">
                <a:spcBef>
                  <a:spcPts val="0"/>
                </a:spcBef>
                <a:spcAft>
                  <a:spcPts val="0"/>
                </a:spcAft>
                <a:buNone/>
              </a:pPr>
              <a:r>
                <a:t/>
              </a:r>
              <a:endParaRPr b="1">
                <a:latin typeface="Roboto Slab"/>
                <a:ea typeface="Roboto Slab"/>
                <a:cs typeface="Roboto Slab"/>
                <a:sym typeface="Roboto Slab"/>
              </a:endParaRPr>
            </a:p>
            <a:p>
              <a:pPr indent="0" lvl="0" marL="0" rtl="0" algn="ctr">
                <a:spcBef>
                  <a:spcPts val="0"/>
                </a:spcBef>
                <a:spcAft>
                  <a:spcPts val="0"/>
                </a:spcAft>
                <a:buNone/>
              </a:pPr>
              <a:r>
                <a:t/>
              </a:r>
              <a:endParaRPr>
                <a:latin typeface="Roboto Slab Light"/>
                <a:ea typeface="Roboto Slab Light"/>
                <a:cs typeface="Roboto Slab Light"/>
                <a:sym typeface="Roboto Slab Light"/>
              </a:endParaRPr>
            </a:p>
            <a:p>
              <a:pPr indent="0" lvl="0" marL="0" rtl="0" algn="ctr">
                <a:spcBef>
                  <a:spcPts val="0"/>
                </a:spcBef>
                <a:spcAft>
                  <a:spcPts val="0"/>
                </a:spcAft>
                <a:buNone/>
              </a:pPr>
              <a:r>
                <a:rPr lang="en" sz="1050">
                  <a:latin typeface="Roboto Slab Light"/>
                  <a:ea typeface="Roboto Slab Light"/>
                  <a:cs typeface="Roboto Slab Light"/>
                  <a:sym typeface="Roboto Slab Light"/>
                </a:rPr>
                <a:t>Publications, conferences, standards</a:t>
              </a:r>
              <a:endParaRPr sz="1050">
                <a:latin typeface="Roboto Slab Light"/>
                <a:ea typeface="Roboto Slab Light"/>
                <a:cs typeface="Roboto Slab Light"/>
                <a:sym typeface="Roboto Slab Light"/>
              </a:endParaRPr>
            </a:p>
          </p:txBody>
        </p:sp>
        <p:pic>
          <p:nvPicPr>
            <p:cNvPr id="252" name="Google Shape;252;p38"/>
            <p:cNvPicPr preferRelativeResize="0"/>
            <p:nvPr/>
          </p:nvPicPr>
          <p:blipFill rotWithShape="1">
            <a:blip r:embed="rId6">
              <a:alphaModFix/>
            </a:blip>
            <a:srcRect b="23942" l="4554" r="4372" t="23659"/>
            <a:stretch/>
          </p:blipFill>
          <p:spPr>
            <a:xfrm>
              <a:off x="2465216" y="410000"/>
              <a:ext cx="1094211" cy="354125"/>
            </a:xfrm>
            <a:prstGeom prst="rect">
              <a:avLst/>
            </a:prstGeom>
            <a:noFill/>
            <a:ln>
              <a:noFill/>
            </a:ln>
          </p:spPr>
        </p:pic>
      </p:grpSp>
      <p:grpSp>
        <p:nvGrpSpPr>
          <p:cNvPr id="253" name="Google Shape;253;p38"/>
          <p:cNvGrpSpPr/>
          <p:nvPr/>
        </p:nvGrpSpPr>
        <p:grpSpPr>
          <a:xfrm>
            <a:off x="5983675" y="2061000"/>
            <a:ext cx="1828800" cy="1828800"/>
            <a:chOff x="3543300" y="1543050"/>
            <a:chExt cx="1828800" cy="1828800"/>
          </a:xfrm>
        </p:grpSpPr>
        <p:sp>
          <p:nvSpPr>
            <p:cNvPr id="254" name="Google Shape;254;p38"/>
            <p:cNvSpPr/>
            <p:nvPr/>
          </p:nvSpPr>
          <p:spPr>
            <a:xfrm>
              <a:off x="3543300" y="1543050"/>
              <a:ext cx="1828800" cy="1828800"/>
            </a:xfrm>
            <a:prstGeom prst="ellipse">
              <a:avLst/>
            </a:prstGeom>
            <a:solidFill>
              <a:schemeClr val="accent6"/>
            </a:solid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ctr">
                <a:spcBef>
                  <a:spcPts val="0"/>
                </a:spcBef>
                <a:spcAft>
                  <a:spcPts val="0"/>
                </a:spcAft>
                <a:buNone/>
              </a:pPr>
              <a:r>
                <a:t/>
              </a:r>
              <a:endParaRPr b="1">
                <a:latin typeface="Roboto Slab"/>
                <a:ea typeface="Roboto Slab"/>
                <a:cs typeface="Roboto Slab"/>
                <a:sym typeface="Roboto Slab"/>
              </a:endParaRPr>
            </a:p>
            <a:p>
              <a:pPr indent="0" lvl="0" marL="0" rtl="0" algn="ctr">
                <a:spcBef>
                  <a:spcPts val="0"/>
                </a:spcBef>
                <a:spcAft>
                  <a:spcPts val="0"/>
                </a:spcAft>
                <a:buNone/>
              </a:pPr>
              <a:r>
                <a:t/>
              </a:r>
              <a:endParaRPr b="1">
                <a:latin typeface="Roboto Slab"/>
                <a:ea typeface="Roboto Slab"/>
                <a:cs typeface="Roboto Slab"/>
                <a:sym typeface="Roboto Slab"/>
              </a:endParaRPr>
            </a:p>
            <a:p>
              <a:pPr indent="0" lvl="0" marL="0" rtl="0" algn="ctr">
                <a:spcBef>
                  <a:spcPts val="0"/>
                </a:spcBef>
                <a:spcAft>
                  <a:spcPts val="0"/>
                </a:spcAft>
                <a:buNone/>
              </a:pPr>
              <a:r>
                <a:rPr b="1" lang="en" sz="1050">
                  <a:latin typeface="Roboto Slab"/>
                  <a:ea typeface="Roboto Slab"/>
                  <a:cs typeface="Roboto Slab"/>
                  <a:sym typeface="Roboto Slab"/>
                </a:rPr>
                <a:t>Open i</a:t>
              </a:r>
              <a:r>
                <a:rPr b="1" lang="en" sz="1050">
                  <a:latin typeface="Roboto Slab"/>
                  <a:ea typeface="Roboto Slab"/>
                  <a:cs typeface="Roboto Slab"/>
                  <a:sym typeface="Roboto Slab"/>
                </a:rPr>
                <a:t>ndustrial-grade technology platforms and agile </a:t>
              </a:r>
              <a:r>
                <a:rPr b="1" lang="en" sz="1050">
                  <a:latin typeface="Roboto Slab"/>
                  <a:ea typeface="Roboto Slab"/>
                  <a:cs typeface="Roboto Slab"/>
                  <a:sym typeface="Roboto Slab"/>
                </a:rPr>
                <a:t>specifications</a:t>
              </a:r>
              <a:endParaRPr b="1" sz="1050">
                <a:latin typeface="Roboto Slab"/>
                <a:ea typeface="Roboto Slab"/>
                <a:cs typeface="Roboto Slab"/>
                <a:sym typeface="Roboto Slab"/>
              </a:endParaRPr>
            </a:p>
          </p:txBody>
        </p:sp>
        <p:pic>
          <p:nvPicPr>
            <p:cNvPr id="255" name="Google Shape;255;p38"/>
            <p:cNvPicPr preferRelativeResize="0"/>
            <p:nvPr/>
          </p:nvPicPr>
          <p:blipFill>
            <a:blip r:embed="rId7">
              <a:alphaModFix/>
            </a:blip>
            <a:stretch>
              <a:fillRect/>
            </a:stretch>
          </p:blipFill>
          <p:spPr>
            <a:xfrm>
              <a:off x="3781188" y="1897601"/>
              <a:ext cx="1353024" cy="206800"/>
            </a:xfrm>
            <a:prstGeom prst="rect">
              <a:avLst/>
            </a:prstGeom>
            <a:noFill/>
            <a:ln>
              <a:noFill/>
            </a:ln>
          </p:spPr>
        </p:pic>
      </p:grpSp>
    </p:spTree>
  </p:cSld>
  <p:clrMapOvr>
    <a:masterClrMapping/>
  </p:clrMapOvr>
</p:sld>
</file>

<file path=ppt/slides/slide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60" name="Shape 260"/>
        <p:cNvGrpSpPr/>
        <p:nvPr/>
      </p:nvGrpSpPr>
      <p:grpSpPr>
        <a:xfrm>
          <a:off x="0" y="0"/>
          <a:ext cx="0" cy="0"/>
          <a:chOff x="0" y="0"/>
          <a:chExt cx="0" cy="0"/>
        </a:xfrm>
      </p:grpSpPr>
      <p:sp>
        <p:nvSpPr>
          <p:cNvPr id="261" name="Google Shape;261;p39"/>
          <p:cNvSpPr txBox="1"/>
          <p:nvPr>
            <p:ph type="ctrTitle"/>
          </p:nvPr>
        </p:nvSpPr>
        <p:spPr>
          <a:xfrm>
            <a:off x="302566" y="1322006"/>
            <a:ext cx="3198300" cy="1894500"/>
          </a:xfrm>
          <a:prstGeom prst="rect">
            <a:avLst/>
          </a:prstGeom>
        </p:spPr>
        <p:txBody>
          <a:bodyPr anchorCtr="0" anchor="t" bIns="91425" lIns="91425" spcFirstLastPara="1" rIns="91425" wrap="square" tIns="91425">
            <a:normAutofit/>
          </a:bodyPr>
          <a:lstStyle/>
          <a:p>
            <a:pPr indent="0" lvl="0" marL="0" rtl="0" algn="ctr">
              <a:spcBef>
                <a:spcPts val="0"/>
              </a:spcBef>
              <a:spcAft>
                <a:spcPts val="0"/>
              </a:spcAft>
              <a:buNone/>
            </a:pPr>
            <a:r>
              <a:rPr lang="en" sz="3800"/>
              <a:t>Members</a:t>
            </a:r>
            <a:endParaRPr sz="3800"/>
          </a:p>
        </p:txBody>
      </p:sp>
      <p:pic>
        <p:nvPicPr>
          <p:cNvPr id="262" name="Google Shape;262;p39"/>
          <p:cNvPicPr preferRelativeResize="0"/>
          <p:nvPr/>
        </p:nvPicPr>
        <p:blipFill>
          <a:blip r:embed="rId3">
            <a:alphaModFix/>
          </a:blip>
          <a:stretch>
            <a:fillRect/>
          </a:stretch>
        </p:blipFill>
        <p:spPr>
          <a:xfrm>
            <a:off x="4000500" y="0"/>
            <a:ext cx="5143501" cy="5143501"/>
          </a:xfrm>
          <a:prstGeom prst="rect">
            <a:avLst/>
          </a:prstGeom>
          <a:noFill/>
          <a:ln>
            <a:noFill/>
          </a:ln>
        </p:spPr>
      </p:pic>
    </p:spTree>
  </p:cSld>
  <p:clrMapOvr>
    <a:masterClrMapping/>
  </p:clrMapOvr>
</p:sld>
</file>

<file path=ppt/slides/slide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66" name="Shape 266"/>
        <p:cNvGrpSpPr/>
        <p:nvPr/>
      </p:nvGrpSpPr>
      <p:grpSpPr>
        <a:xfrm>
          <a:off x="0" y="0"/>
          <a:ext cx="0" cy="0"/>
          <a:chOff x="0" y="0"/>
          <a:chExt cx="0" cy="0"/>
        </a:xfrm>
      </p:grpSpPr>
      <p:sp>
        <p:nvSpPr>
          <p:cNvPr id="267" name="Google Shape;267;p40"/>
          <p:cNvSpPr txBox="1"/>
          <p:nvPr>
            <p:ph type="title"/>
          </p:nvPr>
        </p:nvSpPr>
        <p:spPr>
          <a:xfrm>
            <a:off x="311700" y="410000"/>
            <a:ext cx="8520600" cy="6078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Project Landscape</a:t>
            </a:r>
            <a:endParaRPr/>
          </a:p>
        </p:txBody>
      </p:sp>
      <p:pic>
        <p:nvPicPr>
          <p:cNvPr id="268" name="Google Shape;268;p40"/>
          <p:cNvPicPr preferRelativeResize="0"/>
          <p:nvPr/>
        </p:nvPicPr>
        <p:blipFill>
          <a:blip r:embed="rId3">
            <a:alphaModFix/>
          </a:blip>
          <a:stretch>
            <a:fillRect/>
          </a:stretch>
        </p:blipFill>
        <p:spPr>
          <a:xfrm>
            <a:off x="0" y="1017800"/>
            <a:ext cx="9143998" cy="3817526"/>
          </a:xfrm>
          <a:prstGeom prst="rect">
            <a:avLst/>
          </a:prstGeom>
          <a:noFill/>
          <a:ln>
            <a:noFill/>
          </a:ln>
        </p:spPr>
      </p:pic>
    </p:spTree>
  </p:cSld>
  <p:clrMapOvr>
    <a:masterClrMapping/>
  </p:clrMapOvr>
</p:sld>
</file>

<file path=ppt/slides/slide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72" name="Shape 272"/>
        <p:cNvGrpSpPr/>
        <p:nvPr/>
      </p:nvGrpSpPr>
      <p:grpSpPr>
        <a:xfrm>
          <a:off x="0" y="0"/>
          <a:ext cx="0" cy="0"/>
          <a:chOff x="0" y="0"/>
          <a:chExt cx="0" cy="0"/>
        </a:xfrm>
      </p:grpSpPr>
      <p:sp>
        <p:nvSpPr>
          <p:cNvPr id="273" name="Google Shape;273;p41"/>
          <p:cNvSpPr txBox="1"/>
          <p:nvPr>
            <p:ph type="ctrTitle"/>
          </p:nvPr>
        </p:nvSpPr>
        <p:spPr>
          <a:xfrm>
            <a:off x="598100" y="1226378"/>
            <a:ext cx="5533500" cy="1894500"/>
          </a:xfrm>
          <a:prstGeom prst="rect">
            <a:avLst/>
          </a:prstGeom>
        </p:spPr>
        <p:txBody>
          <a:bodyPr anchorCtr="0" anchor="t" bIns="91425" lIns="91425" spcFirstLastPara="1" rIns="91425" wrap="square" tIns="91425">
            <a:normAutofit/>
          </a:bodyPr>
          <a:lstStyle/>
          <a:p>
            <a:pPr indent="0" lvl="0" marL="0" rtl="0" algn="l">
              <a:spcBef>
                <a:spcPts val="0"/>
              </a:spcBef>
              <a:spcAft>
                <a:spcPts val="0"/>
              </a:spcAft>
              <a:buNone/>
            </a:pPr>
            <a:r>
              <a:rPr lang="en"/>
              <a:t>Membership</a:t>
            </a:r>
            <a:endParaRPr/>
          </a:p>
        </p:txBody>
      </p:sp>
      <p:sp>
        <p:nvSpPr>
          <p:cNvPr id="274" name="Google Shape;274;p41"/>
          <p:cNvSpPr txBox="1"/>
          <p:nvPr>
            <p:ph idx="1" type="subTitle"/>
          </p:nvPr>
        </p:nvSpPr>
        <p:spPr>
          <a:xfrm>
            <a:off x="598088" y="2715913"/>
            <a:ext cx="8222100" cy="432900"/>
          </a:xfrm>
          <a:prstGeom prst="rect">
            <a:avLst/>
          </a:prstGeom>
        </p:spPr>
        <p:txBody>
          <a:bodyPr anchorCtr="0" anchor="t" bIns="91425" lIns="91425" spcFirstLastPara="1" rIns="91425" wrap="square" tIns="91425">
            <a:normAutofit fontScale="92500" lnSpcReduction="20000"/>
          </a:bodyPr>
          <a:lstStyle/>
          <a:p>
            <a:pPr indent="0" lvl="0" marL="0" rtl="0" algn="l">
              <a:spcBef>
                <a:spcPts val="0"/>
              </a:spcBef>
              <a:spcAft>
                <a:spcPts val="0"/>
              </a:spcAft>
              <a:buNone/>
            </a:pPr>
            <a:r>
              <a:t/>
            </a:r>
            <a:endParaRPr/>
          </a:p>
        </p:txBody>
      </p:sp>
    </p:spTree>
  </p:cSld>
  <p:clrMapOvr>
    <a:masterClrMapping/>
  </p:clrMapOvr>
</p:sld>
</file>

<file path=ppt/slides/slide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78" name="Shape 278"/>
        <p:cNvGrpSpPr/>
        <p:nvPr/>
      </p:nvGrpSpPr>
      <p:grpSpPr>
        <a:xfrm>
          <a:off x="0" y="0"/>
          <a:ext cx="0" cy="0"/>
          <a:chOff x="0" y="0"/>
          <a:chExt cx="0" cy="0"/>
        </a:xfrm>
      </p:grpSpPr>
      <p:sp>
        <p:nvSpPr>
          <p:cNvPr id="279" name="Google Shape;279;p42"/>
          <p:cNvSpPr txBox="1"/>
          <p:nvPr/>
        </p:nvSpPr>
        <p:spPr>
          <a:xfrm>
            <a:off x="3047988" y="1609150"/>
            <a:ext cx="3048000" cy="1179300"/>
          </a:xfrm>
          <a:prstGeom prst="rect">
            <a:avLst/>
          </a:prstGeom>
          <a:noFill/>
          <a:ln>
            <a:noFill/>
          </a:ln>
        </p:spPr>
        <p:txBody>
          <a:bodyPr anchorCtr="0" anchor="t" bIns="91425" lIns="91425" spcFirstLastPara="1" rIns="91425" wrap="square" tIns="91425">
            <a:noAutofit/>
          </a:bodyPr>
          <a:lstStyle/>
          <a:p>
            <a:pPr indent="0" lvl="0" marL="0" rtl="0" algn="ctr">
              <a:spcBef>
                <a:spcPts val="0"/>
              </a:spcBef>
              <a:spcAft>
                <a:spcPts val="0"/>
              </a:spcAft>
              <a:buNone/>
            </a:pPr>
            <a:r>
              <a:rPr lang="en" sz="1000">
                <a:solidFill>
                  <a:schemeClr val="dk2"/>
                </a:solidFill>
                <a:latin typeface="Roboto Slab Light"/>
                <a:ea typeface="Roboto Slab Light"/>
                <a:cs typeface="Roboto Slab Light"/>
                <a:sym typeface="Roboto Slab Light"/>
              </a:rPr>
              <a:t>“Driven by the needs of the energy transition, our digitalization roadmap is becoming titanic. While traditional software development models are failing to keep pace, being a strategic member of LF Energy has enabled us to pave the way for open source collaborations that meet our challenges.”</a:t>
            </a:r>
            <a:endParaRPr sz="1000">
              <a:solidFill>
                <a:schemeClr val="dk2"/>
              </a:solidFill>
              <a:latin typeface="Roboto Slab Light"/>
              <a:ea typeface="Roboto Slab Light"/>
              <a:cs typeface="Roboto Slab Light"/>
              <a:sym typeface="Roboto Slab Light"/>
            </a:endParaRPr>
          </a:p>
        </p:txBody>
      </p:sp>
      <p:sp>
        <p:nvSpPr>
          <p:cNvPr id="280" name="Google Shape;280;p42"/>
          <p:cNvSpPr txBox="1"/>
          <p:nvPr>
            <p:ph type="title"/>
          </p:nvPr>
        </p:nvSpPr>
        <p:spPr>
          <a:xfrm>
            <a:off x="311700" y="410000"/>
            <a:ext cx="8520600" cy="6078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Why we joined LF Energy…</a:t>
            </a:r>
            <a:endParaRPr/>
          </a:p>
        </p:txBody>
      </p:sp>
      <p:pic>
        <p:nvPicPr>
          <p:cNvPr id="281" name="Google Shape;281;p42"/>
          <p:cNvPicPr preferRelativeResize="0"/>
          <p:nvPr/>
        </p:nvPicPr>
        <p:blipFill>
          <a:blip r:embed="rId3">
            <a:alphaModFix/>
          </a:blip>
          <a:stretch>
            <a:fillRect/>
          </a:stretch>
        </p:blipFill>
        <p:spPr>
          <a:xfrm>
            <a:off x="917600" y="1207650"/>
            <a:ext cx="1212800" cy="401500"/>
          </a:xfrm>
          <a:prstGeom prst="rect">
            <a:avLst/>
          </a:prstGeom>
          <a:noFill/>
          <a:ln>
            <a:noFill/>
          </a:ln>
        </p:spPr>
      </p:pic>
      <p:sp>
        <p:nvSpPr>
          <p:cNvPr id="282" name="Google Shape;282;p42"/>
          <p:cNvSpPr txBox="1"/>
          <p:nvPr/>
        </p:nvSpPr>
        <p:spPr>
          <a:xfrm>
            <a:off x="0" y="1609150"/>
            <a:ext cx="3048000" cy="1179300"/>
          </a:xfrm>
          <a:prstGeom prst="rect">
            <a:avLst/>
          </a:prstGeom>
          <a:noFill/>
          <a:ln>
            <a:noFill/>
          </a:ln>
        </p:spPr>
        <p:txBody>
          <a:bodyPr anchorCtr="0" anchor="t" bIns="91425" lIns="91425" spcFirstLastPara="1" rIns="91425" wrap="square" tIns="91425">
            <a:noAutofit/>
          </a:bodyPr>
          <a:lstStyle/>
          <a:p>
            <a:pPr indent="0" lvl="0" marL="0" rtl="0" algn="ctr">
              <a:spcBef>
                <a:spcPts val="0"/>
              </a:spcBef>
              <a:spcAft>
                <a:spcPts val="0"/>
              </a:spcAft>
              <a:buNone/>
            </a:pPr>
            <a:r>
              <a:rPr lang="en" sz="1000">
                <a:solidFill>
                  <a:schemeClr val="dk2"/>
                </a:solidFill>
                <a:latin typeface="Roboto Slab Light"/>
                <a:ea typeface="Roboto Slab Light"/>
                <a:cs typeface="Roboto Slab Light"/>
                <a:sym typeface="Roboto Slab Light"/>
              </a:rPr>
              <a:t>“Joining the LF Energy ecosystem will help Hydro-Québec in its innovation process to better respond to the energy transition, while sharing its know-how and expertise with the energy market and helping to decarbonize it.”</a:t>
            </a:r>
            <a:endParaRPr sz="1000">
              <a:solidFill>
                <a:schemeClr val="dk2"/>
              </a:solidFill>
              <a:latin typeface="Roboto Slab Light"/>
              <a:ea typeface="Roboto Slab Light"/>
              <a:cs typeface="Roboto Slab Light"/>
              <a:sym typeface="Roboto Slab Light"/>
            </a:endParaRPr>
          </a:p>
        </p:txBody>
      </p:sp>
      <p:pic>
        <p:nvPicPr>
          <p:cNvPr id="283" name="Google Shape;283;p42"/>
          <p:cNvPicPr preferRelativeResize="0"/>
          <p:nvPr/>
        </p:nvPicPr>
        <p:blipFill>
          <a:blip r:embed="rId4">
            <a:alphaModFix/>
          </a:blip>
          <a:stretch>
            <a:fillRect/>
          </a:stretch>
        </p:blipFill>
        <p:spPr>
          <a:xfrm>
            <a:off x="4325462" y="1161862"/>
            <a:ext cx="493074" cy="493074"/>
          </a:xfrm>
          <a:prstGeom prst="rect">
            <a:avLst/>
          </a:prstGeom>
          <a:noFill/>
          <a:ln>
            <a:noFill/>
          </a:ln>
        </p:spPr>
      </p:pic>
      <p:sp>
        <p:nvSpPr>
          <p:cNvPr id="284" name="Google Shape;284;p42"/>
          <p:cNvSpPr txBox="1"/>
          <p:nvPr/>
        </p:nvSpPr>
        <p:spPr>
          <a:xfrm>
            <a:off x="6095975" y="1609150"/>
            <a:ext cx="3048000" cy="1179300"/>
          </a:xfrm>
          <a:prstGeom prst="rect">
            <a:avLst/>
          </a:prstGeom>
          <a:noFill/>
          <a:ln>
            <a:noFill/>
          </a:ln>
        </p:spPr>
        <p:txBody>
          <a:bodyPr anchorCtr="0" anchor="t" bIns="91425" lIns="91425" spcFirstLastPara="1" rIns="91425" wrap="square" tIns="91425">
            <a:noAutofit/>
          </a:bodyPr>
          <a:lstStyle/>
          <a:p>
            <a:pPr indent="0" lvl="0" marL="0" rtl="0" algn="ctr">
              <a:spcBef>
                <a:spcPts val="0"/>
              </a:spcBef>
              <a:spcAft>
                <a:spcPts val="0"/>
              </a:spcAft>
              <a:buNone/>
            </a:pPr>
            <a:r>
              <a:rPr lang="en" sz="1000">
                <a:solidFill>
                  <a:schemeClr val="dk2"/>
                </a:solidFill>
                <a:latin typeface="Roboto Slab Light"/>
                <a:ea typeface="Roboto Slab Light"/>
                <a:cs typeface="Roboto Slab Light"/>
                <a:sym typeface="Roboto Slab Light"/>
              </a:rPr>
              <a:t>“Collaboration and partnerships are central to our digital strategy. As a member of LF Energy, we can expand our open source efforts, leverage the Linux Foundation's expertise in Open Source, and share knowledge and resources across the industry and academia for a greater collective impact.”</a:t>
            </a:r>
            <a:endParaRPr sz="1000">
              <a:solidFill>
                <a:schemeClr val="dk2"/>
              </a:solidFill>
              <a:latin typeface="Roboto Slab Light"/>
              <a:ea typeface="Roboto Slab Light"/>
              <a:cs typeface="Roboto Slab Light"/>
              <a:sym typeface="Roboto Slab Light"/>
            </a:endParaRPr>
          </a:p>
        </p:txBody>
      </p:sp>
      <p:pic>
        <p:nvPicPr>
          <p:cNvPr id="285" name="Google Shape;285;p42"/>
          <p:cNvPicPr preferRelativeResize="0"/>
          <p:nvPr/>
        </p:nvPicPr>
        <p:blipFill rotWithShape="1">
          <a:blip r:embed="rId5">
            <a:alphaModFix/>
          </a:blip>
          <a:srcRect b="30324" l="0" r="0" t="31874"/>
          <a:stretch/>
        </p:blipFill>
        <p:spPr>
          <a:xfrm>
            <a:off x="7088912" y="1207638"/>
            <a:ext cx="1062139" cy="401499"/>
          </a:xfrm>
          <a:prstGeom prst="rect">
            <a:avLst/>
          </a:prstGeom>
          <a:noFill/>
          <a:ln>
            <a:noFill/>
          </a:ln>
        </p:spPr>
      </p:pic>
      <p:pic>
        <p:nvPicPr>
          <p:cNvPr id="286" name="Google Shape;286;p42"/>
          <p:cNvPicPr preferRelativeResize="0"/>
          <p:nvPr/>
        </p:nvPicPr>
        <p:blipFill>
          <a:blip r:embed="rId6">
            <a:alphaModFix/>
          </a:blip>
          <a:stretch>
            <a:fillRect/>
          </a:stretch>
        </p:blipFill>
        <p:spPr>
          <a:xfrm>
            <a:off x="508525" y="2845275"/>
            <a:ext cx="1905635" cy="374775"/>
          </a:xfrm>
          <a:prstGeom prst="rect">
            <a:avLst/>
          </a:prstGeom>
          <a:noFill/>
          <a:ln>
            <a:noFill/>
          </a:ln>
        </p:spPr>
      </p:pic>
      <p:sp>
        <p:nvSpPr>
          <p:cNvPr id="287" name="Google Shape;287;p42"/>
          <p:cNvSpPr txBox="1"/>
          <p:nvPr/>
        </p:nvSpPr>
        <p:spPr>
          <a:xfrm>
            <a:off x="0" y="3276875"/>
            <a:ext cx="3048000" cy="1179300"/>
          </a:xfrm>
          <a:prstGeom prst="rect">
            <a:avLst/>
          </a:prstGeom>
          <a:noFill/>
          <a:ln>
            <a:noFill/>
          </a:ln>
        </p:spPr>
        <p:txBody>
          <a:bodyPr anchorCtr="0" anchor="t" bIns="91425" lIns="91425" spcFirstLastPara="1" rIns="91425" wrap="square" tIns="91425">
            <a:noAutofit/>
          </a:bodyPr>
          <a:lstStyle/>
          <a:p>
            <a:pPr indent="0" lvl="0" marL="0" rtl="0" algn="ctr">
              <a:spcBef>
                <a:spcPts val="0"/>
              </a:spcBef>
              <a:spcAft>
                <a:spcPts val="0"/>
              </a:spcAft>
              <a:buNone/>
            </a:pPr>
            <a:r>
              <a:rPr lang="en" sz="1000">
                <a:solidFill>
                  <a:schemeClr val="dk2"/>
                </a:solidFill>
                <a:latin typeface="Roboto Slab Light"/>
                <a:ea typeface="Roboto Slab Light"/>
                <a:cs typeface="Roboto Slab Light"/>
                <a:sym typeface="Roboto Slab Light"/>
              </a:rPr>
              <a:t>“LF Energy has been a huge benefit in supporting the EVerest community with knowledge of open source best practices, legal and marketing support, as well as many exciting networking opportunities in the energy industry.”</a:t>
            </a:r>
            <a:endParaRPr sz="1000">
              <a:solidFill>
                <a:schemeClr val="dk2"/>
              </a:solidFill>
              <a:latin typeface="Roboto Slab Light"/>
              <a:ea typeface="Roboto Slab Light"/>
              <a:cs typeface="Roboto Slab Light"/>
              <a:sym typeface="Roboto Slab Light"/>
            </a:endParaRPr>
          </a:p>
        </p:txBody>
      </p:sp>
      <p:pic>
        <p:nvPicPr>
          <p:cNvPr id="288" name="Google Shape;288;p42"/>
          <p:cNvPicPr preferRelativeResize="0"/>
          <p:nvPr/>
        </p:nvPicPr>
        <p:blipFill>
          <a:blip r:embed="rId7">
            <a:alphaModFix/>
          </a:blip>
          <a:stretch>
            <a:fillRect/>
          </a:stretch>
        </p:blipFill>
        <p:spPr>
          <a:xfrm>
            <a:off x="4133703" y="2786124"/>
            <a:ext cx="876575" cy="493076"/>
          </a:xfrm>
          <a:prstGeom prst="rect">
            <a:avLst/>
          </a:prstGeom>
          <a:noFill/>
          <a:ln>
            <a:noFill/>
          </a:ln>
        </p:spPr>
      </p:pic>
      <p:sp>
        <p:nvSpPr>
          <p:cNvPr id="289" name="Google Shape;289;p42"/>
          <p:cNvSpPr txBox="1"/>
          <p:nvPr/>
        </p:nvSpPr>
        <p:spPr>
          <a:xfrm>
            <a:off x="3047988" y="3349700"/>
            <a:ext cx="3048000" cy="1179300"/>
          </a:xfrm>
          <a:prstGeom prst="rect">
            <a:avLst/>
          </a:prstGeom>
          <a:noFill/>
          <a:ln>
            <a:noFill/>
          </a:ln>
        </p:spPr>
        <p:txBody>
          <a:bodyPr anchorCtr="0" anchor="t" bIns="91425" lIns="91425" spcFirstLastPara="1" rIns="91425" wrap="square" tIns="91425">
            <a:noAutofit/>
          </a:bodyPr>
          <a:lstStyle/>
          <a:p>
            <a:pPr indent="0" lvl="0" marL="0" rtl="0" algn="ctr">
              <a:spcBef>
                <a:spcPts val="0"/>
              </a:spcBef>
              <a:spcAft>
                <a:spcPts val="0"/>
              </a:spcAft>
              <a:buNone/>
            </a:pPr>
            <a:r>
              <a:rPr lang="en" sz="1000">
                <a:solidFill>
                  <a:schemeClr val="dk2"/>
                </a:solidFill>
                <a:latin typeface="Roboto Slab Light"/>
                <a:ea typeface="Roboto Slab Light"/>
                <a:cs typeface="Roboto Slab Light"/>
                <a:sym typeface="Roboto Slab Light"/>
              </a:rPr>
              <a:t>“We’re seeing not only from inside but also from people wanting to work for Shell that they want to work in an open source way, they want to work with tools like that, be a part of a community like LF Energy.”</a:t>
            </a:r>
            <a:endParaRPr sz="1000">
              <a:solidFill>
                <a:schemeClr val="dk2"/>
              </a:solidFill>
              <a:latin typeface="Roboto Slab Light"/>
              <a:ea typeface="Roboto Slab Light"/>
              <a:cs typeface="Roboto Slab Light"/>
              <a:sym typeface="Roboto Slab Light"/>
            </a:endParaRPr>
          </a:p>
        </p:txBody>
      </p:sp>
      <p:sp>
        <p:nvSpPr>
          <p:cNvPr id="290" name="Google Shape;290;p42"/>
          <p:cNvSpPr txBox="1"/>
          <p:nvPr/>
        </p:nvSpPr>
        <p:spPr>
          <a:xfrm>
            <a:off x="6095963" y="3349700"/>
            <a:ext cx="3048000" cy="1179300"/>
          </a:xfrm>
          <a:prstGeom prst="rect">
            <a:avLst/>
          </a:prstGeom>
          <a:noFill/>
          <a:ln>
            <a:noFill/>
          </a:ln>
        </p:spPr>
        <p:txBody>
          <a:bodyPr anchorCtr="0" anchor="t" bIns="91425" lIns="91425" spcFirstLastPara="1" rIns="91425" wrap="square" tIns="91425">
            <a:noAutofit/>
          </a:bodyPr>
          <a:lstStyle/>
          <a:p>
            <a:pPr indent="0" lvl="0" marL="0" rtl="0" algn="ctr">
              <a:spcBef>
                <a:spcPts val="0"/>
              </a:spcBef>
              <a:spcAft>
                <a:spcPts val="0"/>
              </a:spcAft>
              <a:buNone/>
            </a:pPr>
            <a:r>
              <a:rPr lang="en" sz="1000">
                <a:solidFill>
                  <a:schemeClr val="dk2"/>
                </a:solidFill>
                <a:latin typeface="Roboto Slab Light"/>
                <a:ea typeface="Roboto Slab Light"/>
                <a:cs typeface="Roboto Slab Light"/>
                <a:sym typeface="Roboto Slab Light"/>
              </a:rPr>
              <a:t>“Simply utilizing open source is not enough. We are committed to actively contributing back, sharing our code with the world, and fostering the growth of the open source landscape. This is why Welotec has joined LF Energy.”</a:t>
            </a:r>
            <a:endParaRPr sz="1000">
              <a:solidFill>
                <a:schemeClr val="dk2"/>
              </a:solidFill>
              <a:latin typeface="Roboto Slab Light"/>
              <a:ea typeface="Roboto Slab Light"/>
              <a:cs typeface="Roboto Slab Light"/>
              <a:sym typeface="Roboto Slab Light"/>
            </a:endParaRPr>
          </a:p>
        </p:txBody>
      </p:sp>
      <p:pic>
        <p:nvPicPr>
          <p:cNvPr id="291" name="Google Shape;291;p42"/>
          <p:cNvPicPr preferRelativeResize="0"/>
          <p:nvPr/>
        </p:nvPicPr>
        <p:blipFill>
          <a:blip r:embed="rId8">
            <a:alphaModFix/>
          </a:blip>
          <a:stretch>
            <a:fillRect/>
          </a:stretch>
        </p:blipFill>
        <p:spPr>
          <a:xfrm>
            <a:off x="6819025" y="2877813"/>
            <a:ext cx="1601896" cy="309700"/>
          </a:xfrm>
          <a:prstGeom prst="rect">
            <a:avLst/>
          </a:prstGeom>
          <a:noFill/>
          <a:ln>
            <a:noFill/>
          </a:ln>
        </p:spPr>
      </p:pic>
    </p:spTree>
  </p:cSld>
  <p:clrMapOvr>
    <a:masterClrMapping/>
  </p:clrMapOvr>
</p:sld>
</file>

<file path=ppt/slides/slide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95" name="Shape 295"/>
        <p:cNvGrpSpPr/>
        <p:nvPr/>
      </p:nvGrpSpPr>
      <p:grpSpPr>
        <a:xfrm>
          <a:off x="0" y="0"/>
          <a:ext cx="0" cy="0"/>
          <a:chOff x="0" y="0"/>
          <a:chExt cx="0" cy="0"/>
        </a:xfrm>
      </p:grpSpPr>
      <p:sp>
        <p:nvSpPr>
          <p:cNvPr id="296" name="Google Shape;296;p43"/>
          <p:cNvSpPr txBox="1"/>
          <p:nvPr>
            <p:ph type="title"/>
          </p:nvPr>
        </p:nvSpPr>
        <p:spPr>
          <a:xfrm>
            <a:off x="311700" y="410000"/>
            <a:ext cx="8520600" cy="6078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Member Benefits Overview</a:t>
            </a:r>
            <a:endParaRPr/>
          </a:p>
        </p:txBody>
      </p:sp>
      <p:sp>
        <p:nvSpPr>
          <p:cNvPr id="297" name="Google Shape;297;p43"/>
          <p:cNvSpPr txBox="1"/>
          <p:nvPr>
            <p:ph idx="1" type="body"/>
          </p:nvPr>
        </p:nvSpPr>
        <p:spPr>
          <a:xfrm>
            <a:off x="280350" y="1266450"/>
            <a:ext cx="8520600" cy="3339000"/>
          </a:xfrm>
          <a:prstGeom prst="rect">
            <a:avLst/>
          </a:prstGeom>
        </p:spPr>
        <p:txBody>
          <a:bodyPr anchorCtr="0" anchor="t" bIns="91425" lIns="91425" spcFirstLastPara="1" rIns="91425" wrap="square" tIns="91425">
            <a:normAutofit/>
          </a:bodyPr>
          <a:lstStyle/>
          <a:p>
            <a:pPr indent="0" lvl="0" marL="0" rtl="0" algn="l">
              <a:spcBef>
                <a:spcPts val="0"/>
              </a:spcBef>
              <a:spcAft>
                <a:spcPts val="0"/>
              </a:spcAft>
              <a:buNone/>
            </a:pPr>
            <a:r>
              <a:rPr lang="en" sz="1600"/>
              <a:t>Anyone can participate in an LF Energy project, but only members get access to…</a:t>
            </a:r>
            <a:endParaRPr sz="1600"/>
          </a:p>
        </p:txBody>
      </p:sp>
      <p:graphicFrame>
        <p:nvGraphicFramePr>
          <p:cNvPr id="298" name="Google Shape;298;p43"/>
          <p:cNvGraphicFramePr/>
          <p:nvPr/>
        </p:nvGraphicFramePr>
        <p:xfrm>
          <a:off x="0" y="1684325"/>
          <a:ext cx="3000000" cy="3000000"/>
        </p:xfrm>
        <a:graphic>
          <a:graphicData uri="http://schemas.openxmlformats.org/drawingml/2006/table">
            <a:tbl>
              <a:tblPr>
                <a:noFill/>
                <a:tableStyleId>{1BFDC143-97BD-4B04-8F61-2EA9569F8B6A}</a:tableStyleId>
              </a:tblPr>
              <a:tblGrid>
                <a:gridCol w="1828800"/>
                <a:gridCol w="1828800"/>
                <a:gridCol w="1828800"/>
                <a:gridCol w="1828800"/>
                <a:gridCol w="1828800"/>
              </a:tblGrid>
              <a:tr h="1343150">
                <a:tc>
                  <a:txBody>
                    <a:bodyPr/>
                    <a:lstStyle/>
                    <a:p>
                      <a:pPr indent="0" lvl="0" marL="0" rtl="0" algn="ctr">
                        <a:spcBef>
                          <a:spcPts val="0"/>
                        </a:spcBef>
                        <a:spcAft>
                          <a:spcPts val="0"/>
                        </a:spcAft>
                        <a:buNone/>
                      </a:pPr>
                      <a:r>
                        <a:rPr b="1" lang="en" sz="1000">
                          <a:latin typeface="Roboto"/>
                          <a:ea typeface="Roboto"/>
                          <a:cs typeface="Roboto"/>
                          <a:sym typeface="Roboto"/>
                        </a:rPr>
                        <a:t>Access and Networking</a:t>
                      </a:r>
                      <a:endParaRPr b="1" sz="1000">
                        <a:latin typeface="Roboto"/>
                        <a:ea typeface="Roboto"/>
                        <a:cs typeface="Roboto"/>
                        <a:sym typeface="Roboto"/>
                      </a:endParaRPr>
                    </a:p>
                    <a:p>
                      <a:pPr indent="0" lvl="0" marL="0" rtl="0" algn="ctr">
                        <a:spcBef>
                          <a:spcPts val="0"/>
                        </a:spcBef>
                        <a:spcAft>
                          <a:spcPts val="0"/>
                        </a:spcAft>
                        <a:buNone/>
                      </a:pPr>
                      <a:r>
                        <a:t/>
                      </a:r>
                      <a:endParaRPr sz="1000">
                        <a:latin typeface="Roboto"/>
                        <a:ea typeface="Roboto"/>
                        <a:cs typeface="Roboto"/>
                        <a:sym typeface="Roboto"/>
                      </a:endParaRPr>
                    </a:p>
                    <a:p>
                      <a:pPr indent="0" lvl="0" marL="0" rtl="0" algn="ctr">
                        <a:spcBef>
                          <a:spcPts val="0"/>
                        </a:spcBef>
                        <a:spcAft>
                          <a:spcPts val="0"/>
                        </a:spcAft>
                        <a:buNone/>
                      </a:pPr>
                      <a:r>
                        <a:rPr lang="en" sz="1000">
                          <a:latin typeface="Roboto"/>
                          <a:ea typeface="Roboto"/>
                          <a:cs typeface="Roboto"/>
                          <a:sym typeface="Roboto"/>
                        </a:rPr>
                        <a:t>Access to thought leaders and peers through discounted access and members-only events.</a:t>
                      </a:r>
                      <a:endParaRPr sz="1000">
                        <a:latin typeface="Roboto"/>
                        <a:ea typeface="Roboto"/>
                        <a:cs typeface="Roboto"/>
                        <a:sym typeface="Roboto"/>
                      </a:endParaRPr>
                    </a:p>
                  </a:txBody>
                  <a:tcPr marT="91425" marB="91425" marR="91425" marL="91425">
                    <a:solidFill>
                      <a:schemeClr val="lt1"/>
                    </a:solidFill>
                  </a:tcPr>
                </a:tc>
                <a:tc>
                  <a:txBody>
                    <a:bodyPr/>
                    <a:lstStyle/>
                    <a:p>
                      <a:pPr indent="0" lvl="0" marL="0" rtl="0" algn="ctr">
                        <a:spcBef>
                          <a:spcPts val="0"/>
                        </a:spcBef>
                        <a:spcAft>
                          <a:spcPts val="0"/>
                        </a:spcAft>
                        <a:buNone/>
                      </a:pPr>
                      <a:r>
                        <a:rPr b="1" lang="en" sz="1000">
                          <a:latin typeface="Roboto"/>
                          <a:ea typeface="Roboto"/>
                          <a:cs typeface="Roboto"/>
                          <a:sym typeface="Roboto"/>
                        </a:rPr>
                        <a:t>Ecosystem Stability</a:t>
                      </a:r>
                      <a:endParaRPr b="1" sz="1000">
                        <a:latin typeface="Roboto"/>
                        <a:ea typeface="Roboto"/>
                        <a:cs typeface="Roboto"/>
                        <a:sym typeface="Roboto"/>
                      </a:endParaRPr>
                    </a:p>
                    <a:p>
                      <a:pPr indent="0" lvl="0" marL="0" rtl="0" algn="ctr">
                        <a:spcBef>
                          <a:spcPts val="0"/>
                        </a:spcBef>
                        <a:spcAft>
                          <a:spcPts val="0"/>
                        </a:spcAft>
                        <a:buNone/>
                      </a:pPr>
                      <a:r>
                        <a:t/>
                      </a:r>
                      <a:endParaRPr sz="1000">
                        <a:latin typeface="Roboto"/>
                        <a:ea typeface="Roboto"/>
                        <a:cs typeface="Roboto"/>
                        <a:sym typeface="Roboto"/>
                      </a:endParaRPr>
                    </a:p>
                    <a:p>
                      <a:pPr indent="0" lvl="0" marL="0" rtl="0" algn="ctr">
                        <a:spcBef>
                          <a:spcPts val="0"/>
                        </a:spcBef>
                        <a:spcAft>
                          <a:spcPts val="0"/>
                        </a:spcAft>
                        <a:buNone/>
                      </a:pPr>
                      <a:r>
                        <a:rPr lang="en" sz="1000">
                          <a:latin typeface="Roboto"/>
                          <a:ea typeface="Roboto"/>
                          <a:cs typeface="Roboto"/>
                          <a:sym typeface="Roboto"/>
                        </a:rPr>
                        <a:t>Mitigate risk by financially supporting the open source ecosystem that your organization relies upon, ensuring you can rely on it for decades to come.</a:t>
                      </a:r>
                      <a:endParaRPr sz="1000">
                        <a:latin typeface="Roboto"/>
                        <a:ea typeface="Roboto"/>
                        <a:cs typeface="Roboto"/>
                        <a:sym typeface="Roboto"/>
                      </a:endParaRPr>
                    </a:p>
                  </a:txBody>
                  <a:tcPr marT="91425" marB="91425" marR="91425" marL="91425">
                    <a:solidFill>
                      <a:schemeClr val="lt1"/>
                    </a:solidFill>
                  </a:tcPr>
                </a:tc>
                <a:tc>
                  <a:txBody>
                    <a:bodyPr/>
                    <a:lstStyle/>
                    <a:p>
                      <a:pPr indent="0" lvl="0" marL="0" rtl="0" algn="ctr">
                        <a:spcBef>
                          <a:spcPts val="0"/>
                        </a:spcBef>
                        <a:spcAft>
                          <a:spcPts val="0"/>
                        </a:spcAft>
                        <a:buNone/>
                      </a:pPr>
                      <a:r>
                        <a:rPr b="1" lang="en" sz="1000">
                          <a:latin typeface="Roboto"/>
                          <a:ea typeface="Roboto"/>
                          <a:cs typeface="Roboto"/>
                          <a:sym typeface="Roboto"/>
                        </a:rPr>
                        <a:t>Governance &amp; Legal</a:t>
                      </a:r>
                      <a:endParaRPr sz="1000">
                        <a:latin typeface="Roboto"/>
                        <a:ea typeface="Roboto"/>
                        <a:cs typeface="Roboto"/>
                        <a:sym typeface="Roboto"/>
                      </a:endParaRPr>
                    </a:p>
                    <a:p>
                      <a:pPr indent="0" lvl="0" marL="0" rtl="0" algn="ctr">
                        <a:spcBef>
                          <a:spcPts val="0"/>
                        </a:spcBef>
                        <a:spcAft>
                          <a:spcPts val="0"/>
                        </a:spcAft>
                        <a:buNone/>
                      </a:pPr>
                      <a:r>
                        <a:t/>
                      </a:r>
                      <a:endParaRPr sz="1000">
                        <a:latin typeface="Roboto"/>
                        <a:ea typeface="Roboto"/>
                        <a:cs typeface="Roboto"/>
                        <a:sym typeface="Roboto"/>
                      </a:endParaRPr>
                    </a:p>
                    <a:p>
                      <a:pPr indent="0" lvl="0" marL="0" rtl="0" algn="ctr">
                        <a:spcBef>
                          <a:spcPts val="0"/>
                        </a:spcBef>
                        <a:spcAft>
                          <a:spcPts val="0"/>
                        </a:spcAft>
                        <a:buNone/>
                      </a:pPr>
                      <a:r>
                        <a:rPr lang="en" sz="1000">
                          <a:latin typeface="Roboto"/>
                          <a:ea typeface="Roboto"/>
                          <a:cs typeface="Roboto"/>
                          <a:sym typeface="Roboto"/>
                        </a:rPr>
                        <a:t>Leverage LF Energy governance and legal support to enable highly regulated entities to safely collaborate in the open.</a:t>
                      </a:r>
                      <a:endParaRPr b="1" sz="1000">
                        <a:latin typeface="Roboto"/>
                        <a:ea typeface="Roboto"/>
                        <a:cs typeface="Roboto"/>
                        <a:sym typeface="Roboto"/>
                      </a:endParaRPr>
                    </a:p>
                  </a:txBody>
                  <a:tcPr marT="91425" marB="91425" marR="91425" marL="91425">
                    <a:solidFill>
                      <a:schemeClr val="lt1"/>
                    </a:solidFill>
                  </a:tcPr>
                </a:tc>
                <a:tc>
                  <a:txBody>
                    <a:bodyPr/>
                    <a:lstStyle/>
                    <a:p>
                      <a:pPr indent="0" lvl="0" marL="0" rtl="0" algn="ctr">
                        <a:spcBef>
                          <a:spcPts val="0"/>
                        </a:spcBef>
                        <a:spcAft>
                          <a:spcPts val="0"/>
                        </a:spcAft>
                        <a:buNone/>
                      </a:pPr>
                      <a:r>
                        <a:rPr b="1" lang="en" sz="1000">
                          <a:latin typeface="Roboto"/>
                          <a:ea typeface="Roboto"/>
                          <a:cs typeface="Roboto"/>
                          <a:sym typeface="Roboto"/>
                        </a:rPr>
                        <a:t>Marketing</a:t>
                      </a:r>
                      <a:endParaRPr sz="1000">
                        <a:latin typeface="Roboto"/>
                        <a:ea typeface="Roboto"/>
                        <a:cs typeface="Roboto"/>
                        <a:sym typeface="Roboto"/>
                      </a:endParaRPr>
                    </a:p>
                    <a:p>
                      <a:pPr indent="0" lvl="0" marL="0" rtl="0" algn="ctr">
                        <a:spcBef>
                          <a:spcPts val="0"/>
                        </a:spcBef>
                        <a:spcAft>
                          <a:spcPts val="0"/>
                        </a:spcAft>
                        <a:buNone/>
                      </a:pPr>
                      <a:r>
                        <a:t/>
                      </a:r>
                      <a:endParaRPr sz="1000">
                        <a:latin typeface="Roboto"/>
                        <a:ea typeface="Roboto"/>
                        <a:cs typeface="Roboto"/>
                        <a:sym typeface="Roboto"/>
                      </a:endParaRPr>
                    </a:p>
                    <a:p>
                      <a:pPr indent="0" lvl="0" marL="0" rtl="0" algn="ctr">
                        <a:spcBef>
                          <a:spcPts val="0"/>
                        </a:spcBef>
                        <a:spcAft>
                          <a:spcPts val="0"/>
                        </a:spcAft>
                        <a:buNone/>
                      </a:pPr>
                      <a:r>
                        <a:rPr lang="en" sz="1000">
                          <a:latin typeface="Roboto"/>
                          <a:ea typeface="Roboto"/>
                          <a:cs typeface="Roboto"/>
                          <a:sym typeface="Roboto"/>
                        </a:rPr>
                        <a:t>Leverage our community and platform to amplify your reach, connecting with customers and collaborators.</a:t>
                      </a:r>
                      <a:endParaRPr sz="1000">
                        <a:latin typeface="Roboto"/>
                        <a:ea typeface="Roboto"/>
                        <a:cs typeface="Roboto"/>
                        <a:sym typeface="Roboto"/>
                      </a:endParaRPr>
                    </a:p>
                    <a:p>
                      <a:pPr indent="0" lvl="0" marL="0" marR="0" rtl="0" algn="ctr">
                        <a:lnSpc>
                          <a:spcPct val="100000"/>
                        </a:lnSpc>
                        <a:spcBef>
                          <a:spcPts val="0"/>
                        </a:spcBef>
                        <a:spcAft>
                          <a:spcPts val="0"/>
                        </a:spcAft>
                        <a:buNone/>
                      </a:pPr>
                      <a:r>
                        <a:t/>
                      </a:r>
                      <a:endParaRPr sz="1000">
                        <a:latin typeface="Roboto"/>
                        <a:ea typeface="Roboto"/>
                        <a:cs typeface="Roboto"/>
                        <a:sym typeface="Roboto"/>
                      </a:endParaRPr>
                    </a:p>
                  </a:txBody>
                  <a:tcPr marT="91425" marB="91425" marR="91425" marL="91425">
                    <a:solidFill>
                      <a:schemeClr val="lt1"/>
                    </a:solidFill>
                  </a:tcPr>
                </a:tc>
                <a:tc>
                  <a:txBody>
                    <a:bodyPr/>
                    <a:lstStyle/>
                    <a:p>
                      <a:pPr indent="0" lvl="0" marL="0" rtl="0" algn="ctr">
                        <a:spcBef>
                          <a:spcPts val="0"/>
                        </a:spcBef>
                        <a:spcAft>
                          <a:spcPts val="0"/>
                        </a:spcAft>
                        <a:buNone/>
                      </a:pPr>
                      <a:r>
                        <a:rPr b="1" lang="en" sz="1000">
                          <a:latin typeface="Roboto"/>
                          <a:ea typeface="Roboto"/>
                          <a:cs typeface="Roboto"/>
                          <a:sym typeface="Roboto"/>
                        </a:rPr>
                        <a:t>Community Growth</a:t>
                      </a:r>
                      <a:endParaRPr sz="1000">
                        <a:latin typeface="Roboto"/>
                        <a:ea typeface="Roboto"/>
                        <a:cs typeface="Roboto"/>
                        <a:sym typeface="Roboto"/>
                      </a:endParaRPr>
                    </a:p>
                    <a:p>
                      <a:pPr indent="0" lvl="0" marL="0" rtl="0" algn="ctr">
                        <a:spcBef>
                          <a:spcPts val="0"/>
                        </a:spcBef>
                        <a:spcAft>
                          <a:spcPts val="0"/>
                        </a:spcAft>
                        <a:buNone/>
                      </a:pPr>
                      <a:r>
                        <a:t/>
                      </a:r>
                      <a:endParaRPr sz="1000">
                        <a:latin typeface="Roboto"/>
                        <a:ea typeface="Roboto"/>
                        <a:cs typeface="Roboto"/>
                        <a:sym typeface="Roboto"/>
                      </a:endParaRPr>
                    </a:p>
                    <a:p>
                      <a:pPr indent="0" lvl="0" marL="0" rtl="0" algn="ctr">
                        <a:spcBef>
                          <a:spcPts val="0"/>
                        </a:spcBef>
                        <a:spcAft>
                          <a:spcPts val="0"/>
                        </a:spcAft>
                        <a:buNone/>
                      </a:pPr>
                      <a:r>
                        <a:rPr lang="en" sz="1000">
                          <a:latin typeface="Roboto"/>
                          <a:ea typeface="Roboto"/>
                          <a:cs typeface="Roboto"/>
                          <a:sym typeface="Roboto"/>
                        </a:rPr>
                        <a:t>Scale your R&amp;D investments through collaborators and contributors found through the LF Energy community.</a:t>
                      </a:r>
                      <a:endParaRPr sz="1000">
                        <a:latin typeface="Roboto"/>
                        <a:ea typeface="Roboto"/>
                        <a:cs typeface="Roboto"/>
                        <a:sym typeface="Roboto"/>
                      </a:endParaRPr>
                    </a:p>
                  </a:txBody>
                  <a:tcPr marT="91425" marB="91425" marR="91425" marL="91425">
                    <a:solidFill>
                      <a:schemeClr val="lt1"/>
                    </a:solidFill>
                  </a:tcPr>
                </a:tc>
              </a:tr>
              <a:tr h="1343150">
                <a:tc>
                  <a:txBody>
                    <a:bodyPr/>
                    <a:lstStyle/>
                    <a:p>
                      <a:pPr indent="0" lvl="0" marL="0" rtl="0" algn="ctr">
                        <a:spcBef>
                          <a:spcPts val="0"/>
                        </a:spcBef>
                        <a:spcAft>
                          <a:spcPts val="0"/>
                        </a:spcAft>
                        <a:buNone/>
                      </a:pPr>
                      <a:r>
                        <a:rPr b="1" lang="en" sz="1000">
                          <a:latin typeface="Roboto"/>
                          <a:ea typeface="Roboto"/>
                          <a:cs typeface="Roboto"/>
                          <a:sym typeface="Roboto"/>
                        </a:rPr>
                        <a:t>First Mover Advantage</a:t>
                      </a:r>
                      <a:endParaRPr sz="1000">
                        <a:latin typeface="Roboto"/>
                        <a:ea typeface="Roboto"/>
                        <a:cs typeface="Roboto"/>
                        <a:sym typeface="Roboto"/>
                      </a:endParaRPr>
                    </a:p>
                    <a:p>
                      <a:pPr indent="0" lvl="0" marL="0" rtl="0" algn="ctr">
                        <a:spcBef>
                          <a:spcPts val="0"/>
                        </a:spcBef>
                        <a:spcAft>
                          <a:spcPts val="0"/>
                        </a:spcAft>
                        <a:buNone/>
                      </a:pPr>
                      <a:r>
                        <a:t/>
                      </a:r>
                      <a:endParaRPr sz="1000">
                        <a:latin typeface="Roboto"/>
                        <a:ea typeface="Roboto"/>
                        <a:cs typeface="Roboto"/>
                        <a:sym typeface="Roboto"/>
                      </a:endParaRPr>
                    </a:p>
                    <a:p>
                      <a:pPr indent="0" lvl="0" marL="0" rtl="0" algn="ctr">
                        <a:spcBef>
                          <a:spcPts val="0"/>
                        </a:spcBef>
                        <a:spcAft>
                          <a:spcPts val="0"/>
                        </a:spcAft>
                        <a:buNone/>
                      </a:pPr>
                      <a:r>
                        <a:rPr lang="en" sz="1000">
                          <a:latin typeface="Roboto"/>
                          <a:ea typeface="Roboto"/>
                          <a:cs typeface="Roboto"/>
                          <a:sym typeface="Roboto"/>
                        </a:rPr>
                        <a:t>Stay on the cutting edge of digital edge transition, seeing and shaping where the market is going.</a:t>
                      </a:r>
                      <a:endParaRPr sz="1000">
                        <a:latin typeface="Roboto"/>
                        <a:ea typeface="Roboto"/>
                        <a:cs typeface="Roboto"/>
                        <a:sym typeface="Roboto"/>
                      </a:endParaRPr>
                    </a:p>
                  </a:txBody>
                  <a:tcPr marT="91425" marB="91425" marR="91425" marL="91425">
                    <a:solidFill>
                      <a:schemeClr val="lt1"/>
                    </a:solidFill>
                  </a:tcPr>
                </a:tc>
                <a:tc>
                  <a:txBody>
                    <a:bodyPr/>
                    <a:lstStyle/>
                    <a:p>
                      <a:pPr indent="0" lvl="0" marL="0" rtl="0" algn="ctr">
                        <a:spcBef>
                          <a:spcPts val="0"/>
                        </a:spcBef>
                        <a:spcAft>
                          <a:spcPts val="0"/>
                        </a:spcAft>
                        <a:buNone/>
                      </a:pPr>
                      <a:r>
                        <a:rPr b="1" lang="en" sz="1000">
                          <a:latin typeface="Roboto"/>
                          <a:ea typeface="Roboto"/>
                          <a:cs typeface="Roboto"/>
                          <a:sym typeface="Roboto"/>
                        </a:rPr>
                        <a:t>Leadership</a:t>
                      </a:r>
                      <a:endParaRPr b="1" sz="1000">
                        <a:latin typeface="Roboto"/>
                        <a:ea typeface="Roboto"/>
                        <a:cs typeface="Roboto"/>
                        <a:sym typeface="Roboto"/>
                      </a:endParaRPr>
                    </a:p>
                    <a:p>
                      <a:pPr indent="0" lvl="0" marL="0" rtl="0" algn="ctr">
                        <a:spcBef>
                          <a:spcPts val="0"/>
                        </a:spcBef>
                        <a:spcAft>
                          <a:spcPts val="0"/>
                        </a:spcAft>
                        <a:buNone/>
                      </a:pPr>
                      <a:r>
                        <a:t/>
                      </a:r>
                      <a:endParaRPr sz="1000">
                        <a:latin typeface="Roboto"/>
                        <a:ea typeface="Roboto"/>
                        <a:cs typeface="Roboto"/>
                        <a:sym typeface="Roboto"/>
                      </a:endParaRPr>
                    </a:p>
                    <a:p>
                      <a:pPr indent="0" lvl="0" marL="0" rtl="0" algn="ctr">
                        <a:spcBef>
                          <a:spcPts val="0"/>
                        </a:spcBef>
                        <a:spcAft>
                          <a:spcPts val="0"/>
                        </a:spcAft>
                        <a:buNone/>
                      </a:pPr>
                      <a:r>
                        <a:rPr lang="en" sz="1000">
                          <a:latin typeface="Roboto"/>
                          <a:ea typeface="Roboto"/>
                          <a:cs typeface="Roboto"/>
                          <a:sym typeface="Roboto"/>
                        </a:rPr>
                        <a:t>Demonstrate market leadership, and actively steer the direction of LF Energy through voting seats on the Governing Board, TAC, and other committees.</a:t>
                      </a:r>
                      <a:endParaRPr b="1" sz="1000">
                        <a:latin typeface="Roboto"/>
                        <a:ea typeface="Roboto"/>
                        <a:cs typeface="Roboto"/>
                        <a:sym typeface="Roboto"/>
                      </a:endParaRPr>
                    </a:p>
                  </a:txBody>
                  <a:tcPr marT="91425" marB="91425" marR="91425" marL="91425">
                    <a:solidFill>
                      <a:schemeClr val="lt1"/>
                    </a:solidFill>
                  </a:tcPr>
                </a:tc>
                <a:tc>
                  <a:txBody>
                    <a:bodyPr/>
                    <a:lstStyle/>
                    <a:p>
                      <a:pPr indent="0" lvl="0" marL="0" rtl="0" algn="ctr">
                        <a:spcBef>
                          <a:spcPts val="0"/>
                        </a:spcBef>
                        <a:spcAft>
                          <a:spcPts val="0"/>
                        </a:spcAft>
                        <a:buNone/>
                      </a:pPr>
                      <a:r>
                        <a:rPr b="1" lang="en" sz="1000">
                          <a:latin typeface="Roboto"/>
                          <a:ea typeface="Roboto"/>
                          <a:cs typeface="Roboto"/>
                          <a:sym typeface="Roboto"/>
                        </a:rPr>
                        <a:t>Advising</a:t>
                      </a:r>
                      <a:endParaRPr b="1" sz="1000">
                        <a:latin typeface="Roboto"/>
                        <a:ea typeface="Roboto"/>
                        <a:cs typeface="Roboto"/>
                        <a:sym typeface="Roboto"/>
                      </a:endParaRPr>
                    </a:p>
                    <a:p>
                      <a:pPr indent="0" lvl="0" marL="0" rtl="0" algn="ctr">
                        <a:spcBef>
                          <a:spcPts val="0"/>
                        </a:spcBef>
                        <a:spcAft>
                          <a:spcPts val="0"/>
                        </a:spcAft>
                        <a:buNone/>
                      </a:pPr>
                      <a:r>
                        <a:t/>
                      </a:r>
                      <a:endParaRPr b="1" sz="1000">
                        <a:latin typeface="Roboto"/>
                        <a:ea typeface="Roboto"/>
                        <a:cs typeface="Roboto"/>
                        <a:sym typeface="Roboto"/>
                      </a:endParaRPr>
                    </a:p>
                    <a:p>
                      <a:pPr indent="0" lvl="0" marL="0" rtl="0" algn="ctr">
                        <a:spcBef>
                          <a:spcPts val="0"/>
                        </a:spcBef>
                        <a:spcAft>
                          <a:spcPts val="0"/>
                        </a:spcAft>
                        <a:buNone/>
                      </a:pPr>
                      <a:r>
                        <a:rPr lang="en" sz="1000">
                          <a:latin typeface="Roboto"/>
                          <a:ea typeface="Roboto"/>
                          <a:cs typeface="Roboto"/>
                          <a:sym typeface="Roboto"/>
                        </a:rPr>
                        <a:t>Receive white glove partnership from LF Energy staff to reach your digital goals through open source.</a:t>
                      </a:r>
                      <a:endParaRPr sz="1000">
                        <a:latin typeface="Roboto"/>
                        <a:ea typeface="Roboto"/>
                        <a:cs typeface="Roboto"/>
                        <a:sym typeface="Roboto"/>
                      </a:endParaRPr>
                    </a:p>
                  </a:txBody>
                  <a:tcPr marT="91425" marB="91425" marR="91425" marL="91425">
                    <a:solidFill>
                      <a:schemeClr val="lt1"/>
                    </a:solidFill>
                  </a:tcPr>
                </a:tc>
                <a:tc>
                  <a:txBody>
                    <a:bodyPr/>
                    <a:lstStyle/>
                    <a:p>
                      <a:pPr indent="0" lvl="0" marL="0" rtl="0" algn="ctr">
                        <a:spcBef>
                          <a:spcPts val="0"/>
                        </a:spcBef>
                        <a:spcAft>
                          <a:spcPts val="0"/>
                        </a:spcAft>
                        <a:buNone/>
                      </a:pPr>
                      <a:r>
                        <a:rPr b="1" lang="en" sz="1000">
                          <a:latin typeface="Roboto"/>
                          <a:ea typeface="Roboto"/>
                          <a:cs typeface="Roboto"/>
                          <a:sym typeface="Roboto"/>
                        </a:rPr>
                        <a:t>Talent</a:t>
                      </a:r>
                      <a:endParaRPr sz="1000">
                        <a:latin typeface="Roboto"/>
                        <a:ea typeface="Roboto"/>
                        <a:cs typeface="Roboto"/>
                        <a:sym typeface="Roboto"/>
                      </a:endParaRPr>
                    </a:p>
                    <a:p>
                      <a:pPr indent="0" lvl="0" marL="0" rtl="0" algn="ctr">
                        <a:spcBef>
                          <a:spcPts val="0"/>
                        </a:spcBef>
                        <a:spcAft>
                          <a:spcPts val="0"/>
                        </a:spcAft>
                        <a:buNone/>
                      </a:pPr>
                      <a:r>
                        <a:t/>
                      </a:r>
                      <a:endParaRPr sz="1000">
                        <a:latin typeface="Roboto"/>
                        <a:ea typeface="Roboto"/>
                        <a:cs typeface="Roboto"/>
                        <a:sym typeface="Roboto"/>
                      </a:endParaRPr>
                    </a:p>
                    <a:p>
                      <a:pPr indent="0" lvl="0" marL="0" rtl="0" algn="ctr">
                        <a:spcBef>
                          <a:spcPts val="0"/>
                        </a:spcBef>
                        <a:spcAft>
                          <a:spcPts val="0"/>
                        </a:spcAft>
                        <a:buNone/>
                      </a:pPr>
                      <a:r>
                        <a:rPr lang="en" sz="1000">
                          <a:latin typeface="Roboto"/>
                          <a:ea typeface="Roboto"/>
                          <a:cs typeface="Roboto"/>
                          <a:sym typeface="Roboto"/>
                        </a:rPr>
                        <a:t>Improve access to and retention of talent by demonstrating your support of open source.</a:t>
                      </a:r>
                      <a:endParaRPr b="1" sz="1000">
                        <a:latin typeface="Roboto"/>
                        <a:ea typeface="Roboto"/>
                        <a:cs typeface="Roboto"/>
                        <a:sym typeface="Roboto"/>
                      </a:endParaRPr>
                    </a:p>
                  </a:txBody>
                  <a:tcPr marT="91425" marB="91425" marR="91425" marL="91425">
                    <a:solidFill>
                      <a:schemeClr val="lt1"/>
                    </a:solidFill>
                  </a:tcPr>
                </a:tc>
                <a:tc>
                  <a:txBody>
                    <a:bodyPr/>
                    <a:lstStyle/>
                    <a:p>
                      <a:pPr indent="0" lvl="0" marL="0" rtl="0" algn="ctr">
                        <a:spcBef>
                          <a:spcPts val="0"/>
                        </a:spcBef>
                        <a:spcAft>
                          <a:spcPts val="0"/>
                        </a:spcAft>
                        <a:buNone/>
                      </a:pPr>
                      <a:r>
                        <a:t/>
                      </a:r>
                      <a:endParaRPr b="1" sz="1000">
                        <a:latin typeface="Roboto"/>
                        <a:ea typeface="Roboto"/>
                        <a:cs typeface="Roboto"/>
                        <a:sym typeface="Roboto"/>
                      </a:endParaRPr>
                    </a:p>
                  </a:txBody>
                  <a:tcPr marT="91425" marB="91425" marR="91425" marL="91425">
                    <a:solidFill>
                      <a:schemeClr val="lt1"/>
                    </a:solidFill>
                  </a:tcPr>
                </a:tc>
              </a:tr>
            </a:tbl>
          </a:graphicData>
        </a:graphic>
      </p:graphicFrame>
    </p:spTree>
  </p:cSld>
  <p:clrMapOvr>
    <a:masterClrMapping/>
  </p:clrMapOvr>
</p:sld>
</file>

<file path=ppt/slides/slide1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02" name="Shape 302"/>
        <p:cNvGrpSpPr/>
        <p:nvPr/>
      </p:nvGrpSpPr>
      <p:grpSpPr>
        <a:xfrm>
          <a:off x="0" y="0"/>
          <a:ext cx="0" cy="0"/>
          <a:chOff x="0" y="0"/>
          <a:chExt cx="0" cy="0"/>
        </a:xfrm>
      </p:grpSpPr>
      <p:sp>
        <p:nvSpPr>
          <p:cNvPr id="303" name="Google Shape;303;p44"/>
          <p:cNvSpPr txBox="1"/>
          <p:nvPr>
            <p:ph type="title"/>
          </p:nvPr>
        </p:nvSpPr>
        <p:spPr>
          <a:xfrm>
            <a:off x="311700" y="410000"/>
            <a:ext cx="6614100" cy="6078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Benefit Highlight: Project Formation</a:t>
            </a:r>
            <a:endParaRPr/>
          </a:p>
        </p:txBody>
      </p:sp>
      <p:sp>
        <p:nvSpPr>
          <p:cNvPr id="304" name="Google Shape;304;p44"/>
          <p:cNvSpPr txBox="1"/>
          <p:nvPr>
            <p:ph idx="1" type="body"/>
          </p:nvPr>
        </p:nvSpPr>
        <p:spPr>
          <a:xfrm>
            <a:off x="311700" y="1229975"/>
            <a:ext cx="3999900" cy="3339000"/>
          </a:xfrm>
          <a:prstGeom prst="rect">
            <a:avLst/>
          </a:prstGeom>
        </p:spPr>
        <p:txBody>
          <a:bodyPr anchorCtr="0" anchor="t" bIns="91425" lIns="91425" spcFirstLastPara="1" rIns="91425" wrap="square" tIns="91425">
            <a:normAutofit/>
          </a:bodyPr>
          <a:lstStyle/>
          <a:p>
            <a:pPr indent="0" lvl="0" marL="0" rtl="0" algn="l">
              <a:spcBef>
                <a:spcPts val="0"/>
              </a:spcBef>
              <a:spcAft>
                <a:spcPts val="0"/>
              </a:spcAft>
              <a:buNone/>
            </a:pPr>
            <a:r>
              <a:rPr lang="en" sz="1800"/>
              <a:t>“</a:t>
            </a:r>
            <a:r>
              <a:rPr lang="en" sz="1800"/>
              <a:t>Through a series of sessions working together, LF Energy helped us shape a new project in a way that enables a shared, open foundation with space for partners to cooperate and innovate on top. We see LF Energy membership as a key strategic move to bring some of our projects to next level.</a:t>
            </a:r>
            <a:r>
              <a:rPr lang="en" sz="1800"/>
              <a:t>”</a:t>
            </a:r>
            <a:endParaRPr sz="1800"/>
          </a:p>
        </p:txBody>
      </p:sp>
      <p:pic>
        <p:nvPicPr>
          <p:cNvPr id="305" name="Google Shape;305;p44"/>
          <p:cNvPicPr preferRelativeResize="0"/>
          <p:nvPr/>
        </p:nvPicPr>
        <p:blipFill>
          <a:blip r:embed="rId3">
            <a:alphaModFix/>
          </a:blip>
          <a:stretch>
            <a:fillRect/>
          </a:stretch>
        </p:blipFill>
        <p:spPr>
          <a:xfrm>
            <a:off x="5058100" y="1992575"/>
            <a:ext cx="3498998" cy="1158349"/>
          </a:xfrm>
          <a:prstGeom prst="rect">
            <a:avLst/>
          </a:prstGeom>
          <a:noFill/>
          <a:ln>
            <a:noFill/>
          </a:ln>
        </p:spPr>
      </p:pic>
    </p:spTree>
  </p:cSld>
  <p:clrMapOvr>
    <a:masterClrMapping/>
  </p:clrMapOvr>
</p:sld>
</file>

<file path=ppt/slides/slide1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09" name="Shape 309"/>
        <p:cNvGrpSpPr/>
        <p:nvPr/>
      </p:nvGrpSpPr>
      <p:grpSpPr>
        <a:xfrm>
          <a:off x="0" y="0"/>
          <a:ext cx="0" cy="0"/>
          <a:chOff x="0" y="0"/>
          <a:chExt cx="0" cy="0"/>
        </a:xfrm>
      </p:grpSpPr>
      <p:sp>
        <p:nvSpPr>
          <p:cNvPr id="310" name="Google Shape;310;p45"/>
          <p:cNvSpPr txBox="1"/>
          <p:nvPr>
            <p:ph type="title"/>
          </p:nvPr>
        </p:nvSpPr>
        <p:spPr>
          <a:xfrm>
            <a:off x="311700" y="410000"/>
            <a:ext cx="6614100" cy="6078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Benefit Highlight: Legal</a:t>
            </a:r>
            <a:endParaRPr/>
          </a:p>
        </p:txBody>
      </p:sp>
      <p:pic>
        <p:nvPicPr>
          <p:cNvPr id="311" name="Google Shape;311;p45"/>
          <p:cNvPicPr preferRelativeResize="0"/>
          <p:nvPr/>
        </p:nvPicPr>
        <p:blipFill rotWithShape="1">
          <a:blip r:embed="rId3">
            <a:alphaModFix/>
          </a:blip>
          <a:srcRect b="30324" l="0" r="0" t="31874"/>
          <a:stretch/>
        </p:blipFill>
        <p:spPr>
          <a:xfrm>
            <a:off x="5374405" y="2031146"/>
            <a:ext cx="2860275" cy="1081200"/>
          </a:xfrm>
          <a:prstGeom prst="rect">
            <a:avLst/>
          </a:prstGeom>
          <a:noFill/>
          <a:ln>
            <a:noFill/>
          </a:ln>
        </p:spPr>
      </p:pic>
      <p:sp>
        <p:nvSpPr>
          <p:cNvPr id="312" name="Google Shape;312;p45"/>
          <p:cNvSpPr txBox="1"/>
          <p:nvPr>
            <p:ph idx="1" type="body"/>
          </p:nvPr>
        </p:nvSpPr>
        <p:spPr>
          <a:xfrm>
            <a:off x="311700" y="1229975"/>
            <a:ext cx="3999900" cy="3339000"/>
          </a:xfrm>
          <a:prstGeom prst="rect">
            <a:avLst/>
          </a:prstGeom>
        </p:spPr>
        <p:txBody>
          <a:bodyPr anchorCtr="0" anchor="t" bIns="91425" lIns="91425" spcFirstLastPara="1" rIns="91425" wrap="square" tIns="91425">
            <a:normAutofit fontScale="92500" lnSpcReduction="20000"/>
          </a:bodyPr>
          <a:lstStyle/>
          <a:p>
            <a:pPr indent="0" lvl="0" marL="0" rtl="0" algn="l">
              <a:spcBef>
                <a:spcPts val="0"/>
              </a:spcBef>
              <a:spcAft>
                <a:spcPts val="0"/>
              </a:spcAft>
              <a:buNone/>
            </a:pPr>
            <a:r>
              <a:rPr lang="en" sz="1800"/>
              <a:t>“As a highly regulated utility, our legal team approaches new types of collaboration initiatives with caution. Through our partnership with the LF, we were able to connect our legal team with the LF legal team. This collaboration provided our legal team the reassurance and expertise needed, ultimately making our legal team not only comfortable but also enthusiastic about open source. Without the LF's support, we would not have been able to move this quickly and smoothly.”</a:t>
            </a:r>
            <a:endParaRPr sz="1800"/>
          </a:p>
        </p:txBody>
      </p:sp>
    </p:spTree>
  </p:cSld>
  <p:clrMapOvr>
    <a:masterClrMapping/>
  </p:clrMapOvr>
</p:sld>
</file>

<file path=ppt/slides/slide1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16" name="Shape 316"/>
        <p:cNvGrpSpPr/>
        <p:nvPr/>
      </p:nvGrpSpPr>
      <p:grpSpPr>
        <a:xfrm>
          <a:off x="0" y="0"/>
          <a:ext cx="0" cy="0"/>
          <a:chOff x="0" y="0"/>
          <a:chExt cx="0" cy="0"/>
        </a:xfrm>
      </p:grpSpPr>
      <p:sp>
        <p:nvSpPr>
          <p:cNvPr id="317" name="Google Shape;317;p46"/>
          <p:cNvSpPr txBox="1"/>
          <p:nvPr>
            <p:ph type="title"/>
          </p:nvPr>
        </p:nvSpPr>
        <p:spPr>
          <a:xfrm>
            <a:off x="311700" y="410000"/>
            <a:ext cx="8520600" cy="6078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We enable you to become open source leaders</a:t>
            </a:r>
            <a:endParaRPr/>
          </a:p>
        </p:txBody>
      </p:sp>
      <p:pic>
        <p:nvPicPr>
          <p:cNvPr id="318" name="Google Shape;318;p46"/>
          <p:cNvPicPr preferRelativeResize="0"/>
          <p:nvPr/>
        </p:nvPicPr>
        <p:blipFill>
          <a:blip r:embed="rId3">
            <a:alphaModFix/>
          </a:blip>
          <a:stretch>
            <a:fillRect/>
          </a:stretch>
        </p:blipFill>
        <p:spPr>
          <a:xfrm>
            <a:off x="694725" y="1118751"/>
            <a:ext cx="7754551" cy="3304151"/>
          </a:xfrm>
          <a:prstGeom prst="rect">
            <a:avLst/>
          </a:prstGeom>
          <a:noFill/>
          <a:ln>
            <a:noFill/>
          </a:ln>
        </p:spPr>
      </p:pic>
    </p:spTree>
  </p:cSld>
  <p:clrMapOvr>
    <a:masterClrMapping/>
  </p:clrMapOvr>
</p:sld>
</file>

<file path=ppt/slides/slide1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22" name="Shape 322"/>
        <p:cNvGrpSpPr/>
        <p:nvPr/>
      </p:nvGrpSpPr>
      <p:grpSpPr>
        <a:xfrm>
          <a:off x="0" y="0"/>
          <a:ext cx="0" cy="0"/>
          <a:chOff x="0" y="0"/>
          <a:chExt cx="0" cy="0"/>
        </a:xfrm>
      </p:grpSpPr>
      <p:sp>
        <p:nvSpPr>
          <p:cNvPr id="323" name="Google Shape;323;p47"/>
          <p:cNvSpPr txBox="1"/>
          <p:nvPr>
            <p:ph type="title"/>
          </p:nvPr>
        </p:nvSpPr>
        <p:spPr>
          <a:xfrm>
            <a:off x="311700" y="410000"/>
            <a:ext cx="8520600" cy="6078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Member Benefits: Leadership</a:t>
            </a:r>
            <a:endParaRPr/>
          </a:p>
        </p:txBody>
      </p:sp>
      <p:graphicFrame>
        <p:nvGraphicFramePr>
          <p:cNvPr id="324" name="Google Shape;324;p47"/>
          <p:cNvGraphicFramePr/>
          <p:nvPr/>
        </p:nvGraphicFramePr>
        <p:xfrm>
          <a:off x="311700" y="1091175"/>
          <a:ext cx="3000000" cy="3000000"/>
        </p:xfrm>
        <a:graphic>
          <a:graphicData uri="http://schemas.openxmlformats.org/drawingml/2006/table">
            <a:tbl>
              <a:tblPr>
                <a:noFill/>
                <a:tableStyleId>{1BFDC143-97BD-4B04-8F61-2EA9569F8B6A}</a:tableStyleId>
              </a:tblPr>
              <a:tblGrid>
                <a:gridCol w="1695200"/>
                <a:gridCol w="1695200"/>
                <a:gridCol w="1695200"/>
                <a:gridCol w="1695200"/>
                <a:gridCol w="1695200"/>
              </a:tblGrid>
              <a:tr h="353450">
                <a:tc gridSpan="2">
                  <a:txBody>
                    <a:bodyPr/>
                    <a:lstStyle/>
                    <a:p>
                      <a:pPr indent="0" lvl="0" marL="0" rtl="0" algn="l">
                        <a:spcBef>
                          <a:spcPts val="0"/>
                        </a:spcBef>
                        <a:spcAft>
                          <a:spcPts val="0"/>
                        </a:spcAft>
                        <a:buNone/>
                      </a:pPr>
                      <a:r>
                        <a:rPr b="1" lang="en">
                          <a:latin typeface="Roboto"/>
                          <a:ea typeface="Roboto"/>
                          <a:cs typeface="Roboto"/>
                          <a:sym typeface="Roboto"/>
                        </a:rPr>
                        <a:t>Member Benefits</a:t>
                      </a:r>
                      <a:endParaRPr b="1">
                        <a:latin typeface="Roboto"/>
                        <a:ea typeface="Roboto"/>
                        <a:cs typeface="Roboto"/>
                        <a:sym typeface="Roboto"/>
                      </a:endParaRPr>
                    </a:p>
                  </a:txBody>
                  <a:tcPr marT="91425" marB="91425" marR="91425" marL="91425"/>
                </a:tc>
                <a:tc hMerge="1"/>
                <a:tc>
                  <a:txBody>
                    <a:bodyPr/>
                    <a:lstStyle/>
                    <a:p>
                      <a:pPr indent="0" lvl="0" marL="0" rtl="0" algn="ctr">
                        <a:spcBef>
                          <a:spcPts val="0"/>
                        </a:spcBef>
                        <a:spcAft>
                          <a:spcPts val="0"/>
                        </a:spcAft>
                        <a:buNone/>
                      </a:pPr>
                      <a:r>
                        <a:rPr b="1" lang="en">
                          <a:latin typeface="Roboto"/>
                          <a:ea typeface="Roboto"/>
                          <a:cs typeface="Roboto"/>
                          <a:sym typeface="Roboto"/>
                        </a:rPr>
                        <a:t>Strategic</a:t>
                      </a:r>
                      <a:endParaRPr b="1">
                        <a:latin typeface="Roboto"/>
                        <a:ea typeface="Roboto"/>
                        <a:cs typeface="Roboto"/>
                        <a:sym typeface="Roboto"/>
                      </a:endParaRPr>
                    </a:p>
                  </a:txBody>
                  <a:tcPr marT="91425" marB="91425" marR="91425" marL="91425"/>
                </a:tc>
                <a:tc>
                  <a:txBody>
                    <a:bodyPr/>
                    <a:lstStyle/>
                    <a:p>
                      <a:pPr indent="0" lvl="0" marL="0" rtl="0" algn="ctr">
                        <a:spcBef>
                          <a:spcPts val="0"/>
                        </a:spcBef>
                        <a:spcAft>
                          <a:spcPts val="0"/>
                        </a:spcAft>
                        <a:buNone/>
                      </a:pPr>
                      <a:r>
                        <a:rPr b="1" lang="en">
                          <a:latin typeface="Roboto"/>
                          <a:ea typeface="Roboto"/>
                          <a:cs typeface="Roboto"/>
                          <a:sym typeface="Roboto"/>
                        </a:rPr>
                        <a:t>General</a:t>
                      </a:r>
                      <a:endParaRPr b="1">
                        <a:latin typeface="Roboto"/>
                        <a:ea typeface="Roboto"/>
                        <a:cs typeface="Roboto"/>
                        <a:sym typeface="Roboto"/>
                      </a:endParaRPr>
                    </a:p>
                  </a:txBody>
                  <a:tcPr marT="91425" marB="91425" marR="91425" marL="91425"/>
                </a:tc>
                <a:tc>
                  <a:txBody>
                    <a:bodyPr/>
                    <a:lstStyle/>
                    <a:p>
                      <a:pPr indent="0" lvl="0" marL="0" rtl="0" algn="ctr">
                        <a:spcBef>
                          <a:spcPts val="0"/>
                        </a:spcBef>
                        <a:spcAft>
                          <a:spcPts val="0"/>
                        </a:spcAft>
                        <a:buNone/>
                      </a:pPr>
                      <a:r>
                        <a:rPr b="1" lang="en">
                          <a:latin typeface="Roboto"/>
                          <a:ea typeface="Roboto"/>
                          <a:cs typeface="Roboto"/>
                          <a:sym typeface="Roboto"/>
                        </a:rPr>
                        <a:t>Non-member</a:t>
                      </a:r>
                      <a:endParaRPr b="1">
                        <a:latin typeface="Roboto"/>
                        <a:ea typeface="Roboto"/>
                        <a:cs typeface="Roboto"/>
                        <a:sym typeface="Roboto"/>
                      </a:endParaRPr>
                    </a:p>
                  </a:txBody>
                  <a:tcPr marT="91425" marB="91425" marR="91425" marL="91425"/>
                </a:tc>
              </a:tr>
              <a:tr h="673825">
                <a:tc>
                  <a:txBody>
                    <a:bodyPr/>
                    <a:lstStyle/>
                    <a:p>
                      <a:pPr indent="0" lvl="0" marL="0" rtl="0" algn="l">
                        <a:spcBef>
                          <a:spcPts val="0"/>
                        </a:spcBef>
                        <a:spcAft>
                          <a:spcPts val="0"/>
                        </a:spcAft>
                        <a:buNone/>
                      </a:pPr>
                      <a:r>
                        <a:rPr b="1" lang="en" sz="1000">
                          <a:latin typeface="Roboto"/>
                          <a:ea typeface="Roboto"/>
                          <a:cs typeface="Roboto"/>
                          <a:sym typeface="Roboto"/>
                        </a:rPr>
                        <a:t>Governing Board seat</a:t>
                      </a:r>
                      <a:endParaRPr b="1" sz="1000">
                        <a:latin typeface="Roboto"/>
                        <a:ea typeface="Roboto"/>
                        <a:cs typeface="Roboto"/>
                        <a:sym typeface="Roboto"/>
                      </a:endParaRPr>
                    </a:p>
                  </a:txBody>
                  <a:tcPr marT="91425" marB="91425" marR="91425" marL="91425"/>
                </a:tc>
                <a:tc>
                  <a:txBody>
                    <a:bodyPr/>
                    <a:lstStyle/>
                    <a:p>
                      <a:pPr indent="0" lvl="0" marL="0" rtl="0" algn="l">
                        <a:spcBef>
                          <a:spcPts val="0"/>
                        </a:spcBef>
                        <a:spcAft>
                          <a:spcPts val="0"/>
                        </a:spcAft>
                        <a:buNone/>
                      </a:pPr>
                      <a:r>
                        <a:rPr i="1" lang="en" sz="1000">
                          <a:latin typeface="Roboto"/>
                          <a:ea typeface="Roboto"/>
                          <a:cs typeface="Roboto"/>
                          <a:sym typeface="Roboto"/>
                        </a:rPr>
                        <a:t>Drive the overall</a:t>
                      </a:r>
                      <a:endParaRPr i="1" sz="1000">
                        <a:latin typeface="Roboto"/>
                        <a:ea typeface="Roboto"/>
                        <a:cs typeface="Roboto"/>
                        <a:sym typeface="Roboto"/>
                      </a:endParaRPr>
                    </a:p>
                    <a:p>
                      <a:pPr indent="0" lvl="0" marL="0" rtl="0" algn="l">
                        <a:spcBef>
                          <a:spcPts val="0"/>
                        </a:spcBef>
                        <a:spcAft>
                          <a:spcPts val="0"/>
                        </a:spcAft>
                        <a:buNone/>
                      </a:pPr>
                      <a:r>
                        <a:rPr i="1" lang="en" sz="1000">
                          <a:latin typeface="Roboto"/>
                          <a:ea typeface="Roboto"/>
                          <a:cs typeface="Roboto"/>
                          <a:sym typeface="Roboto"/>
                        </a:rPr>
                        <a:t>Foundation strategy, network with fellow executive leaders in energy</a:t>
                      </a:r>
                      <a:endParaRPr i="1" sz="1000">
                        <a:latin typeface="Roboto"/>
                        <a:ea typeface="Roboto"/>
                        <a:cs typeface="Roboto"/>
                        <a:sym typeface="Roboto"/>
                      </a:endParaRPr>
                    </a:p>
                  </a:txBody>
                  <a:tcPr marT="91425" marB="91425" marR="91425" marL="91425"/>
                </a:tc>
                <a:tc>
                  <a:txBody>
                    <a:bodyPr/>
                    <a:lstStyle/>
                    <a:p>
                      <a:pPr indent="0" lvl="0" marL="0" rtl="0" algn="ctr">
                        <a:spcBef>
                          <a:spcPts val="0"/>
                        </a:spcBef>
                        <a:spcAft>
                          <a:spcPts val="0"/>
                        </a:spcAft>
                        <a:buNone/>
                      </a:pPr>
                      <a:r>
                        <a:rPr lang="en" sz="1000">
                          <a:latin typeface="Roboto"/>
                          <a:ea typeface="Roboto"/>
                          <a:cs typeface="Roboto"/>
                          <a:sym typeface="Roboto"/>
                        </a:rPr>
                        <a:t>✓</a:t>
                      </a:r>
                      <a:endParaRPr sz="1000">
                        <a:latin typeface="Roboto"/>
                        <a:ea typeface="Roboto"/>
                        <a:cs typeface="Roboto"/>
                        <a:sym typeface="Roboto"/>
                      </a:endParaRPr>
                    </a:p>
                  </a:txBody>
                  <a:tcPr marT="91425" marB="91425" marR="91425" marL="91425" anchor="ctr"/>
                </a:tc>
                <a:tc>
                  <a:txBody>
                    <a:bodyPr/>
                    <a:lstStyle/>
                    <a:p>
                      <a:pPr indent="0" lvl="0" marL="0" rtl="0" algn="ctr">
                        <a:spcBef>
                          <a:spcPts val="0"/>
                        </a:spcBef>
                        <a:spcAft>
                          <a:spcPts val="0"/>
                        </a:spcAft>
                        <a:buNone/>
                      </a:pPr>
                      <a:r>
                        <a:rPr lang="en" sz="1000">
                          <a:latin typeface="Roboto"/>
                          <a:ea typeface="Roboto"/>
                          <a:cs typeface="Roboto"/>
                          <a:sym typeface="Roboto"/>
                        </a:rPr>
                        <a:t>Elected</a:t>
                      </a:r>
                      <a:endParaRPr sz="1000">
                        <a:latin typeface="Roboto"/>
                        <a:ea typeface="Roboto"/>
                        <a:cs typeface="Roboto"/>
                        <a:sym typeface="Roboto"/>
                      </a:endParaRPr>
                    </a:p>
                    <a:p>
                      <a:pPr indent="0" lvl="0" marL="0" rtl="0" algn="ctr">
                        <a:spcBef>
                          <a:spcPts val="0"/>
                        </a:spcBef>
                        <a:spcAft>
                          <a:spcPts val="0"/>
                        </a:spcAft>
                        <a:buNone/>
                      </a:pPr>
                      <a:r>
                        <a:rPr i="1" lang="en" sz="1000">
                          <a:latin typeface="Roboto"/>
                          <a:ea typeface="Roboto"/>
                          <a:cs typeface="Roboto"/>
                          <a:sym typeface="Roboto"/>
                        </a:rPr>
                        <a:t>(1 seat for every 10 members)</a:t>
                      </a:r>
                      <a:endParaRPr i="1" sz="1000">
                        <a:latin typeface="Roboto"/>
                        <a:ea typeface="Roboto"/>
                        <a:cs typeface="Roboto"/>
                        <a:sym typeface="Roboto"/>
                      </a:endParaRPr>
                    </a:p>
                  </a:txBody>
                  <a:tcPr marT="91425" marB="91425" marR="91425" marL="91425" anchor="ctr"/>
                </a:tc>
                <a:tc>
                  <a:txBody>
                    <a:bodyPr/>
                    <a:lstStyle/>
                    <a:p>
                      <a:pPr indent="0" lvl="0" marL="0" marR="0" rtl="0" algn="ctr">
                        <a:lnSpc>
                          <a:spcPct val="100000"/>
                        </a:lnSpc>
                        <a:spcBef>
                          <a:spcPts val="0"/>
                        </a:spcBef>
                        <a:spcAft>
                          <a:spcPts val="0"/>
                        </a:spcAft>
                        <a:buNone/>
                      </a:pPr>
                      <a:r>
                        <a:rPr lang="en" sz="1000">
                          <a:latin typeface="Roboto"/>
                          <a:ea typeface="Roboto"/>
                          <a:cs typeface="Roboto"/>
                          <a:sym typeface="Roboto"/>
                        </a:rPr>
                        <a:t>x</a:t>
                      </a:r>
                      <a:endParaRPr sz="1000">
                        <a:latin typeface="Roboto"/>
                        <a:ea typeface="Roboto"/>
                        <a:cs typeface="Roboto"/>
                        <a:sym typeface="Roboto"/>
                      </a:endParaRPr>
                    </a:p>
                  </a:txBody>
                  <a:tcPr marT="91425" marB="91425" marR="91425" marL="91425" anchor="ctr"/>
                </a:tc>
              </a:tr>
              <a:tr h="673825">
                <a:tc>
                  <a:txBody>
                    <a:bodyPr/>
                    <a:lstStyle/>
                    <a:p>
                      <a:pPr indent="0" lvl="0" marL="0" rtl="0" algn="l">
                        <a:spcBef>
                          <a:spcPts val="0"/>
                        </a:spcBef>
                        <a:spcAft>
                          <a:spcPts val="0"/>
                        </a:spcAft>
                        <a:buNone/>
                      </a:pPr>
                      <a:r>
                        <a:rPr b="1" lang="en" sz="1000">
                          <a:latin typeface="Roboto"/>
                          <a:ea typeface="Roboto"/>
                          <a:cs typeface="Roboto"/>
                          <a:sym typeface="Roboto"/>
                        </a:rPr>
                        <a:t>Technical Advisory Council seat</a:t>
                      </a:r>
                      <a:endParaRPr b="1" sz="1000">
                        <a:latin typeface="Roboto"/>
                        <a:ea typeface="Roboto"/>
                        <a:cs typeface="Roboto"/>
                        <a:sym typeface="Roboto"/>
                      </a:endParaRPr>
                    </a:p>
                  </a:txBody>
                  <a:tcPr marT="91425" marB="91425" marR="91425" marL="91425"/>
                </a:tc>
                <a:tc>
                  <a:txBody>
                    <a:bodyPr/>
                    <a:lstStyle/>
                    <a:p>
                      <a:pPr indent="0" lvl="0" marL="0" rtl="0" algn="l">
                        <a:spcBef>
                          <a:spcPts val="0"/>
                        </a:spcBef>
                        <a:spcAft>
                          <a:spcPts val="0"/>
                        </a:spcAft>
                        <a:buNone/>
                      </a:pPr>
                      <a:r>
                        <a:rPr i="1" lang="en" sz="1000">
                          <a:latin typeface="Roboto"/>
                          <a:ea typeface="Roboto"/>
                          <a:cs typeface="Roboto"/>
                          <a:sym typeface="Roboto"/>
                        </a:rPr>
                        <a:t>Set the technical strategy, guide the project ecosystem</a:t>
                      </a:r>
                      <a:endParaRPr i="1" sz="1000">
                        <a:latin typeface="Roboto"/>
                        <a:ea typeface="Roboto"/>
                        <a:cs typeface="Roboto"/>
                        <a:sym typeface="Roboto"/>
                      </a:endParaRPr>
                    </a:p>
                  </a:txBody>
                  <a:tcPr marT="91425" marB="91425" marR="91425" marL="91425"/>
                </a:tc>
                <a:tc>
                  <a:txBody>
                    <a:bodyPr/>
                    <a:lstStyle/>
                    <a:p>
                      <a:pPr indent="0" lvl="0" marL="0" rtl="0" algn="ctr">
                        <a:spcBef>
                          <a:spcPts val="0"/>
                        </a:spcBef>
                        <a:spcAft>
                          <a:spcPts val="0"/>
                        </a:spcAft>
                        <a:buNone/>
                      </a:pPr>
                      <a:r>
                        <a:rPr lang="en" sz="1000">
                          <a:latin typeface="Roboto"/>
                          <a:ea typeface="Roboto"/>
                          <a:cs typeface="Roboto"/>
                          <a:sym typeface="Roboto"/>
                        </a:rPr>
                        <a:t>✓</a:t>
                      </a:r>
                      <a:endParaRPr sz="1000">
                        <a:latin typeface="Roboto"/>
                        <a:ea typeface="Roboto"/>
                        <a:cs typeface="Roboto"/>
                        <a:sym typeface="Roboto"/>
                      </a:endParaRPr>
                    </a:p>
                  </a:txBody>
                  <a:tcPr marT="91425" marB="91425" marR="91425" marL="91425" anchor="ctr"/>
                </a:tc>
                <a:tc>
                  <a:txBody>
                    <a:bodyPr/>
                    <a:lstStyle/>
                    <a:p>
                      <a:pPr indent="0" lvl="0" marL="0" marR="0" rtl="0" algn="ctr">
                        <a:lnSpc>
                          <a:spcPct val="100000"/>
                        </a:lnSpc>
                        <a:spcBef>
                          <a:spcPts val="0"/>
                        </a:spcBef>
                        <a:spcAft>
                          <a:spcPts val="0"/>
                        </a:spcAft>
                        <a:buNone/>
                      </a:pPr>
                      <a:r>
                        <a:rPr lang="en" sz="1000">
                          <a:latin typeface="Roboto"/>
                          <a:ea typeface="Roboto"/>
                          <a:cs typeface="Roboto"/>
                          <a:sym typeface="Roboto"/>
                        </a:rPr>
                        <a:t>Active TSC Chairs</a:t>
                      </a:r>
                      <a:endParaRPr sz="1000">
                        <a:latin typeface="Roboto"/>
                        <a:ea typeface="Roboto"/>
                        <a:cs typeface="Roboto"/>
                        <a:sym typeface="Roboto"/>
                      </a:endParaRPr>
                    </a:p>
                  </a:txBody>
                  <a:tcPr marT="91425" marB="91425" marR="91425" marL="91425" anchor="ctr"/>
                </a:tc>
                <a:tc>
                  <a:txBody>
                    <a:bodyPr/>
                    <a:lstStyle/>
                    <a:p>
                      <a:pPr indent="0" lvl="0" marL="0" rtl="0" algn="ctr">
                        <a:spcBef>
                          <a:spcPts val="0"/>
                        </a:spcBef>
                        <a:spcAft>
                          <a:spcPts val="0"/>
                        </a:spcAft>
                        <a:buNone/>
                      </a:pPr>
                      <a:r>
                        <a:rPr lang="en" sz="1000">
                          <a:latin typeface="Roboto"/>
                          <a:ea typeface="Roboto"/>
                          <a:cs typeface="Roboto"/>
                          <a:sym typeface="Roboto"/>
                        </a:rPr>
                        <a:t>Active TSC Chairs</a:t>
                      </a:r>
                      <a:endParaRPr sz="1000">
                        <a:latin typeface="Roboto"/>
                        <a:ea typeface="Roboto"/>
                        <a:cs typeface="Roboto"/>
                        <a:sym typeface="Roboto"/>
                      </a:endParaRPr>
                    </a:p>
                  </a:txBody>
                  <a:tcPr marT="91425" marB="91425" marR="91425" marL="91425" anchor="ctr"/>
                </a:tc>
              </a:tr>
              <a:tr h="673825">
                <a:tc>
                  <a:txBody>
                    <a:bodyPr/>
                    <a:lstStyle/>
                    <a:p>
                      <a:pPr indent="0" lvl="0" marL="0" rtl="0" algn="l">
                        <a:spcBef>
                          <a:spcPts val="0"/>
                        </a:spcBef>
                        <a:spcAft>
                          <a:spcPts val="0"/>
                        </a:spcAft>
                        <a:buNone/>
                      </a:pPr>
                      <a:r>
                        <a:rPr b="1" lang="en" sz="1000">
                          <a:latin typeface="Roboto"/>
                          <a:ea typeface="Roboto"/>
                          <a:cs typeface="Roboto"/>
                          <a:sym typeface="Roboto"/>
                        </a:rPr>
                        <a:t>Advising from LF Energy</a:t>
                      </a:r>
                      <a:endParaRPr b="1" sz="1000">
                        <a:latin typeface="Roboto"/>
                        <a:ea typeface="Roboto"/>
                        <a:cs typeface="Roboto"/>
                        <a:sym typeface="Roboto"/>
                      </a:endParaRPr>
                    </a:p>
                  </a:txBody>
                  <a:tcPr marT="91425" marB="91425" marR="91425" marL="91425"/>
                </a:tc>
                <a:tc>
                  <a:txBody>
                    <a:bodyPr/>
                    <a:lstStyle/>
                    <a:p>
                      <a:pPr indent="0" lvl="0" marL="0" rtl="0" algn="l">
                        <a:spcBef>
                          <a:spcPts val="0"/>
                        </a:spcBef>
                        <a:spcAft>
                          <a:spcPts val="0"/>
                        </a:spcAft>
                        <a:buNone/>
                      </a:pPr>
                      <a:r>
                        <a:rPr i="1" lang="en" sz="1000">
                          <a:latin typeface="Roboto"/>
                          <a:ea typeface="Roboto"/>
                          <a:cs typeface="Roboto"/>
                          <a:sym typeface="Roboto"/>
                        </a:rPr>
                        <a:t>Receive custom advising from LFE Executive Director and staff to support your goals</a:t>
                      </a:r>
                      <a:endParaRPr i="1" sz="1000">
                        <a:latin typeface="Roboto"/>
                        <a:ea typeface="Roboto"/>
                        <a:cs typeface="Roboto"/>
                        <a:sym typeface="Roboto"/>
                      </a:endParaRPr>
                    </a:p>
                  </a:txBody>
                  <a:tcPr marT="91425" marB="91425" marR="91425" marL="91425"/>
                </a:tc>
                <a:tc>
                  <a:txBody>
                    <a:bodyPr/>
                    <a:lstStyle/>
                    <a:p>
                      <a:pPr indent="0" lvl="0" marL="0" rtl="0" algn="ctr">
                        <a:spcBef>
                          <a:spcPts val="0"/>
                        </a:spcBef>
                        <a:spcAft>
                          <a:spcPts val="0"/>
                        </a:spcAft>
                        <a:buNone/>
                      </a:pPr>
                      <a:r>
                        <a:rPr lang="en" sz="1000">
                          <a:latin typeface="Roboto"/>
                          <a:ea typeface="Roboto"/>
                          <a:cs typeface="Roboto"/>
                          <a:sym typeface="Roboto"/>
                        </a:rPr>
                        <a:t>✓</a:t>
                      </a:r>
                      <a:endParaRPr sz="1000">
                        <a:latin typeface="Roboto"/>
                        <a:ea typeface="Roboto"/>
                        <a:cs typeface="Roboto"/>
                        <a:sym typeface="Roboto"/>
                      </a:endParaRPr>
                    </a:p>
                  </a:txBody>
                  <a:tcPr marT="91425" marB="91425" marR="91425" marL="91425" anchor="ctr"/>
                </a:tc>
                <a:tc>
                  <a:txBody>
                    <a:bodyPr/>
                    <a:lstStyle/>
                    <a:p>
                      <a:pPr indent="0" lvl="0" marL="0" marR="0" rtl="0" algn="ctr">
                        <a:lnSpc>
                          <a:spcPct val="100000"/>
                        </a:lnSpc>
                        <a:spcBef>
                          <a:spcPts val="0"/>
                        </a:spcBef>
                        <a:spcAft>
                          <a:spcPts val="0"/>
                        </a:spcAft>
                        <a:buNone/>
                      </a:pPr>
                      <a:r>
                        <a:rPr lang="en" sz="1000">
                          <a:latin typeface="Roboto"/>
                          <a:ea typeface="Roboto"/>
                          <a:cs typeface="Roboto"/>
                          <a:sym typeface="Roboto"/>
                        </a:rPr>
                        <a:t>Limited</a:t>
                      </a:r>
                      <a:endParaRPr sz="1000">
                        <a:latin typeface="Roboto"/>
                        <a:ea typeface="Roboto"/>
                        <a:cs typeface="Roboto"/>
                        <a:sym typeface="Roboto"/>
                      </a:endParaRPr>
                    </a:p>
                  </a:txBody>
                  <a:tcPr marT="91425" marB="91425" marR="91425" marL="91425" anchor="ctr"/>
                </a:tc>
                <a:tc>
                  <a:txBody>
                    <a:bodyPr/>
                    <a:lstStyle/>
                    <a:p>
                      <a:pPr indent="0" lvl="0" marL="0" rtl="0" algn="ctr">
                        <a:spcBef>
                          <a:spcPts val="0"/>
                        </a:spcBef>
                        <a:spcAft>
                          <a:spcPts val="0"/>
                        </a:spcAft>
                        <a:buNone/>
                      </a:pPr>
                      <a:r>
                        <a:rPr lang="en" sz="1000">
                          <a:latin typeface="Roboto"/>
                          <a:ea typeface="Roboto"/>
                          <a:cs typeface="Roboto"/>
                          <a:sym typeface="Roboto"/>
                        </a:rPr>
                        <a:t>x</a:t>
                      </a:r>
                      <a:endParaRPr sz="1000">
                        <a:latin typeface="Roboto"/>
                        <a:ea typeface="Roboto"/>
                        <a:cs typeface="Roboto"/>
                        <a:sym typeface="Roboto"/>
                      </a:endParaRPr>
                    </a:p>
                  </a:txBody>
                  <a:tcPr marT="91425" marB="91425" marR="91425" marL="91425" anchor="ctr"/>
                </a:tc>
              </a:tr>
            </a:tbl>
          </a:graphicData>
        </a:graphic>
      </p:graphicFrame>
    </p:spTree>
  </p:cSld>
  <p:clrMapOvr>
    <a:masterClrMapping/>
  </p:clrMapOvr>
</p:sld>
</file>

<file path=ppt/slides/slide1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28" name="Shape 328"/>
        <p:cNvGrpSpPr/>
        <p:nvPr/>
      </p:nvGrpSpPr>
      <p:grpSpPr>
        <a:xfrm>
          <a:off x="0" y="0"/>
          <a:ext cx="0" cy="0"/>
          <a:chOff x="0" y="0"/>
          <a:chExt cx="0" cy="0"/>
        </a:xfrm>
      </p:grpSpPr>
      <p:sp>
        <p:nvSpPr>
          <p:cNvPr id="329" name="Google Shape;329;p48"/>
          <p:cNvSpPr txBox="1"/>
          <p:nvPr>
            <p:ph type="title"/>
          </p:nvPr>
        </p:nvSpPr>
        <p:spPr>
          <a:xfrm>
            <a:off x="311700" y="410000"/>
            <a:ext cx="8520600" cy="6078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Member Benefits: Brand and Marketing</a:t>
            </a:r>
            <a:endParaRPr/>
          </a:p>
        </p:txBody>
      </p:sp>
      <p:graphicFrame>
        <p:nvGraphicFramePr>
          <p:cNvPr id="330" name="Google Shape;330;p48"/>
          <p:cNvGraphicFramePr/>
          <p:nvPr/>
        </p:nvGraphicFramePr>
        <p:xfrm>
          <a:off x="311700" y="1091175"/>
          <a:ext cx="3000000" cy="3000000"/>
        </p:xfrm>
        <a:graphic>
          <a:graphicData uri="http://schemas.openxmlformats.org/drawingml/2006/table">
            <a:tbl>
              <a:tblPr>
                <a:noFill/>
                <a:tableStyleId>{1BFDC143-97BD-4B04-8F61-2EA9569F8B6A}</a:tableStyleId>
              </a:tblPr>
              <a:tblGrid>
                <a:gridCol w="1695200"/>
                <a:gridCol w="1695200"/>
                <a:gridCol w="1695200"/>
                <a:gridCol w="1695200"/>
                <a:gridCol w="1695200"/>
              </a:tblGrid>
              <a:tr h="353450">
                <a:tc gridSpan="2">
                  <a:txBody>
                    <a:bodyPr/>
                    <a:lstStyle/>
                    <a:p>
                      <a:pPr indent="0" lvl="0" marL="0" rtl="0" algn="l">
                        <a:spcBef>
                          <a:spcPts val="0"/>
                        </a:spcBef>
                        <a:spcAft>
                          <a:spcPts val="0"/>
                        </a:spcAft>
                        <a:buNone/>
                      </a:pPr>
                      <a:r>
                        <a:rPr b="1" lang="en">
                          <a:latin typeface="Roboto"/>
                          <a:ea typeface="Roboto"/>
                          <a:cs typeface="Roboto"/>
                          <a:sym typeface="Roboto"/>
                        </a:rPr>
                        <a:t>Member Benefits</a:t>
                      </a:r>
                      <a:endParaRPr b="1">
                        <a:latin typeface="Roboto"/>
                        <a:ea typeface="Roboto"/>
                        <a:cs typeface="Roboto"/>
                        <a:sym typeface="Roboto"/>
                      </a:endParaRPr>
                    </a:p>
                  </a:txBody>
                  <a:tcPr marT="91425" marB="91425" marR="91425" marL="91425"/>
                </a:tc>
                <a:tc hMerge="1"/>
                <a:tc>
                  <a:txBody>
                    <a:bodyPr/>
                    <a:lstStyle/>
                    <a:p>
                      <a:pPr indent="0" lvl="0" marL="0" rtl="0" algn="ctr">
                        <a:spcBef>
                          <a:spcPts val="0"/>
                        </a:spcBef>
                        <a:spcAft>
                          <a:spcPts val="0"/>
                        </a:spcAft>
                        <a:buNone/>
                      </a:pPr>
                      <a:r>
                        <a:rPr b="1" lang="en">
                          <a:latin typeface="Roboto"/>
                          <a:ea typeface="Roboto"/>
                          <a:cs typeface="Roboto"/>
                          <a:sym typeface="Roboto"/>
                        </a:rPr>
                        <a:t>Strategic</a:t>
                      </a:r>
                      <a:endParaRPr b="1">
                        <a:latin typeface="Roboto"/>
                        <a:ea typeface="Roboto"/>
                        <a:cs typeface="Roboto"/>
                        <a:sym typeface="Roboto"/>
                      </a:endParaRPr>
                    </a:p>
                  </a:txBody>
                  <a:tcPr marT="91425" marB="91425" marR="91425" marL="91425"/>
                </a:tc>
                <a:tc>
                  <a:txBody>
                    <a:bodyPr/>
                    <a:lstStyle/>
                    <a:p>
                      <a:pPr indent="0" lvl="0" marL="0" rtl="0" algn="ctr">
                        <a:spcBef>
                          <a:spcPts val="0"/>
                        </a:spcBef>
                        <a:spcAft>
                          <a:spcPts val="0"/>
                        </a:spcAft>
                        <a:buNone/>
                      </a:pPr>
                      <a:r>
                        <a:rPr b="1" lang="en">
                          <a:latin typeface="Roboto"/>
                          <a:ea typeface="Roboto"/>
                          <a:cs typeface="Roboto"/>
                          <a:sym typeface="Roboto"/>
                        </a:rPr>
                        <a:t>General</a:t>
                      </a:r>
                      <a:endParaRPr b="1">
                        <a:latin typeface="Roboto"/>
                        <a:ea typeface="Roboto"/>
                        <a:cs typeface="Roboto"/>
                        <a:sym typeface="Roboto"/>
                      </a:endParaRPr>
                    </a:p>
                  </a:txBody>
                  <a:tcPr marT="91425" marB="91425" marR="91425" marL="91425"/>
                </a:tc>
                <a:tc>
                  <a:txBody>
                    <a:bodyPr/>
                    <a:lstStyle/>
                    <a:p>
                      <a:pPr indent="0" lvl="0" marL="0" rtl="0" algn="ctr">
                        <a:spcBef>
                          <a:spcPts val="0"/>
                        </a:spcBef>
                        <a:spcAft>
                          <a:spcPts val="0"/>
                        </a:spcAft>
                        <a:buNone/>
                      </a:pPr>
                      <a:r>
                        <a:rPr b="1" lang="en">
                          <a:latin typeface="Roboto"/>
                          <a:ea typeface="Roboto"/>
                          <a:cs typeface="Roboto"/>
                          <a:sym typeface="Roboto"/>
                        </a:rPr>
                        <a:t>Non-member</a:t>
                      </a:r>
                      <a:endParaRPr b="1">
                        <a:latin typeface="Roboto"/>
                        <a:ea typeface="Roboto"/>
                        <a:cs typeface="Roboto"/>
                        <a:sym typeface="Roboto"/>
                      </a:endParaRPr>
                    </a:p>
                  </a:txBody>
                  <a:tcPr marT="91425" marB="91425" marR="91425" marL="91425"/>
                </a:tc>
              </a:tr>
              <a:tr h="673825">
                <a:tc>
                  <a:txBody>
                    <a:bodyPr/>
                    <a:lstStyle/>
                    <a:p>
                      <a:pPr indent="0" lvl="0" marL="0" rtl="0" algn="l">
                        <a:spcBef>
                          <a:spcPts val="0"/>
                        </a:spcBef>
                        <a:spcAft>
                          <a:spcPts val="0"/>
                        </a:spcAft>
                        <a:buNone/>
                      </a:pPr>
                      <a:r>
                        <a:rPr b="1" lang="en" sz="1000">
                          <a:latin typeface="Roboto"/>
                          <a:ea typeface="Roboto"/>
                          <a:cs typeface="Roboto"/>
                          <a:sym typeface="Roboto"/>
                        </a:rPr>
                        <a:t>Brand positioning</a:t>
                      </a:r>
                      <a:endParaRPr b="1" sz="1000">
                        <a:latin typeface="Roboto"/>
                        <a:ea typeface="Roboto"/>
                        <a:cs typeface="Roboto"/>
                        <a:sym typeface="Roboto"/>
                      </a:endParaRPr>
                    </a:p>
                  </a:txBody>
                  <a:tcPr marT="91425" marB="91425" marR="91425" marL="91425"/>
                </a:tc>
                <a:tc>
                  <a:txBody>
                    <a:bodyPr/>
                    <a:lstStyle/>
                    <a:p>
                      <a:pPr indent="0" lvl="0" marL="0" rtl="0" algn="l">
                        <a:spcBef>
                          <a:spcPts val="0"/>
                        </a:spcBef>
                        <a:spcAft>
                          <a:spcPts val="0"/>
                        </a:spcAft>
                        <a:buNone/>
                      </a:pPr>
                      <a:r>
                        <a:rPr i="1" lang="en" sz="1000">
                          <a:latin typeface="Roboto"/>
                          <a:ea typeface="Roboto"/>
                          <a:cs typeface="Roboto"/>
                          <a:sym typeface="Roboto"/>
                        </a:rPr>
                        <a:t>Have your company</a:t>
                      </a:r>
                      <a:endParaRPr i="1" sz="1000">
                        <a:latin typeface="Roboto"/>
                        <a:ea typeface="Roboto"/>
                        <a:cs typeface="Roboto"/>
                        <a:sym typeface="Roboto"/>
                      </a:endParaRPr>
                    </a:p>
                    <a:p>
                      <a:pPr indent="0" lvl="0" marL="0" rtl="0" algn="l">
                        <a:spcBef>
                          <a:spcPts val="0"/>
                        </a:spcBef>
                        <a:spcAft>
                          <a:spcPts val="0"/>
                        </a:spcAft>
                        <a:buNone/>
                      </a:pPr>
                      <a:r>
                        <a:rPr i="1" lang="en" sz="1000">
                          <a:latin typeface="Roboto"/>
                          <a:ea typeface="Roboto"/>
                          <a:cs typeface="Roboto"/>
                          <a:sym typeface="Roboto"/>
                        </a:rPr>
                        <a:t>recognized as a leader in digital energy technology</a:t>
                      </a:r>
                      <a:endParaRPr i="1" sz="1000">
                        <a:latin typeface="Roboto"/>
                        <a:ea typeface="Roboto"/>
                        <a:cs typeface="Roboto"/>
                        <a:sym typeface="Roboto"/>
                      </a:endParaRPr>
                    </a:p>
                  </a:txBody>
                  <a:tcPr marT="91425" marB="91425" marR="91425" marL="91425"/>
                </a:tc>
                <a:tc>
                  <a:txBody>
                    <a:bodyPr/>
                    <a:lstStyle/>
                    <a:p>
                      <a:pPr indent="0" lvl="0" marL="0" marR="0" rtl="0" algn="ctr">
                        <a:lnSpc>
                          <a:spcPct val="100000"/>
                        </a:lnSpc>
                        <a:spcBef>
                          <a:spcPts val="0"/>
                        </a:spcBef>
                        <a:spcAft>
                          <a:spcPts val="0"/>
                        </a:spcAft>
                        <a:buNone/>
                      </a:pPr>
                      <a:r>
                        <a:rPr lang="en" sz="1000">
                          <a:latin typeface="Roboto"/>
                          <a:ea typeface="Roboto"/>
                          <a:cs typeface="Roboto"/>
                          <a:sym typeface="Roboto"/>
                        </a:rPr>
                        <a:t>✓</a:t>
                      </a:r>
                      <a:endParaRPr sz="1000">
                        <a:latin typeface="Roboto"/>
                        <a:ea typeface="Roboto"/>
                        <a:cs typeface="Roboto"/>
                        <a:sym typeface="Roboto"/>
                      </a:endParaRPr>
                    </a:p>
                    <a:p>
                      <a:pPr indent="0" lvl="0" marL="0" marR="0" rtl="0" algn="ctr">
                        <a:lnSpc>
                          <a:spcPct val="100000"/>
                        </a:lnSpc>
                        <a:spcBef>
                          <a:spcPts val="0"/>
                        </a:spcBef>
                        <a:spcAft>
                          <a:spcPts val="0"/>
                        </a:spcAft>
                        <a:buNone/>
                      </a:pPr>
                      <a:r>
                        <a:rPr i="1" lang="en" sz="1000">
                          <a:latin typeface="Roboto"/>
                          <a:ea typeface="Roboto"/>
                          <a:cs typeface="Roboto"/>
                          <a:sym typeface="Roboto"/>
                        </a:rPr>
                        <a:t>(Top positioning on collateral and dedicated press release upon joining)</a:t>
                      </a:r>
                      <a:endParaRPr i="1" sz="1000">
                        <a:latin typeface="Roboto"/>
                        <a:ea typeface="Roboto"/>
                        <a:cs typeface="Roboto"/>
                        <a:sym typeface="Roboto"/>
                      </a:endParaRPr>
                    </a:p>
                  </a:txBody>
                  <a:tcPr marT="91425" marB="91425" marR="91425" marL="91425" anchor="ctr"/>
                </a:tc>
                <a:tc>
                  <a:txBody>
                    <a:bodyPr/>
                    <a:lstStyle/>
                    <a:p>
                      <a:pPr indent="0" lvl="0" marL="0" marR="0" rtl="0" algn="ctr">
                        <a:lnSpc>
                          <a:spcPct val="100000"/>
                        </a:lnSpc>
                        <a:spcBef>
                          <a:spcPts val="0"/>
                        </a:spcBef>
                        <a:spcAft>
                          <a:spcPts val="0"/>
                        </a:spcAft>
                        <a:buNone/>
                      </a:pPr>
                      <a:r>
                        <a:rPr lang="en" sz="1000">
                          <a:latin typeface="Roboto"/>
                          <a:ea typeface="Roboto"/>
                          <a:cs typeface="Roboto"/>
                          <a:sym typeface="Roboto"/>
                        </a:rPr>
                        <a:t>✓</a:t>
                      </a:r>
                      <a:endParaRPr sz="1000">
                        <a:latin typeface="Roboto"/>
                        <a:ea typeface="Roboto"/>
                        <a:cs typeface="Roboto"/>
                        <a:sym typeface="Roboto"/>
                      </a:endParaRPr>
                    </a:p>
                    <a:p>
                      <a:pPr indent="0" lvl="0" marL="0" marR="0" rtl="0" algn="ctr">
                        <a:lnSpc>
                          <a:spcPct val="100000"/>
                        </a:lnSpc>
                        <a:spcBef>
                          <a:spcPts val="0"/>
                        </a:spcBef>
                        <a:spcAft>
                          <a:spcPts val="0"/>
                        </a:spcAft>
                        <a:buNone/>
                      </a:pPr>
                      <a:r>
                        <a:rPr i="1" lang="en" sz="1000">
                          <a:latin typeface="Roboto"/>
                          <a:ea typeface="Roboto"/>
                          <a:cs typeface="Roboto"/>
                          <a:sym typeface="Roboto"/>
                        </a:rPr>
                        <a:t>(Positioning on collateral)</a:t>
                      </a:r>
                      <a:endParaRPr i="1" sz="1000">
                        <a:latin typeface="Roboto"/>
                        <a:ea typeface="Roboto"/>
                        <a:cs typeface="Roboto"/>
                        <a:sym typeface="Roboto"/>
                      </a:endParaRPr>
                    </a:p>
                  </a:txBody>
                  <a:tcPr marT="91425" marB="91425" marR="91425" marL="91425" anchor="ctr"/>
                </a:tc>
                <a:tc>
                  <a:txBody>
                    <a:bodyPr/>
                    <a:lstStyle/>
                    <a:p>
                      <a:pPr indent="0" lvl="0" marL="0" marR="0" rtl="0" algn="ctr">
                        <a:lnSpc>
                          <a:spcPct val="100000"/>
                        </a:lnSpc>
                        <a:spcBef>
                          <a:spcPts val="0"/>
                        </a:spcBef>
                        <a:spcAft>
                          <a:spcPts val="0"/>
                        </a:spcAft>
                        <a:buNone/>
                      </a:pPr>
                      <a:r>
                        <a:rPr lang="en" sz="1000">
                          <a:latin typeface="Roboto"/>
                          <a:ea typeface="Roboto"/>
                          <a:cs typeface="Roboto"/>
                          <a:sym typeface="Roboto"/>
                        </a:rPr>
                        <a:t>x</a:t>
                      </a:r>
                      <a:endParaRPr sz="1000">
                        <a:latin typeface="Roboto"/>
                        <a:ea typeface="Roboto"/>
                        <a:cs typeface="Roboto"/>
                        <a:sym typeface="Roboto"/>
                      </a:endParaRPr>
                    </a:p>
                  </a:txBody>
                  <a:tcPr marT="91425" marB="91425" marR="91425" marL="91425" anchor="ctr"/>
                </a:tc>
              </a:tr>
              <a:tr h="673825">
                <a:tc>
                  <a:txBody>
                    <a:bodyPr/>
                    <a:lstStyle/>
                    <a:p>
                      <a:pPr indent="0" lvl="0" marL="0" rtl="0" algn="l">
                        <a:spcBef>
                          <a:spcPts val="0"/>
                        </a:spcBef>
                        <a:spcAft>
                          <a:spcPts val="0"/>
                        </a:spcAft>
                        <a:buNone/>
                      </a:pPr>
                      <a:r>
                        <a:rPr b="1" lang="en" sz="1000">
                          <a:latin typeface="Roboto"/>
                          <a:ea typeface="Roboto"/>
                          <a:cs typeface="Roboto"/>
                          <a:sym typeface="Roboto"/>
                        </a:rPr>
                        <a:t>LF Energy-led</a:t>
                      </a:r>
                      <a:endParaRPr b="1" sz="1000">
                        <a:latin typeface="Roboto"/>
                        <a:ea typeface="Roboto"/>
                        <a:cs typeface="Roboto"/>
                        <a:sym typeface="Roboto"/>
                      </a:endParaRPr>
                    </a:p>
                    <a:p>
                      <a:pPr indent="0" lvl="0" marL="0" rtl="0" algn="l">
                        <a:spcBef>
                          <a:spcPts val="0"/>
                        </a:spcBef>
                        <a:spcAft>
                          <a:spcPts val="0"/>
                        </a:spcAft>
                        <a:buNone/>
                      </a:pPr>
                      <a:r>
                        <a:rPr b="1" lang="en" sz="1000">
                          <a:latin typeface="Roboto"/>
                          <a:ea typeface="Roboto"/>
                          <a:cs typeface="Roboto"/>
                          <a:sym typeface="Roboto"/>
                        </a:rPr>
                        <a:t>co-marketing</a:t>
                      </a:r>
                      <a:endParaRPr b="1" sz="1000">
                        <a:latin typeface="Roboto"/>
                        <a:ea typeface="Roboto"/>
                        <a:cs typeface="Roboto"/>
                        <a:sym typeface="Roboto"/>
                      </a:endParaRPr>
                    </a:p>
                  </a:txBody>
                  <a:tcPr marT="91425" marB="91425" marR="91425" marL="91425"/>
                </a:tc>
                <a:tc>
                  <a:txBody>
                    <a:bodyPr/>
                    <a:lstStyle/>
                    <a:p>
                      <a:pPr indent="0" lvl="0" marL="0" rtl="0" algn="l">
                        <a:spcBef>
                          <a:spcPts val="0"/>
                        </a:spcBef>
                        <a:spcAft>
                          <a:spcPts val="0"/>
                        </a:spcAft>
                        <a:buNone/>
                      </a:pPr>
                      <a:r>
                        <a:rPr i="1" lang="en" sz="1000">
                          <a:latin typeface="Roboto"/>
                          <a:ea typeface="Roboto"/>
                          <a:cs typeface="Roboto"/>
                          <a:sym typeface="Roboto"/>
                        </a:rPr>
                        <a:t>Engage over 6k digital energy transition technologists through our blog, webinars, newsletter and case studies</a:t>
                      </a:r>
                      <a:endParaRPr i="1" sz="1000">
                        <a:latin typeface="Roboto"/>
                        <a:ea typeface="Roboto"/>
                        <a:cs typeface="Roboto"/>
                        <a:sym typeface="Roboto"/>
                      </a:endParaRPr>
                    </a:p>
                  </a:txBody>
                  <a:tcPr marT="91425" marB="91425" marR="91425" marL="91425"/>
                </a:tc>
                <a:tc>
                  <a:txBody>
                    <a:bodyPr/>
                    <a:lstStyle/>
                    <a:p>
                      <a:pPr indent="0" lvl="0" marL="0" marR="0" rtl="0" algn="ctr">
                        <a:lnSpc>
                          <a:spcPct val="100000"/>
                        </a:lnSpc>
                        <a:spcBef>
                          <a:spcPts val="0"/>
                        </a:spcBef>
                        <a:spcAft>
                          <a:spcPts val="0"/>
                        </a:spcAft>
                        <a:buNone/>
                      </a:pPr>
                      <a:r>
                        <a:rPr lang="en" sz="1000">
                          <a:latin typeface="Roboto"/>
                          <a:ea typeface="Roboto"/>
                          <a:cs typeface="Roboto"/>
                          <a:sym typeface="Roboto"/>
                        </a:rPr>
                        <a:t>✓</a:t>
                      </a:r>
                      <a:endParaRPr sz="1000">
                        <a:latin typeface="Roboto"/>
                        <a:ea typeface="Roboto"/>
                        <a:cs typeface="Roboto"/>
                        <a:sym typeface="Roboto"/>
                      </a:endParaRPr>
                    </a:p>
                  </a:txBody>
                  <a:tcPr marT="91425" marB="91425" marR="91425" marL="91425" anchor="ctr"/>
                </a:tc>
                <a:tc>
                  <a:txBody>
                    <a:bodyPr/>
                    <a:lstStyle/>
                    <a:p>
                      <a:pPr indent="0" lvl="0" marL="0" marR="0" rtl="0" algn="ctr">
                        <a:lnSpc>
                          <a:spcPct val="100000"/>
                        </a:lnSpc>
                        <a:spcBef>
                          <a:spcPts val="0"/>
                        </a:spcBef>
                        <a:spcAft>
                          <a:spcPts val="0"/>
                        </a:spcAft>
                        <a:buNone/>
                      </a:pPr>
                      <a:r>
                        <a:rPr lang="en" sz="1000">
                          <a:latin typeface="Roboto"/>
                          <a:ea typeface="Roboto"/>
                          <a:cs typeface="Roboto"/>
                          <a:sym typeface="Roboto"/>
                        </a:rPr>
                        <a:t>✓</a:t>
                      </a:r>
                      <a:endParaRPr sz="1000">
                        <a:latin typeface="Roboto"/>
                        <a:ea typeface="Roboto"/>
                        <a:cs typeface="Roboto"/>
                        <a:sym typeface="Roboto"/>
                      </a:endParaRPr>
                    </a:p>
                  </a:txBody>
                  <a:tcPr marT="91425" marB="91425" marR="91425" marL="91425" anchor="ctr"/>
                </a:tc>
                <a:tc>
                  <a:txBody>
                    <a:bodyPr/>
                    <a:lstStyle/>
                    <a:p>
                      <a:pPr indent="0" lvl="0" marL="0" marR="0" rtl="0" algn="ctr">
                        <a:lnSpc>
                          <a:spcPct val="100000"/>
                        </a:lnSpc>
                        <a:spcBef>
                          <a:spcPts val="0"/>
                        </a:spcBef>
                        <a:spcAft>
                          <a:spcPts val="0"/>
                        </a:spcAft>
                        <a:buNone/>
                      </a:pPr>
                      <a:r>
                        <a:rPr lang="en" sz="1000">
                          <a:latin typeface="Roboto"/>
                          <a:ea typeface="Roboto"/>
                          <a:cs typeface="Roboto"/>
                          <a:sym typeface="Roboto"/>
                        </a:rPr>
                        <a:t>x</a:t>
                      </a:r>
                      <a:endParaRPr sz="1000">
                        <a:latin typeface="Roboto"/>
                        <a:ea typeface="Roboto"/>
                        <a:cs typeface="Roboto"/>
                        <a:sym typeface="Roboto"/>
                      </a:endParaRPr>
                    </a:p>
                  </a:txBody>
                  <a:tcPr marT="91425" marB="91425" marR="91425" marL="91425" anchor="ctr"/>
                </a:tc>
              </a:tr>
            </a:tbl>
          </a:graphicData>
        </a:graphic>
      </p:graphicFrame>
    </p:spTree>
  </p:cSld>
  <p:clrMapOvr>
    <a:masterClrMapping/>
  </p:clrMapOvr>
</p:sld>
</file>

<file path=ppt/slides/slide1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34" name="Shape 334"/>
        <p:cNvGrpSpPr/>
        <p:nvPr/>
      </p:nvGrpSpPr>
      <p:grpSpPr>
        <a:xfrm>
          <a:off x="0" y="0"/>
          <a:ext cx="0" cy="0"/>
          <a:chOff x="0" y="0"/>
          <a:chExt cx="0" cy="0"/>
        </a:xfrm>
      </p:grpSpPr>
      <p:sp>
        <p:nvSpPr>
          <p:cNvPr id="335" name="Google Shape;335;p49"/>
          <p:cNvSpPr txBox="1"/>
          <p:nvPr>
            <p:ph type="title"/>
          </p:nvPr>
        </p:nvSpPr>
        <p:spPr>
          <a:xfrm>
            <a:off x="311700" y="410000"/>
            <a:ext cx="8520600" cy="6078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Member Benefits: Events</a:t>
            </a:r>
            <a:endParaRPr/>
          </a:p>
        </p:txBody>
      </p:sp>
      <p:graphicFrame>
        <p:nvGraphicFramePr>
          <p:cNvPr id="336" name="Google Shape;336;p49"/>
          <p:cNvGraphicFramePr/>
          <p:nvPr/>
        </p:nvGraphicFramePr>
        <p:xfrm>
          <a:off x="311700" y="1091175"/>
          <a:ext cx="3000000" cy="3000000"/>
        </p:xfrm>
        <a:graphic>
          <a:graphicData uri="http://schemas.openxmlformats.org/drawingml/2006/table">
            <a:tbl>
              <a:tblPr>
                <a:noFill/>
                <a:tableStyleId>{1BFDC143-97BD-4B04-8F61-2EA9569F8B6A}</a:tableStyleId>
              </a:tblPr>
              <a:tblGrid>
                <a:gridCol w="1695200"/>
                <a:gridCol w="1695200"/>
                <a:gridCol w="1695200"/>
                <a:gridCol w="1695200"/>
                <a:gridCol w="1695200"/>
              </a:tblGrid>
              <a:tr h="353450">
                <a:tc gridSpan="2">
                  <a:txBody>
                    <a:bodyPr/>
                    <a:lstStyle/>
                    <a:p>
                      <a:pPr indent="0" lvl="0" marL="0" rtl="0" algn="l">
                        <a:spcBef>
                          <a:spcPts val="0"/>
                        </a:spcBef>
                        <a:spcAft>
                          <a:spcPts val="0"/>
                        </a:spcAft>
                        <a:buNone/>
                      </a:pPr>
                      <a:r>
                        <a:rPr b="1" lang="en">
                          <a:latin typeface="Roboto"/>
                          <a:ea typeface="Roboto"/>
                          <a:cs typeface="Roboto"/>
                          <a:sym typeface="Roboto"/>
                        </a:rPr>
                        <a:t>Member Benefits</a:t>
                      </a:r>
                      <a:endParaRPr b="1">
                        <a:latin typeface="Roboto"/>
                        <a:ea typeface="Roboto"/>
                        <a:cs typeface="Roboto"/>
                        <a:sym typeface="Roboto"/>
                      </a:endParaRPr>
                    </a:p>
                  </a:txBody>
                  <a:tcPr marT="91425" marB="91425" marR="91425" marL="91425"/>
                </a:tc>
                <a:tc hMerge="1"/>
                <a:tc>
                  <a:txBody>
                    <a:bodyPr/>
                    <a:lstStyle/>
                    <a:p>
                      <a:pPr indent="0" lvl="0" marL="0" rtl="0" algn="ctr">
                        <a:spcBef>
                          <a:spcPts val="0"/>
                        </a:spcBef>
                        <a:spcAft>
                          <a:spcPts val="0"/>
                        </a:spcAft>
                        <a:buNone/>
                      </a:pPr>
                      <a:r>
                        <a:rPr b="1" lang="en">
                          <a:latin typeface="Roboto"/>
                          <a:ea typeface="Roboto"/>
                          <a:cs typeface="Roboto"/>
                          <a:sym typeface="Roboto"/>
                        </a:rPr>
                        <a:t>Strategic</a:t>
                      </a:r>
                      <a:endParaRPr b="1">
                        <a:latin typeface="Roboto"/>
                        <a:ea typeface="Roboto"/>
                        <a:cs typeface="Roboto"/>
                        <a:sym typeface="Roboto"/>
                      </a:endParaRPr>
                    </a:p>
                  </a:txBody>
                  <a:tcPr marT="91425" marB="91425" marR="91425" marL="91425"/>
                </a:tc>
                <a:tc>
                  <a:txBody>
                    <a:bodyPr/>
                    <a:lstStyle/>
                    <a:p>
                      <a:pPr indent="0" lvl="0" marL="0" rtl="0" algn="ctr">
                        <a:spcBef>
                          <a:spcPts val="0"/>
                        </a:spcBef>
                        <a:spcAft>
                          <a:spcPts val="0"/>
                        </a:spcAft>
                        <a:buNone/>
                      </a:pPr>
                      <a:r>
                        <a:rPr b="1" lang="en">
                          <a:latin typeface="Roboto"/>
                          <a:ea typeface="Roboto"/>
                          <a:cs typeface="Roboto"/>
                          <a:sym typeface="Roboto"/>
                        </a:rPr>
                        <a:t>General</a:t>
                      </a:r>
                      <a:endParaRPr b="1">
                        <a:latin typeface="Roboto"/>
                        <a:ea typeface="Roboto"/>
                        <a:cs typeface="Roboto"/>
                        <a:sym typeface="Roboto"/>
                      </a:endParaRPr>
                    </a:p>
                  </a:txBody>
                  <a:tcPr marT="91425" marB="91425" marR="91425" marL="91425"/>
                </a:tc>
                <a:tc>
                  <a:txBody>
                    <a:bodyPr/>
                    <a:lstStyle/>
                    <a:p>
                      <a:pPr indent="0" lvl="0" marL="0" rtl="0" algn="ctr">
                        <a:spcBef>
                          <a:spcPts val="0"/>
                        </a:spcBef>
                        <a:spcAft>
                          <a:spcPts val="0"/>
                        </a:spcAft>
                        <a:buNone/>
                      </a:pPr>
                      <a:r>
                        <a:rPr b="1" lang="en">
                          <a:latin typeface="Roboto"/>
                          <a:ea typeface="Roboto"/>
                          <a:cs typeface="Roboto"/>
                          <a:sym typeface="Roboto"/>
                        </a:rPr>
                        <a:t>Non-member</a:t>
                      </a:r>
                      <a:endParaRPr b="1">
                        <a:latin typeface="Roboto"/>
                        <a:ea typeface="Roboto"/>
                        <a:cs typeface="Roboto"/>
                        <a:sym typeface="Roboto"/>
                      </a:endParaRPr>
                    </a:p>
                  </a:txBody>
                  <a:tcPr marT="91425" marB="91425" marR="91425" marL="91425"/>
                </a:tc>
              </a:tr>
              <a:tr h="673825">
                <a:tc>
                  <a:txBody>
                    <a:bodyPr/>
                    <a:lstStyle/>
                    <a:p>
                      <a:pPr indent="0" lvl="0" marL="0" rtl="0" algn="l">
                        <a:spcBef>
                          <a:spcPts val="0"/>
                        </a:spcBef>
                        <a:spcAft>
                          <a:spcPts val="0"/>
                        </a:spcAft>
                        <a:buNone/>
                      </a:pPr>
                      <a:r>
                        <a:rPr b="1" lang="en" sz="1000">
                          <a:latin typeface="Roboto"/>
                          <a:ea typeface="Roboto"/>
                          <a:cs typeface="Roboto"/>
                          <a:sym typeface="Roboto"/>
                        </a:rPr>
                        <a:t>Members-only Meetings</a:t>
                      </a:r>
                      <a:endParaRPr b="1" sz="1000">
                        <a:latin typeface="Roboto"/>
                        <a:ea typeface="Roboto"/>
                        <a:cs typeface="Roboto"/>
                        <a:sym typeface="Roboto"/>
                      </a:endParaRPr>
                    </a:p>
                  </a:txBody>
                  <a:tcPr marT="91425" marB="91425" marR="91425" marL="91425"/>
                </a:tc>
                <a:tc>
                  <a:txBody>
                    <a:bodyPr/>
                    <a:lstStyle/>
                    <a:p>
                      <a:pPr indent="0" lvl="0" marL="0" rtl="0" algn="l">
                        <a:spcBef>
                          <a:spcPts val="0"/>
                        </a:spcBef>
                        <a:spcAft>
                          <a:spcPts val="0"/>
                        </a:spcAft>
                        <a:buNone/>
                      </a:pPr>
                      <a:r>
                        <a:rPr i="1" lang="en" sz="1000">
                          <a:latin typeface="Roboto"/>
                          <a:ea typeface="Roboto"/>
                          <a:cs typeface="Roboto"/>
                          <a:sym typeface="Roboto"/>
                        </a:rPr>
                        <a:t>Exclusive member-only</a:t>
                      </a:r>
                      <a:endParaRPr i="1" sz="1000">
                        <a:latin typeface="Roboto"/>
                        <a:ea typeface="Roboto"/>
                        <a:cs typeface="Roboto"/>
                        <a:sym typeface="Roboto"/>
                      </a:endParaRPr>
                    </a:p>
                    <a:p>
                      <a:pPr indent="0" lvl="0" marL="0" rtl="0" algn="l">
                        <a:spcBef>
                          <a:spcPts val="0"/>
                        </a:spcBef>
                        <a:spcAft>
                          <a:spcPts val="0"/>
                        </a:spcAft>
                        <a:buNone/>
                      </a:pPr>
                      <a:r>
                        <a:rPr i="1" lang="en" sz="1000">
                          <a:latin typeface="Roboto"/>
                          <a:ea typeface="Roboto"/>
                          <a:cs typeface="Roboto"/>
                          <a:sym typeface="Roboto"/>
                        </a:rPr>
                        <a:t>events and roundtables</a:t>
                      </a:r>
                      <a:endParaRPr i="1" sz="1000">
                        <a:latin typeface="Roboto"/>
                        <a:ea typeface="Roboto"/>
                        <a:cs typeface="Roboto"/>
                        <a:sym typeface="Roboto"/>
                      </a:endParaRPr>
                    </a:p>
                    <a:p>
                      <a:pPr indent="0" lvl="0" marL="0" rtl="0" algn="l">
                        <a:spcBef>
                          <a:spcPts val="0"/>
                        </a:spcBef>
                        <a:spcAft>
                          <a:spcPts val="0"/>
                        </a:spcAft>
                        <a:buNone/>
                      </a:pPr>
                      <a:r>
                        <a:rPr i="1" lang="en" sz="1000">
                          <a:latin typeface="Roboto"/>
                          <a:ea typeface="Roboto"/>
                          <a:cs typeface="Roboto"/>
                          <a:sym typeface="Roboto"/>
                        </a:rPr>
                        <a:t>where members explore</a:t>
                      </a:r>
                      <a:endParaRPr i="1" sz="1000">
                        <a:latin typeface="Roboto"/>
                        <a:ea typeface="Roboto"/>
                        <a:cs typeface="Roboto"/>
                        <a:sym typeface="Roboto"/>
                      </a:endParaRPr>
                    </a:p>
                    <a:p>
                      <a:pPr indent="0" lvl="0" marL="0" rtl="0" algn="l">
                        <a:spcBef>
                          <a:spcPts val="0"/>
                        </a:spcBef>
                        <a:spcAft>
                          <a:spcPts val="0"/>
                        </a:spcAft>
                        <a:buNone/>
                      </a:pPr>
                      <a:r>
                        <a:rPr i="1" lang="en" sz="1000">
                          <a:latin typeface="Roboto"/>
                          <a:ea typeface="Roboto"/>
                          <a:cs typeface="Roboto"/>
                          <a:sym typeface="Roboto"/>
                        </a:rPr>
                        <a:t>new opportunities and</a:t>
                      </a:r>
                      <a:endParaRPr i="1" sz="1000">
                        <a:latin typeface="Roboto"/>
                        <a:ea typeface="Roboto"/>
                        <a:cs typeface="Roboto"/>
                        <a:sym typeface="Roboto"/>
                      </a:endParaRPr>
                    </a:p>
                    <a:p>
                      <a:pPr indent="0" lvl="0" marL="0" rtl="0" algn="l">
                        <a:spcBef>
                          <a:spcPts val="0"/>
                        </a:spcBef>
                        <a:spcAft>
                          <a:spcPts val="0"/>
                        </a:spcAft>
                        <a:buNone/>
                      </a:pPr>
                      <a:r>
                        <a:rPr i="1" lang="en" sz="1000">
                          <a:latin typeface="Roboto"/>
                          <a:ea typeface="Roboto"/>
                          <a:cs typeface="Roboto"/>
                          <a:sym typeface="Roboto"/>
                        </a:rPr>
                        <a:t>existing projects</a:t>
                      </a:r>
                      <a:endParaRPr i="1" sz="1000">
                        <a:latin typeface="Roboto"/>
                        <a:ea typeface="Roboto"/>
                        <a:cs typeface="Roboto"/>
                        <a:sym typeface="Roboto"/>
                      </a:endParaRPr>
                    </a:p>
                  </a:txBody>
                  <a:tcPr marT="91425" marB="91425" marR="91425" marL="91425"/>
                </a:tc>
                <a:tc>
                  <a:txBody>
                    <a:bodyPr/>
                    <a:lstStyle/>
                    <a:p>
                      <a:pPr indent="0" lvl="0" marL="0" marR="0" rtl="0" algn="ctr">
                        <a:lnSpc>
                          <a:spcPct val="100000"/>
                        </a:lnSpc>
                        <a:spcBef>
                          <a:spcPts val="0"/>
                        </a:spcBef>
                        <a:spcAft>
                          <a:spcPts val="0"/>
                        </a:spcAft>
                        <a:buNone/>
                      </a:pPr>
                      <a:r>
                        <a:rPr lang="en" sz="1000">
                          <a:latin typeface="Roboto"/>
                          <a:ea typeface="Roboto"/>
                          <a:cs typeface="Roboto"/>
                          <a:sym typeface="Roboto"/>
                        </a:rPr>
                        <a:t>✓</a:t>
                      </a:r>
                      <a:endParaRPr sz="1000">
                        <a:latin typeface="Roboto"/>
                        <a:ea typeface="Roboto"/>
                        <a:cs typeface="Roboto"/>
                        <a:sym typeface="Roboto"/>
                      </a:endParaRPr>
                    </a:p>
                  </a:txBody>
                  <a:tcPr marT="91425" marB="91425" marR="91425" marL="91425" anchor="ctr"/>
                </a:tc>
                <a:tc>
                  <a:txBody>
                    <a:bodyPr/>
                    <a:lstStyle/>
                    <a:p>
                      <a:pPr indent="0" lvl="0" marL="0" marR="0" rtl="0" algn="ctr">
                        <a:lnSpc>
                          <a:spcPct val="100000"/>
                        </a:lnSpc>
                        <a:spcBef>
                          <a:spcPts val="0"/>
                        </a:spcBef>
                        <a:spcAft>
                          <a:spcPts val="0"/>
                        </a:spcAft>
                        <a:buNone/>
                      </a:pPr>
                      <a:r>
                        <a:rPr lang="en" sz="1000">
                          <a:latin typeface="Roboto"/>
                          <a:ea typeface="Roboto"/>
                          <a:cs typeface="Roboto"/>
                          <a:sym typeface="Roboto"/>
                        </a:rPr>
                        <a:t>✓</a:t>
                      </a:r>
                      <a:endParaRPr sz="1000">
                        <a:latin typeface="Roboto"/>
                        <a:ea typeface="Roboto"/>
                        <a:cs typeface="Roboto"/>
                        <a:sym typeface="Roboto"/>
                      </a:endParaRPr>
                    </a:p>
                  </a:txBody>
                  <a:tcPr marT="91425" marB="91425" marR="91425" marL="91425" anchor="ctr"/>
                </a:tc>
                <a:tc>
                  <a:txBody>
                    <a:bodyPr/>
                    <a:lstStyle/>
                    <a:p>
                      <a:pPr indent="0" lvl="0" marL="0" marR="0" rtl="0" algn="ctr">
                        <a:lnSpc>
                          <a:spcPct val="100000"/>
                        </a:lnSpc>
                        <a:spcBef>
                          <a:spcPts val="0"/>
                        </a:spcBef>
                        <a:spcAft>
                          <a:spcPts val="0"/>
                        </a:spcAft>
                        <a:buNone/>
                      </a:pPr>
                      <a:r>
                        <a:rPr lang="en" sz="1000">
                          <a:latin typeface="Roboto"/>
                          <a:ea typeface="Roboto"/>
                          <a:cs typeface="Roboto"/>
                          <a:sym typeface="Roboto"/>
                        </a:rPr>
                        <a:t>x</a:t>
                      </a:r>
                      <a:endParaRPr sz="1000">
                        <a:latin typeface="Roboto"/>
                        <a:ea typeface="Roboto"/>
                        <a:cs typeface="Roboto"/>
                        <a:sym typeface="Roboto"/>
                      </a:endParaRPr>
                    </a:p>
                  </a:txBody>
                  <a:tcPr marT="91425" marB="91425" marR="91425" marL="91425" anchor="ctr"/>
                </a:tc>
              </a:tr>
              <a:tr h="673825">
                <a:tc rowSpan="2">
                  <a:txBody>
                    <a:bodyPr/>
                    <a:lstStyle/>
                    <a:p>
                      <a:pPr indent="0" lvl="0" marL="0" rtl="0" algn="l">
                        <a:spcBef>
                          <a:spcPts val="0"/>
                        </a:spcBef>
                        <a:spcAft>
                          <a:spcPts val="0"/>
                        </a:spcAft>
                        <a:buNone/>
                      </a:pPr>
                      <a:r>
                        <a:rPr b="1" lang="en" sz="1000">
                          <a:latin typeface="Roboto"/>
                          <a:ea typeface="Roboto"/>
                          <a:cs typeface="Roboto"/>
                          <a:sym typeface="Roboto"/>
                        </a:rPr>
                        <a:t>LF Energy Summit</a:t>
                      </a:r>
                      <a:endParaRPr b="1" sz="1000">
                        <a:latin typeface="Roboto"/>
                        <a:ea typeface="Roboto"/>
                        <a:cs typeface="Roboto"/>
                        <a:sym typeface="Roboto"/>
                      </a:endParaRPr>
                    </a:p>
                  </a:txBody>
                  <a:tcPr marT="91425" marB="91425" marR="91425" marL="91425"/>
                </a:tc>
                <a:tc rowSpan="2">
                  <a:txBody>
                    <a:bodyPr/>
                    <a:lstStyle/>
                    <a:p>
                      <a:pPr indent="0" lvl="0" marL="0" rtl="0" algn="l">
                        <a:spcBef>
                          <a:spcPts val="0"/>
                        </a:spcBef>
                        <a:spcAft>
                          <a:spcPts val="0"/>
                        </a:spcAft>
                        <a:buNone/>
                      </a:pPr>
                      <a:r>
                        <a:rPr i="1" lang="en" sz="1000">
                          <a:latin typeface="Roboto"/>
                          <a:ea typeface="Roboto"/>
                          <a:cs typeface="Roboto"/>
                          <a:sym typeface="Roboto"/>
                        </a:rPr>
                        <a:t>Only industry event at</a:t>
                      </a:r>
                      <a:endParaRPr i="1" sz="1000">
                        <a:latin typeface="Roboto"/>
                        <a:ea typeface="Roboto"/>
                        <a:cs typeface="Roboto"/>
                        <a:sym typeface="Roboto"/>
                      </a:endParaRPr>
                    </a:p>
                    <a:p>
                      <a:pPr indent="0" lvl="0" marL="0" rtl="0" algn="l">
                        <a:spcBef>
                          <a:spcPts val="0"/>
                        </a:spcBef>
                        <a:spcAft>
                          <a:spcPts val="0"/>
                        </a:spcAft>
                        <a:buNone/>
                      </a:pPr>
                      <a:r>
                        <a:rPr i="1" lang="en" sz="1000">
                          <a:latin typeface="Roboto"/>
                          <a:ea typeface="Roboto"/>
                          <a:cs typeface="Roboto"/>
                          <a:sym typeface="Roboto"/>
                        </a:rPr>
                        <a:t>the cross section of</a:t>
                      </a:r>
                      <a:endParaRPr i="1" sz="1000">
                        <a:latin typeface="Roboto"/>
                        <a:ea typeface="Roboto"/>
                        <a:cs typeface="Roboto"/>
                        <a:sym typeface="Roboto"/>
                      </a:endParaRPr>
                    </a:p>
                    <a:p>
                      <a:pPr indent="0" lvl="0" marL="0" rtl="0" algn="l">
                        <a:spcBef>
                          <a:spcPts val="0"/>
                        </a:spcBef>
                        <a:spcAft>
                          <a:spcPts val="0"/>
                        </a:spcAft>
                        <a:buNone/>
                      </a:pPr>
                      <a:r>
                        <a:rPr i="1" lang="en" sz="1000">
                          <a:latin typeface="Roboto"/>
                          <a:ea typeface="Roboto"/>
                          <a:cs typeface="Roboto"/>
                          <a:sym typeface="Roboto"/>
                        </a:rPr>
                        <a:t>energy, open source</a:t>
                      </a:r>
                      <a:endParaRPr i="1" sz="1000">
                        <a:latin typeface="Roboto"/>
                        <a:ea typeface="Roboto"/>
                        <a:cs typeface="Roboto"/>
                        <a:sym typeface="Roboto"/>
                      </a:endParaRPr>
                    </a:p>
                    <a:p>
                      <a:pPr indent="0" lvl="0" marL="0" rtl="0" algn="l">
                        <a:spcBef>
                          <a:spcPts val="0"/>
                        </a:spcBef>
                        <a:spcAft>
                          <a:spcPts val="0"/>
                        </a:spcAft>
                        <a:buNone/>
                      </a:pPr>
                      <a:r>
                        <a:rPr i="1" lang="en" sz="1000">
                          <a:latin typeface="Roboto"/>
                          <a:ea typeface="Roboto"/>
                          <a:cs typeface="Roboto"/>
                          <a:sym typeface="Roboto"/>
                        </a:rPr>
                        <a:t>and tech, providing</a:t>
                      </a:r>
                      <a:endParaRPr i="1" sz="1000">
                        <a:latin typeface="Roboto"/>
                        <a:ea typeface="Roboto"/>
                        <a:cs typeface="Roboto"/>
                        <a:sym typeface="Roboto"/>
                      </a:endParaRPr>
                    </a:p>
                    <a:p>
                      <a:pPr indent="0" lvl="0" marL="0" rtl="0" algn="l">
                        <a:spcBef>
                          <a:spcPts val="0"/>
                        </a:spcBef>
                        <a:spcAft>
                          <a:spcPts val="0"/>
                        </a:spcAft>
                        <a:buNone/>
                      </a:pPr>
                      <a:r>
                        <a:rPr i="1" lang="en" sz="1000">
                          <a:latin typeface="Roboto"/>
                          <a:ea typeface="Roboto"/>
                          <a:cs typeface="Roboto"/>
                          <a:sym typeface="Roboto"/>
                        </a:rPr>
                        <a:t>unparalleled content</a:t>
                      </a:r>
                      <a:endParaRPr i="1" sz="1000">
                        <a:latin typeface="Roboto"/>
                        <a:ea typeface="Roboto"/>
                        <a:cs typeface="Roboto"/>
                        <a:sym typeface="Roboto"/>
                      </a:endParaRPr>
                    </a:p>
                    <a:p>
                      <a:pPr indent="0" lvl="0" marL="0" rtl="0" algn="l">
                        <a:spcBef>
                          <a:spcPts val="0"/>
                        </a:spcBef>
                        <a:spcAft>
                          <a:spcPts val="0"/>
                        </a:spcAft>
                        <a:buNone/>
                      </a:pPr>
                      <a:r>
                        <a:rPr i="1" lang="en" sz="1000">
                          <a:latin typeface="Roboto"/>
                          <a:ea typeface="Roboto"/>
                          <a:cs typeface="Roboto"/>
                          <a:sym typeface="Roboto"/>
                        </a:rPr>
                        <a:t>and networking.</a:t>
                      </a:r>
                      <a:endParaRPr i="1" sz="1000">
                        <a:latin typeface="Roboto"/>
                        <a:ea typeface="Roboto"/>
                        <a:cs typeface="Roboto"/>
                        <a:sym typeface="Roboto"/>
                      </a:endParaRPr>
                    </a:p>
                  </a:txBody>
                  <a:tcPr marT="91425" marB="91425" marR="91425" marL="91425"/>
                </a:tc>
                <a:tc>
                  <a:txBody>
                    <a:bodyPr/>
                    <a:lstStyle/>
                    <a:p>
                      <a:pPr indent="0" lvl="0" marL="0" marR="0" rtl="0" algn="ctr">
                        <a:lnSpc>
                          <a:spcPct val="100000"/>
                        </a:lnSpc>
                        <a:spcBef>
                          <a:spcPts val="0"/>
                        </a:spcBef>
                        <a:spcAft>
                          <a:spcPts val="0"/>
                        </a:spcAft>
                        <a:buNone/>
                      </a:pPr>
                      <a:r>
                        <a:rPr lang="en" sz="1000">
                          <a:latin typeface="Roboto"/>
                          <a:ea typeface="Roboto"/>
                          <a:cs typeface="Roboto"/>
                          <a:sym typeface="Roboto"/>
                        </a:rPr>
                        <a:t>✓</a:t>
                      </a:r>
                      <a:endParaRPr i="1" sz="1000">
                        <a:latin typeface="Roboto"/>
                        <a:ea typeface="Roboto"/>
                        <a:cs typeface="Roboto"/>
                        <a:sym typeface="Roboto"/>
                      </a:endParaRPr>
                    </a:p>
                    <a:p>
                      <a:pPr indent="0" lvl="0" marL="0" marR="0" rtl="0" algn="ctr">
                        <a:lnSpc>
                          <a:spcPct val="100000"/>
                        </a:lnSpc>
                        <a:spcBef>
                          <a:spcPts val="0"/>
                        </a:spcBef>
                        <a:spcAft>
                          <a:spcPts val="0"/>
                        </a:spcAft>
                        <a:buNone/>
                      </a:pPr>
                      <a:r>
                        <a:t/>
                      </a:r>
                      <a:endParaRPr i="1" sz="1000">
                        <a:latin typeface="Roboto"/>
                        <a:ea typeface="Roboto"/>
                        <a:cs typeface="Roboto"/>
                        <a:sym typeface="Roboto"/>
                      </a:endParaRPr>
                    </a:p>
                    <a:p>
                      <a:pPr indent="0" lvl="0" marL="0" marR="0" rtl="0" algn="ctr">
                        <a:lnSpc>
                          <a:spcPct val="100000"/>
                        </a:lnSpc>
                        <a:spcBef>
                          <a:spcPts val="0"/>
                        </a:spcBef>
                        <a:spcAft>
                          <a:spcPts val="0"/>
                        </a:spcAft>
                        <a:buNone/>
                      </a:pPr>
                      <a:r>
                        <a:rPr lang="en" sz="1000">
                          <a:latin typeface="Roboto"/>
                          <a:ea typeface="Roboto"/>
                          <a:cs typeface="Roboto"/>
                          <a:sym typeface="Roboto"/>
                        </a:rPr>
                        <a:t>Discounted Access</a:t>
                      </a:r>
                      <a:endParaRPr sz="1000">
                        <a:latin typeface="Roboto"/>
                        <a:ea typeface="Roboto"/>
                        <a:cs typeface="Roboto"/>
                        <a:sym typeface="Roboto"/>
                      </a:endParaRPr>
                    </a:p>
                    <a:p>
                      <a:pPr indent="0" lvl="0" marL="0" marR="0" rtl="0" algn="ctr">
                        <a:lnSpc>
                          <a:spcPct val="100000"/>
                        </a:lnSpc>
                        <a:spcBef>
                          <a:spcPts val="0"/>
                        </a:spcBef>
                        <a:spcAft>
                          <a:spcPts val="0"/>
                        </a:spcAft>
                        <a:buNone/>
                      </a:pPr>
                      <a:r>
                        <a:rPr i="1" lang="en" sz="1000">
                          <a:latin typeface="Roboto"/>
                          <a:ea typeface="Roboto"/>
                          <a:cs typeface="Roboto"/>
                          <a:sym typeface="Roboto"/>
                        </a:rPr>
                        <a:t>(unlimited)</a:t>
                      </a:r>
                      <a:endParaRPr i="1" sz="1000">
                        <a:latin typeface="Roboto"/>
                        <a:ea typeface="Roboto"/>
                        <a:cs typeface="Roboto"/>
                        <a:sym typeface="Roboto"/>
                      </a:endParaRPr>
                    </a:p>
                  </a:txBody>
                  <a:tcPr marT="91425" marB="91425" marR="91425" marL="91425" anchor="ctr"/>
                </a:tc>
                <a:tc>
                  <a:txBody>
                    <a:bodyPr/>
                    <a:lstStyle/>
                    <a:p>
                      <a:pPr indent="0" lvl="0" marL="0" marR="0" rtl="0" algn="ctr">
                        <a:lnSpc>
                          <a:spcPct val="100000"/>
                        </a:lnSpc>
                        <a:spcBef>
                          <a:spcPts val="0"/>
                        </a:spcBef>
                        <a:spcAft>
                          <a:spcPts val="0"/>
                        </a:spcAft>
                        <a:buNone/>
                      </a:pPr>
                      <a:r>
                        <a:rPr lang="en" sz="1000">
                          <a:latin typeface="Roboto"/>
                          <a:ea typeface="Roboto"/>
                          <a:cs typeface="Roboto"/>
                          <a:sym typeface="Roboto"/>
                        </a:rPr>
                        <a:t>✓</a:t>
                      </a:r>
                      <a:endParaRPr i="1" sz="1000">
                        <a:latin typeface="Roboto"/>
                        <a:ea typeface="Roboto"/>
                        <a:cs typeface="Roboto"/>
                        <a:sym typeface="Roboto"/>
                      </a:endParaRPr>
                    </a:p>
                    <a:p>
                      <a:pPr indent="0" lvl="0" marL="0" marR="0" rtl="0" algn="ctr">
                        <a:lnSpc>
                          <a:spcPct val="100000"/>
                        </a:lnSpc>
                        <a:spcBef>
                          <a:spcPts val="0"/>
                        </a:spcBef>
                        <a:spcAft>
                          <a:spcPts val="0"/>
                        </a:spcAft>
                        <a:buNone/>
                      </a:pPr>
                      <a:r>
                        <a:t/>
                      </a:r>
                      <a:endParaRPr i="1" sz="1000">
                        <a:latin typeface="Roboto"/>
                        <a:ea typeface="Roboto"/>
                        <a:cs typeface="Roboto"/>
                        <a:sym typeface="Roboto"/>
                      </a:endParaRPr>
                    </a:p>
                    <a:p>
                      <a:pPr indent="0" lvl="0" marL="0" rtl="0" algn="ctr">
                        <a:spcBef>
                          <a:spcPts val="0"/>
                        </a:spcBef>
                        <a:spcAft>
                          <a:spcPts val="0"/>
                        </a:spcAft>
                        <a:buNone/>
                      </a:pPr>
                      <a:r>
                        <a:rPr lang="en" sz="1000">
                          <a:latin typeface="Roboto"/>
                          <a:ea typeface="Roboto"/>
                          <a:cs typeface="Roboto"/>
                          <a:sym typeface="Roboto"/>
                        </a:rPr>
                        <a:t>Discounted Access</a:t>
                      </a:r>
                      <a:endParaRPr sz="1000">
                        <a:latin typeface="Roboto"/>
                        <a:ea typeface="Roboto"/>
                        <a:cs typeface="Roboto"/>
                        <a:sym typeface="Roboto"/>
                      </a:endParaRPr>
                    </a:p>
                    <a:p>
                      <a:pPr indent="0" lvl="0" marL="0" rtl="0" algn="ctr">
                        <a:spcBef>
                          <a:spcPts val="0"/>
                        </a:spcBef>
                        <a:spcAft>
                          <a:spcPts val="0"/>
                        </a:spcAft>
                        <a:buNone/>
                      </a:pPr>
                      <a:r>
                        <a:rPr i="1" lang="en" sz="1000">
                          <a:latin typeface="Roboto"/>
                          <a:ea typeface="Roboto"/>
                          <a:cs typeface="Roboto"/>
                          <a:sym typeface="Roboto"/>
                        </a:rPr>
                        <a:t>(unlimited)</a:t>
                      </a:r>
                      <a:endParaRPr i="1" sz="1000">
                        <a:latin typeface="Roboto"/>
                        <a:ea typeface="Roboto"/>
                        <a:cs typeface="Roboto"/>
                        <a:sym typeface="Roboto"/>
                      </a:endParaRPr>
                    </a:p>
                  </a:txBody>
                  <a:tcPr marT="91425" marB="91425" marR="91425" marL="91425" anchor="ctr"/>
                </a:tc>
                <a:tc>
                  <a:txBody>
                    <a:bodyPr/>
                    <a:lstStyle/>
                    <a:p>
                      <a:pPr indent="0" lvl="0" marL="0" marR="0" rtl="0" algn="ctr">
                        <a:lnSpc>
                          <a:spcPct val="100000"/>
                        </a:lnSpc>
                        <a:spcBef>
                          <a:spcPts val="0"/>
                        </a:spcBef>
                        <a:spcAft>
                          <a:spcPts val="0"/>
                        </a:spcAft>
                        <a:buNone/>
                      </a:pPr>
                      <a:r>
                        <a:rPr lang="en" sz="1000">
                          <a:latin typeface="Roboto"/>
                          <a:ea typeface="Roboto"/>
                          <a:cs typeface="Roboto"/>
                          <a:sym typeface="Roboto"/>
                        </a:rPr>
                        <a:t>Full price</a:t>
                      </a:r>
                      <a:endParaRPr sz="1000">
                        <a:latin typeface="Roboto"/>
                        <a:ea typeface="Roboto"/>
                        <a:cs typeface="Roboto"/>
                        <a:sym typeface="Roboto"/>
                      </a:endParaRPr>
                    </a:p>
                  </a:txBody>
                  <a:tcPr marT="91425" marB="91425" marR="91425" marL="91425" anchor="ctr"/>
                </a:tc>
              </a:tr>
              <a:tr h="673825">
                <a:tc vMerge="1"/>
                <a:tc vMerge="1"/>
                <a:tc>
                  <a:txBody>
                    <a:bodyPr/>
                    <a:lstStyle/>
                    <a:p>
                      <a:pPr indent="0" lvl="0" marL="0" marR="0" rtl="0" algn="ctr">
                        <a:lnSpc>
                          <a:spcPct val="100000"/>
                        </a:lnSpc>
                        <a:spcBef>
                          <a:spcPts val="0"/>
                        </a:spcBef>
                        <a:spcAft>
                          <a:spcPts val="0"/>
                        </a:spcAft>
                        <a:buNone/>
                      </a:pPr>
                      <a:r>
                        <a:rPr lang="en" sz="1000">
                          <a:latin typeface="Roboto"/>
                          <a:ea typeface="Roboto"/>
                          <a:cs typeface="Roboto"/>
                          <a:sym typeface="Roboto"/>
                        </a:rPr>
                        <a:t>Speaking Preference</a:t>
                      </a:r>
                      <a:endParaRPr sz="1000">
                        <a:latin typeface="Roboto"/>
                        <a:ea typeface="Roboto"/>
                        <a:cs typeface="Roboto"/>
                        <a:sym typeface="Roboto"/>
                      </a:endParaRPr>
                    </a:p>
                    <a:p>
                      <a:pPr indent="0" lvl="0" marL="0" marR="0" rtl="0" algn="ctr">
                        <a:lnSpc>
                          <a:spcPct val="100000"/>
                        </a:lnSpc>
                        <a:spcBef>
                          <a:spcPts val="0"/>
                        </a:spcBef>
                        <a:spcAft>
                          <a:spcPts val="0"/>
                        </a:spcAft>
                        <a:buNone/>
                      </a:pPr>
                      <a:r>
                        <a:t/>
                      </a:r>
                      <a:endParaRPr i="1" sz="1000">
                        <a:latin typeface="Roboto"/>
                        <a:ea typeface="Roboto"/>
                        <a:cs typeface="Roboto"/>
                        <a:sym typeface="Roboto"/>
                      </a:endParaRPr>
                    </a:p>
                    <a:p>
                      <a:pPr indent="0" lvl="0" marL="0" marR="0" rtl="0" algn="ctr">
                        <a:lnSpc>
                          <a:spcPct val="100000"/>
                        </a:lnSpc>
                        <a:spcBef>
                          <a:spcPts val="0"/>
                        </a:spcBef>
                        <a:spcAft>
                          <a:spcPts val="0"/>
                        </a:spcAft>
                        <a:buNone/>
                      </a:pPr>
                      <a:r>
                        <a:rPr i="1" lang="en" sz="1000">
                          <a:latin typeface="Roboto"/>
                          <a:ea typeface="Roboto"/>
                          <a:cs typeface="Roboto"/>
                          <a:sym typeface="Roboto"/>
                        </a:rPr>
                        <a:t>Preference given to members and LFE projects.</a:t>
                      </a:r>
                      <a:endParaRPr i="1" sz="1000">
                        <a:latin typeface="Roboto"/>
                        <a:ea typeface="Roboto"/>
                        <a:cs typeface="Roboto"/>
                        <a:sym typeface="Roboto"/>
                      </a:endParaRPr>
                    </a:p>
                  </a:txBody>
                  <a:tcPr marT="91425" marB="91425" marR="91425" marL="91425" anchor="ctr"/>
                </a:tc>
                <a:tc>
                  <a:txBody>
                    <a:bodyPr/>
                    <a:lstStyle/>
                    <a:p>
                      <a:pPr indent="0" lvl="0" marL="0" rtl="0" algn="ctr">
                        <a:spcBef>
                          <a:spcPts val="0"/>
                        </a:spcBef>
                        <a:spcAft>
                          <a:spcPts val="0"/>
                        </a:spcAft>
                        <a:buNone/>
                      </a:pPr>
                      <a:r>
                        <a:rPr lang="en" sz="1000">
                          <a:latin typeface="Roboto"/>
                          <a:ea typeface="Roboto"/>
                          <a:cs typeface="Roboto"/>
                          <a:sym typeface="Roboto"/>
                        </a:rPr>
                        <a:t>Speaking Preference</a:t>
                      </a:r>
                      <a:endParaRPr sz="1000">
                        <a:latin typeface="Roboto"/>
                        <a:ea typeface="Roboto"/>
                        <a:cs typeface="Roboto"/>
                        <a:sym typeface="Roboto"/>
                      </a:endParaRPr>
                    </a:p>
                    <a:p>
                      <a:pPr indent="0" lvl="0" marL="0" rtl="0" algn="ctr">
                        <a:spcBef>
                          <a:spcPts val="0"/>
                        </a:spcBef>
                        <a:spcAft>
                          <a:spcPts val="0"/>
                        </a:spcAft>
                        <a:buNone/>
                      </a:pPr>
                      <a:r>
                        <a:t/>
                      </a:r>
                      <a:endParaRPr i="1" sz="1000">
                        <a:latin typeface="Roboto"/>
                        <a:ea typeface="Roboto"/>
                        <a:cs typeface="Roboto"/>
                        <a:sym typeface="Roboto"/>
                      </a:endParaRPr>
                    </a:p>
                    <a:p>
                      <a:pPr indent="0" lvl="0" marL="0" rtl="0" algn="ctr">
                        <a:spcBef>
                          <a:spcPts val="0"/>
                        </a:spcBef>
                        <a:spcAft>
                          <a:spcPts val="0"/>
                        </a:spcAft>
                        <a:buNone/>
                      </a:pPr>
                      <a:r>
                        <a:rPr i="1" lang="en" sz="1000">
                          <a:latin typeface="Roboto"/>
                          <a:ea typeface="Roboto"/>
                          <a:cs typeface="Roboto"/>
                          <a:sym typeface="Roboto"/>
                        </a:rPr>
                        <a:t>Preference given to members and LFE projects.</a:t>
                      </a:r>
                      <a:endParaRPr i="1" sz="1000">
                        <a:latin typeface="Roboto"/>
                        <a:ea typeface="Roboto"/>
                        <a:cs typeface="Roboto"/>
                        <a:sym typeface="Roboto"/>
                      </a:endParaRPr>
                    </a:p>
                  </a:txBody>
                  <a:tcPr marT="91425" marB="91425" marR="91425" marL="91425" anchor="ctr"/>
                </a:tc>
                <a:tc>
                  <a:txBody>
                    <a:bodyPr/>
                    <a:lstStyle/>
                    <a:p>
                      <a:pPr indent="0" lvl="0" marL="0" rtl="0" algn="ctr">
                        <a:spcBef>
                          <a:spcPts val="0"/>
                        </a:spcBef>
                        <a:spcAft>
                          <a:spcPts val="0"/>
                        </a:spcAft>
                        <a:buNone/>
                      </a:pPr>
                      <a:r>
                        <a:rPr lang="en" sz="1000">
                          <a:latin typeface="Roboto"/>
                          <a:ea typeface="Roboto"/>
                          <a:cs typeface="Roboto"/>
                          <a:sym typeface="Roboto"/>
                        </a:rPr>
                        <a:t>Submit speaking</a:t>
                      </a:r>
                      <a:endParaRPr sz="1000">
                        <a:latin typeface="Roboto"/>
                        <a:ea typeface="Roboto"/>
                        <a:cs typeface="Roboto"/>
                        <a:sym typeface="Roboto"/>
                      </a:endParaRPr>
                    </a:p>
                    <a:p>
                      <a:pPr indent="0" lvl="0" marL="0" rtl="0" algn="ctr">
                        <a:spcBef>
                          <a:spcPts val="0"/>
                        </a:spcBef>
                        <a:spcAft>
                          <a:spcPts val="0"/>
                        </a:spcAft>
                        <a:buNone/>
                      </a:pPr>
                      <a:r>
                        <a:rPr lang="en" sz="1000">
                          <a:latin typeface="Roboto"/>
                          <a:ea typeface="Roboto"/>
                          <a:cs typeface="Roboto"/>
                          <a:sym typeface="Roboto"/>
                        </a:rPr>
                        <a:t>requests</a:t>
                      </a:r>
                      <a:endParaRPr sz="1000">
                        <a:latin typeface="Roboto"/>
                        <a:ea typeface="Roboto"/>
                        <a:cs typeface="Roboto"/>
                        <a:sym typeface="Roboto"/>
                      </a:endParaRPr>
                    </a:p>
                    <a:p>
                      <a:pPr indent="0" lvl="0" marL="0" rtl="0" algn="ctr">
                        <a:spcBef>
                          <a:spcPts val="0"/>
                        </a:spcBef>
                        <a:spcAft>
                          <a:spcPts val="0"/>
                        </a:spcAft>
                        <a:buNone/>
                      </a:pPr>
                      <a:r>
                        <a:rPr lang="en" sz="1000">
                          <a:latin typeface="Roboto"/>
                          <a:ea typeface="Roboto"/>
                          <a:cs typeface="Roboto"/>
                          <a:sym typeface="Roboto"/>
                        </a:rPr>
                        <a:t>through</a:t>
                      </a:r>
                      <a:endParaRPr sz="1000">
                        <a:latin typeface="Roboto"/>
                        <a:ea typeface="Roboto"/>
                        <a:cs typeface="Roboto"/>
                        <a:sym typeface="Roboto"/>
                      </a:endParaRPr>
                    </a:p>
                    <a:p>
                      <a:pPr indent="0" lvl="0" marL="0" rtl="0" algn="ctr">
                        <a:spcBef>
                          <a:spcPts val="0"/>
                        </a:spcBef>
                        <a:spcAft>
                          <a:spcPts val="0"/>
                        </a:spcAft>
                        <a:buNone/>
                      </a:pPr>
                      <a:r>
                        <a:rPr lang="en" sz="1000">
                          <a:latin typeface="Roboto"/>
                          <a:ea typeface="Roboto"/>
                          <a:cs typeface="Roboto"/>
                          <a:sym typeface="Roboto"/>
                        </a:rPr>
                        <a:t>standard CFP</a:t>
                      </a:r>
                      <a:endParaRPr sz="1000">
                        <a:latin typeface="Roboto"/>
                        <a:ea typeface="Roboto"/>
                        <a:cs typeface="Roboto"/>
                        <a:sym typeface="Roboto"/>
                      </a:endParaRPr>
                    </a:p>
                  </a:txBody>
                  <a:tcPr marT="91425" marB="91425" marR="91425" marL="91425" anchor="ctr"/>
                </a:tc>
              </a:tr>
            </a:tbl>
          </a:graphicData>
        </a:graphic>
      </p:graphicFrame>
    </p:spTree>
  </p:cSld>
  <p:clrMapOvr>
    <a:masterClrMapping/>
  </p:clrMapOvr>
</p:sld>
</file>

<file path=ppt/slides/slide1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40" name="Shape 340"/>
        <p:cNvGrpSpPr/>
        <p:nvPr/>
      </p:nvGrpSpPr>
      <p:grpSpPr>
        <a:xfrm>
          <a:off x="0" y="0"/>
          <a:ext cx="0" cy="0"/>
          <a:chOff x="0" y="0"/>
          <a:chExt cx="0" cy="0"/>
        </a:xfrm>
      </p:grpSpPr>
      <p:sp>
        <p:nvSpPr>
          <p:cNvPr id="341" name="Google Shape;341;p50"/>
          <p:cNvSpPr txBox="1"/>
          <p:nvPr>
            <p:ph type="title"/>
          </p:nvPr>
        </p:nvSpPr>
        <p:spPr>
          <a:xfrm>
            <a:off x="311700" y="410000"/>
            <a:ext cx="8520600" cy="6078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Member Benefits: Training</a:t>
            </a:r>
            <a:endParaRPr/>
          </a:p>
        </p:txBody>
      </p:sp>
      <p:graphicFrame>
        <p:nvGraphicFramePr>
          <p:cNvPr id="342" name="Google Shape;342;p50"/>
          <p:cNvGraphicFramePr/>
          <p:nvPr/>
        </p:nvGraphicFramePr>
        <p:xfrm>
          <a:off x="311700" y="1091175"/>
          <a:ext cx="3000000" cy="3000000"/>
        </p:xfrm>
        <a:graphic>
          <a:graphicData uri="http://schemas.openxmlformats.org/drawingml/2006/table">
            <a:tbl>
              <a:tblPr>
                <a:noFill/>
                <a:tableStyleId>{1BFDC143-97BD-4B04-8F61-2EA9569F8B6A}</a:tableStyleId>
              </a:tblPr>
              <a:tblGrid>
                <a:gridCol w="1695200"/>
                <a:gridCol w="1695200"/>
                <a:gridCol w="1695200"/>
                <a:gridCol w="1695200"/>
                <a:gridCol w="1695200"/>
              </a:tblGrid>
              <a:tr h="353450">
                <a:tc gridSpan="2">
                  <a:txBody>
                    <a:bodyPr/>
                    <a:lstStyle/>
                    <a:p>
                      <a:pPr indent="0" lvl="0" marL="0" rtl="0" algn="l">
                        <a:spcBef>
                          <a:spcPts val="0"/>
                        </a:spcBef>
                        <a:spcAft>
                          <a:spcPts val="0"/>
                        </a:spcAft>
                        <a:buNone/>
                      </a:pPr>
                      <a:r>
                        <a:rPr b="1" lang="en">
                          <a:latin typeface="Roboto"/>
                          <a:ea typeface="Roboto"/>
                          <a:cs typeface="Roboto"/>
                          <a:sym typeface="Roboto"/>
                        </a:rPr>
                        <a:t>Member Benefits</a:t>
                      </a:r>
                      <a:endParaRPr b="1">
                        <a:latin typeface="Roboto"/>
                        <a:ea typeface="Roboto"/>
                        <a:cs typeface="Roboto"/>
                        <a:sym typeface="Roboto"/>
                      </a:endParaRPr>
                    </a:p>
                  </a:txBody>
                  <a:tcPr marT="91425" marB="91425" marR="91425" marL="91425"/>
                </a:tc>
                <a:tc hMerge="1"/>
                <a:tc>
                  <a:txBody>
                    <a:bodyPr/>
                    <a:lstStyle/>
                    <a:p>
                      <a:pPr indent="0" lvl="0" marL="0" rtl="0" algn="ctr">
                        <a:spcBef>
                          <a:spcPts val="0"/>
                        </a:spcBef>
                        <a:spcAft>
                          <a:spcPts val="0"/>
                        </a:spcAft>
                        <a:buNone/>
                      </a:pPr>
                      <a:r>
                        <a:rPr b="1" lang="en">
                          <a:latin typeface="Roboto"/>
                          <a:ea typeface="Roboto"/>
                          <a:cs typeface="Roboto"/>
                          <a:sym typeface="Roboto"/>
                        </a:rPr>
                        <a:t>Strategic</a:t>
                      </a:r>
                      <a:endParaRPr b="1">
                        <a:latin typeface="Roboto"/>
                        <a:ea typeface="Roboto"/>
                        <a:cs typeface="Roboto"/>
                        <a:sym typeface="Roboto"/>
                      </a:endParaRPr>
                    </a:p>
                  </a:txBody>
                  <a:tcPr marT="91425" marB="91425" marR="91425" marL="91425"/>
                </a:tc>
                <a:tc>
                  <a:txBody>
                    <a:bodyPr/>
                    <a:lstStyle/>
                    <a:p>
                      <a:pPr indent="0" lvl="0" marL="0" rtl="0" algn="ctr">
                        <a:spcBef>
                          <a:spcPts val="0"/>
                        </a:spcBef>
                        <a:spcAft>
                          <a:spcPts val="0"/>
                        </a:spcAft>
                        <a:buNone/>
                      </a:pPr>
                      <a:r>
                        <a:rPr b="1" lang="en">
                          <a:latin typeface="Roboto"/>
                          <a:ea typeface="Roboto"/>
                          <a:cs typeface="Roboto"/>
                          <a:sym typeface="Roboto"/>
                        </a:rPr>
                        <a:t>General</a:t>
                      </a:r>
                      <a:endParaRPr b="1">
                        <a:latin typeface="Roboto"/>
                        <a:ea typeface="Roboto"/>
                        <a:cs typeface="Roboto"/>
                        <a:sym typeface="Roboto"/>
                      </a:endParaRPr>
                    </a:p>
                  </a:txBody>
                  <a:tcPr marT="91425" marB="91425" marR="91425" marL="91425"/>
                </a:tc>
                <a:tc>
                  <a:txBody>
                    <a:bodyPr/>
                    <a:lstStyle/>
                    <a:p>
                      <a:pPr indent="0" lvl="0" marL="0" rtl="0" algn="ctr">
                        <a:spcBef>
                          <a:spcPts val="0"/>
                        </a:spcBef>
                        <a:spcAft>
                          <a:spcPts val="0"/>
                        </a:spcAft>
                        <a:buNone/>
                      </a:pPr>
                      <a:r>
                        <a:rPr b="1" lang="en">
                          <a:latin typeface="Roboto"/>
                          <a:ea typeface="Roboto"/>
                          <a:cs typeface="Roboto"/>
                          <a:sym typeface="Roboto"/>
                        </a:rPr>
                        <a:t>Non-member</a:t>
                      </a:r>
                      <a:endParaRPr b="1">
                        <a:latin typeface="Roboto"/>
                        <a:ea typeface="Roboto"/>
                        <a:cs typeface="Roboto"/>
                        <a:sym typeface="Roboto"/>
                      </a:endParaRPr>
                    </a:p>
                  </a:txBody>
                  <a:tcPr marT="91425" marB="91425" marR="91425" marL="91425"/>
                </a:tc>
              </a:tr>
              <a:tr h="673825">
                <a:tc>
                  <a:txBody>
                    <a:bodyPr/>
                    <a:lstStyle/>
                    <a:p>
                      <a:pPr indent="0" lvl="0" marL="0" rtl="0" algn="l">
                        <a:spcBef>
                          <a:spcPts val="0"/>
                        </a:spcBef>
                        <a:spcAft>
                          <a:spcPts val="0"/>
                        </a:spcAft>
                        <a:buNone/>
                      </a:pPr>
                      <a:r>
                        <a:rPr b="1" lang="en" sz="1000">
                          <a:latin typeface="Roboto"/>
                          <a:ea typeface="Roboto"/>
                          <a:cs typeface="Roboto"/>
                          <a:sym typeface="Roboto"/>
                        </a:rPr>
                        <a:t>Linux Foundation Training and certifications</a:t>
                      </a:r>
                      <a:endParaRPr b="1" sz="1000">
                        <a:latin typeface="Roboto"/>
                        <a:ea typeface="Roboto"/>
                        <a:cs typeface="Roboto"/>
                        <a:sym typeface="Roboto"/>
                      </a:endParaRPr>
                    </a:p>
                  </a:txBody>
                  <a:tcPr marT="91425" marB="91425" marR="91425" marL="91425"/>
                </a:tc>
                <a:tc>
                  <a:txBody>
                    <a:bodyPr/>
                    <a:lstStyle/>
                    <a:p>
                      <a:pPr indent="0" lvl="0" marL="0" rtl="0" algn="l">
                        <a:spcBef>
                          <a:spcPts val="0"/>
                        </a:spcBef>
                        <a:spcAft>
                          <a:spcPts val="0"/>
                        </a:spcAft>
                        <a:buNone/>
                      </a:pPr>
                      <a:r>
                        <a:rPr i="1" lang="en" sz="1000">
                          <a:latin typeface="Roboto"/>
                          <a:ea typeface="Roboto"/>
                          <a:cs typeface="Roboto"/>
                          <a:sym typeface="Roboto"/>
                        </a:rPr>
                        <a:t>LF Energy members enjoy</a:t>
                      </a:r>
                      <a:endParaRPr i="1" sz="1000">
                        <a:latin typeface="Roboto"/>
                        <a:ea typeface="Roboto"/>
                        <a:cs typeface="Roboto"/>
                        <a:sym typeface="Roboto"/>
                      </a:endParaRPr>
                    </a:p>
                    <a:p>
                      <a:pPr indent="0" lvl="0" marL="0" rtl="0" algn="l">
                        <a:spcBef>
                          <a:spcPts val="0"/>
                        </a:spcBef>
                        <a:spcAft>
                          <a:spcPts val="0"/>
                        </a:spcAft>
                        <a:buNone/>
                      </a:pPr>
                      <a:r>
                        <a:rPr i="1" lang="en" sz="1000">
                          <a:latin typeface="Roboto"/>
                          <a:ea typeface="Roboto"/>
                          <a:cs typeface="Roboto"/>
                          <a:sym typeface="Roboto"/>
                        </a:rPr>
                        <a:t>premium access to LF Open Source Training and</a:t>
                      </a:r>
                      <a:endParaRPr i="1" sz="1000">
                        <a:latin typeface="Roboto"/>
                        <a:ea typeface="Roboto"/>
                        <a:cs typeface="Roboto"/>
                        <a:sym typeface="Roboto"/>
                      </a:endParaRPr>
                    </a:p>
                    <a:p>
                      <a:pPr indent="0" lvl="0" marL="0" rtl="0" algn="l">
                        <a:spcBef>
                          <a:spcPts val="0"/>
                        </a:spcBef>
                        <a:spcAft>
                          <a:spcPts val="0"/>
                        </a:spcAft>
                        <a:buNone/>
                      </a:pPr>
                      <a:r>
                        <a:rPr i="1" lang="en" sz="1000">
                          <a:latin typeface="Roboto"/>
                          <a:ea typeface="Roboto"/>
                          <a:cs typeface="Roboto"/>
                          <a:sym typeface="Roboto"/>
                        </a:rPr>
                        <a:t>Certification</a:t>
                      </a:r>
                      <a:endParaRPr i="1" sz="1000">
                        <a:latin typeface="Roboto"/>
                        <a:ea typeface="Roboto"/>
                        <a:cs typeface="Roboto"/>
                        <a:sym typeface="Roboto"/>
                      </a:endParaRPr>
                    </a:p>
                  </a:txBody>
                  <a:tcPr marT="91425" marB="91425" marR="91425" marL="91425"/>
                </a:tc>
                <a:tc>
                  <a:txBody>
                    <a:bodyPr/>
                    <a:lstStyle/>
                    <a:p>
                      <a:pPr indent="0" lvl="0" marL="0" marR="0" rtl="0" algn="ctr">
                        <a:lnSpc>
                          <a:spcPct val="100000"/>
                        </a:lnSpc>
                        <a:spcBef>
                          <a:spcPts val="0"/>
                        </a:spcBef>
                        <a:spcAft>
                          <a:spcPts val="0"/>
                        </a:spcAft>
                        <a:buNone/>
                      </a:pPr>
                      <a:r>
                        <a:rPr lang="en" sz="1000">
                          <a:latin typeface="Roboto"/>
                          <a:ea typeface="Roboto"/>
                          <a:cs typeface="Roboto"/>
                          <a:sym typeface="Roboto"/>
                        </a:rPr>
                        <a:t>✓</a:t>
                      </a:r>
                      <a:endParaRPr sz="1000">
                        <a:latin typeface="Roboto"/>
                        <a:ea typeface="Roboto"/>
                        <a:cs typeface="Roboto"/>
                        <a:sym typeface="Roboto"/>
                      </a:endParaRPr>
                    </a:p>
                    <a:p>
                      <a:pPr indent="0" lvl="0" marL="0" marR="0" rtl="0" algn="ctr">
                        <a:lnSpc>
                          <a:spcPct val="100000"/>
                        </a:lnSpc>
                        <a:spcBef>
                          <a:spcPts val="0"/>
                        </a:spcBef>
                        <a:spcAft>
                          <a:spcPts val="0"/>
                        </a:spcAft>
                        <a:buNone/>
                      </a:pPr>
                      <a:r>
                        <a:t/>
                      </a:r>
                      <a:endParaRPr sz="1000">
                        <a:latin typeface="Roboto"/>
                        <a:ea typeface="Roboto"/>
                        <a:cs typeface="Roboto"/>
                        <a:sym typeface="Roboto"/>
                      </a:endParaRPr>
                    </a:p>
                    <a:p>
                      <a:pPr indent="0" lvl="0" marL="0" rtl="0" algn="ctr">
                        <a:spcBef>
                          <a:spcPts val="0"/>
                        </a:spcBef>
                        <a:spcAft>
                          <a:spcPts val="0"/>
                        </a:spcAft>
                        <a:buNone/>
                      </a:pPr>
                      <a:r>
                        <a:rPr i="1" lang="en" sz="1000">
                          <a:latin typeface="Roboto"/>
                          <a:ea typeface="Roboto"/>
                          <a:cs typeface="Roboto"/>
                          <a:sym typeface="Roboto"/>
                        </a:rPr>
                        <a:t>50-seat, annual subscription granting access to our library of eLearning courses and certification exams</a:t>
                      </a:r>
                      <a:endParaRPr i="1" sz="1000">
                        <a:latin typeface="Roboto"/>
                        <a:ea typeface="Roboto"/>
                        <a:cs typeface="Roboto"/>
                        <a:sym typeface="Roboto"/>
                      </a:endParaRPr>
                    </a:p>
                  </a:txBody>
                  <a:tcPr marT="91425" marB="91425" marR="91425" marL="91425" anchor="ctr"/>
                </a:tc>
                <a:tc>
                  <a:txBody>
                    <a:bodyPr/>
                    <a:lstStyle/>
                    <a:p>
                      <a:pPr indent="0" lvl="0" marL="0" rtl="0" algn="ctr">
                        <a:spcBef>
                          <a:spcPts val="0"/>
                        </a:spcBef>
                        <a:spcAft>
                          <a:spcPts val="0"/>
                        </a:spcAft>
                        <a:buNone/>
                      </a:pPr>
                      <a:r>
                        <a:rPr lang="en" sz="1000">
                          <a:latin typeface="Roboto"/>
                          <a:ea typeface="Roboto"/>
                          <a:cs typeface="Roboto"/>
                          <a:sym typeface="Roboto"/>
                        </a:rPr>
                        <a:t>✓</a:t>
                      </a:r>
                      <a:endParaRPr sz="1000">
                        <a:latin typeface="Roboto"/>
                        <a:ea typeface="Roboto"/>
                        <a:cs typeface="Roboto"/>
                        <a:sym typeface="Roboto"/>
                      </a:endParaRPr>
                    </a:p>
                    <a:p>
                      <a:pPr indent="0" lvl="0" marL="0" rtl="0" algn="ctr">
                        <a:spcBef>
                          <a:spcPts val="0"/>
                        </a:spcBef>
                        <a:spcAft>
                          <a:spcPts val="0"/>
                        </a:spcAft>
                        <a:buNone/>
                      </a:pPr>
                      <a:r>
                        <a:t/>
                      </a:r>
                      <a:endParaRPr sz="1000">
                        <a:latin typeface="Roboto"/>
                        <a:ea typeface="Roboto"/>
                        <a:cs typeface="Roboto"/>
                        <a:sym typeface="Roboto"/>
                      </a:endParaRPr>
                    </a:p>
                    <a:p>
                      <a:pPr indent="0" lvl="0" marL="0" rtl="0" algn="ctr">
                        <a:spcBef>
                          <a:spcPts val="0"/>
                        </a:spcBef>
                        <a:spcAft>
                          <a:spcPts val="0"/>
                        </a:spcAft>
                        <a:buNone/>
                      </a:pPr>
                      <a:r>
                        <a:rPr i="1" lang="en" sz="1000">
                          <a:latin typeface="Roboto"/>
                          <a:ea typeface="Roboto"/>
                          <a:cs typeface="Roboto"/>
                          <a:sym typeface="Roboto"/>
                        </a:rPr>
                        <a:t>10 complementary LF Training course / certification tickets</a:t>
                      </a:r>
                      <a:endParaRPr i="1" sz="1000">
                        <a:latin typeface="Roboto"/>
                        <a:ea typeface="Roboto"/>
                        <a:cs typeface="Roboto"/>
                        <a:sym typeface="Roboto"/>
                      </a:endParaRPr>
                    </a:p>
                  </a:txBody>
                  <a:tcPr marT="91425" marB="91425" marR="91425" marL="91425" anchor="ctr"/>
                </a:tc>
                <a:tc>
                  <a:txBody>
                    <a:bodyPr/>
                    <a:lstStyle/>
                    <a:p>
                      <a:pPr indent="0" lvl="0" marL="0" marR="0" rtl="0" algn="ctr">
                        <a:lnSpc>
                          <a:spcPct val="100000"/>
                        </a:lnSpc>
                        <a:spcBef>
                          <a:spcPts val="0"/>
                        </a:spcBef>
                        <a:spcAft>
                          <a:spcPts val="0"/>
                        </a:spcAft>
                        <a:buNone/>
                      </a:pPr>
                      <a:r>
                        <a:rPr lang="en" sz="1000">
                          <a:latin typeface="Roboto"/>
                          <a:ea typeface="Roboto"/>
                          <a:cs typeface="Roboto"/>
                          <a:sym typeface="Roboto"/>
                        </a:rPr>
                        <a:t>Full price</a:t>
                      </a:r>
                      <a:endParaRPr sz="1000">
                        <a:latin typeface="Roboto"/>
                        <a:ea typeface="Roboto"/>
                        <a:cs typeface="Roboto"/>
                        <a:sym typeface="Roboto"/>
                      </a:endParaRPr>
                    </a:p>
                  </a:txBody>
                  <a:tcPr marT="91425" marB="91425" marR="91425" marL="91425" anchor="ctr"/>
                </a:tc>
              </a:tr>
            </a:tbl>
          </a:graphicData>
        </a:graphic>
      </p:graphicFrame>
    </p:spTree>
  </p:cSld>
  <p:clrMapOvr>
    <a:masterClrMapping/>
  </p:clrMapOvr>
</p:sld>
</file>

<file path=ppt/slides/slide1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46" name="Shape 346"/>
        <p:cNvGrpSpPr/>
        <p:nvPr/>
      </p:nvGrpSpPr>
      <p:grpSpPr>
        <a:xfrm>
          <a:off x="0" y="0"/>
          <a:ext cx="0" cy="0"/>
          <a:chOff x="0" y="0"/>
          <a:chExt cx="0" cy="0"/>
        </a:xfrm>
      </p:grpSpPr>
      <p:sp>
        <p:nvSpPr>
          <p:cNvPr id="347" name="Google Shape;347;p51"/>
          <p:cNvSpPr txBox="1"/>
          <p:nvPr>
            <p:ph type="title"/>
          </p:nvPr>
        </p:nvSpPr>
        <p:spPr>
          <a:xfrm>
            <a:off x="311700" y="410000"/>
            <a:ext cx="6614100" cy="6078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Membership Tiers</a:t>
            </a:r>
            <a:endParaRPr/>
          </a:p>
        </p:txBody>
      </p:sp>
      <p:sp>
        <p:nvSpPr>
          <p:cNvPr id="348" name="Google Shape;348;p51"/>
          <p:cNvSpPr txBox="1"/>
          <p:nvPr>
            <p:ph idx="1" type="body"/>
          </p:nvPr>
        </p:nvSpPr>
        <p:spPr>
          <a:xfrm>
            <a:off x="311700" y="1229975"/>
            <a:ext cx="3999900" cy="3339000"/>
          </a:xfrm>
          <a:prstGeom prst="rect">
            <a:avLst/>
          </a:prstGeom>
        </p:spPr>
        <p:txBody>
          <a:bodyPr anchorCtr="0" anchor="t" bIns="91425" lIns="91425" spcFirstLastPara="1" rIns="91425" wrap="square" tIns="91425">
            <a:normAutofit/>
          </a:bodyPr>
          <a:lstStyle/>
          <a:p>
            <a:pPr indent="0" lvl="0" marL="0" rtl="0" algn="l">
              <a:spcBef>
                <a:spcPts val="0"/>
              </a:spcBef>
              <a:spcAft>
                <a:spcPts val="0"/>
              </a:spcAft>
              <a:buNone/>
            </a:pPr>
            <a:r>
              <a:rPr b="1" lang="en">
                <a:latin typeface="Roboto Slab"/>
                <a:ea typeface="Roboto Slab"/>
                <a:cs typeface="Roboto Slab"/>
                <a:sym typeface="Roboto Slab"/>
              </a:rPr>
              <a:t>Strategic</a:t>
            </a:r>
            <a:endParaRPr b="1">
              <a:latin typeface="Roboto Slab"/>
              <a:ea typeface="Roboto Slab"/>
              <a:cs typeface="Roboto Slab"/>
              <a:sym typeface="Roboto Slab"/>
            </a:endParaRPr>
          </a:p>
          <a:p>
            <a:pPr indent="0" lvl="0" marL="0" rtl="0" algn="l">
              <a:spcBef>
                <a:spcPts val="0"/>
              </a:spcBef>
              <a:spcAft>
                <a:spcPts val="0"/>
              </a:spcAft>
              <a:buNone/>
            </a:pPr>
            <a:r>
              <a:t/>
            </a:r>
            <a:endParaRPr/>
          </a:p>
          <a:p>
            <a:pPr indent="0" lvl="0" marL="0" rtl="0" algn="l">
              <a:spcBef>
                <a:spcPts val="0"/>
              </a:spcBef>
              <a:spcAft>
                <a:spcPts val="0"/>
              </a:spcAft>
              <a:buNone/>
            </a:pPr>
            <a:r>
              <a:rPr i="1" lang="en"/>
              <a:t>$150k / year</a:t>
            </a:r>
            <a:endParaRPr i="1"/>
          </a:p>
          <a:p>
            <a:pPr indent="0" lvl="0" marL="0" rtl="0" algn="l">
              <a:spcBef>
                <a:spcPts val="0"/>
              </a:spcBef>
              <a:spcAft>
                <a:spcPts val="0"/>
              </a:spcAft>
              <a:buNone/>
            </a:pPr>
            <a:r>
              <a:t/>
            </a:r>
            <a:endParaRPr/>
          </a:p>
          <a:p>
            <a:pPr indent="0" lvl="0" marL="0" rtl="0" algn="l">
              <a:spcBef>
                <a:spcPts val="0"/>
              </a:spcBef>
              <a:spcAft>
                <a:spcPts val="0"/>
              </a:spcAft>
              <a:buNone/>
            </a:pPr>
            <a:r>
              <a:rPr lang="en"/>
              <a:t>Organizations that want to demonstrate market leadership and directly influence the future of digital energy.</a:t>
            </a:r>
            <a:endParaRPr/>
          </a:p>
          <a:p>
            <a:pPr indent="0" lvl="0" marL="0" rtl="0" algn="l">
              <a:spcBef>
                <a:spcPts val="0"/>
              </a:spcBef>
              <a:spcAft>
                <a:spcPts val="0"/>
              </a:spcAft>
              <a:buNone/>
            </a:pPr>
            <a:r>
              <a:t/>
            </a:r>
            <a:endParaRPr/>
          </a:p>
          <a:p>
            <a:pPr indent="0" lvl="0" marL="0" rtl="0" algn="l">
              <a:spcBef>
                <a:spcPts val="0"/>
              </a:spcBef>
              <a:spcAft>
                <a:spcPts val="0"/>
              </a:spcAft>
              <a:buNone/>
            </a:pPr>
            <a:r>
              <a:t/>
            </a:r>
            <a:endParaRPr/>
          </a:p>
        </p:txBody>
      </p:sp>
      <p:sp>
        <p:nvSpPr>
          <p:cNvPr id="349" name="Google Shape;349;p51"/>
          <p:cNvSpPr txBox="1"/>
          <p:nvPr>
            <p:ph idx="2" type="body"/>
          </p:nvPr>
        </p:nvSpPr>
        <p:spPr>
          <a:xfrm>
            <a:off x="4832400" y="1229975"/>
            <a:ext cx="3999900" cy="3339000"/>
          </a:xfrm>
          <a:prstGeom prst="rect">
            <a:avLst/>
          </a:prstGeom>
        </p:spPr>
        <p:txBody>
          <a:bodyPr anchorCtr="0" anchor="t" bIns="91425" lIns="91425" spcFirstLastPara="1" rIns="91425" wrap="square" tIns="91425">
            <a:normAutofit/>
          </a:bodyPr>
          <a:lstStyle/>
          <a:p>
            <a:pPr indent="0" lvl="0" marL="0" rtl="0" algn="l">
              <a:spcBef>
                <a:spcPts val="0"/>
              </a:spcBef>
              <a:spcAft>
                <a:spcPts val="0"/>
              </a:spcAft>
              <a:buNone/>
            </a:pPr>
            <a:r>
              <a:rPr b="1" lang="en">
                <a:latin typeface="Roboto Slab"/>
                <a:ea typeface="Roboto Slab"/>
                <a:cs typeface="Roboto Slab"/>
                <a:sym typeface="Roboto Slab"/>
              </a:rPr>
              <a:t>General</a:t>
            </a:r>
            <a:endParaRPr b="1">
              <a:latin typeface="Roboto Slab"/>
              <a:ea typeface="Roboto Slab"/>
              <a:cs typeface="Roboto Slab"/>
              <a:sym typeface="Roboto Slab"/>
            </a:endParaRPr>
          </a:p>
          <a:p>
            <a:pPr indent="0" lvl="0" marL="0" rtl="0" algn="l">
              <a:spcBef>
                <a:spcPts val="0"/>
              </a:spcBef>
              <a:spcAft>
                <a:spcPts val="0"/>
              </a:spcAft>
              <a:buNone/>
            </a:pPr>
            <a:r>
              <a:t/>
            </a:r>
            <a:endParaRPr b="1">
              <a:latin typeface="Roboto Slab"/>
              <a:ea typeface="Roboto Slab"/>
              <a:cs typeface="Roboto Slab"/>
              <a:sym typeface="Roboto Slab"/>
            </a:endParaRPr>
          </a:p>
          <a:p>
            <a:pPr indent="0" lvl="0" marL="0" rtl="0" algn="l">
              <a:spcBef>
                <a:spcPts val="0"/>
              </a:spcBef>
              <a:spcAft>
                <a:spcPts val="0"/>
              </a:spcAft>
              <a:buNone/>
            </a:pPr>
            <a:r>
              <a:rPr i="1" lang="en"/>
              <a:t>$5-50k / year</a:t>
            </a:r>
            <a:endParaRPr i="1"/>
          </a:p>
          <a:p>
            <a:pPr indent="0" lvl="0" marL="0" rtl="0" algn="l">
              <a:spcBef>
                <a:spcPts val="0"/>
              </a:spcBef>
              <a:spcAft>
                <a:spcPts val="0"/>
              </a:spcAft>
              <a:buNone/>
            </a:pPr>
            <a:r>
              <a:rPr i="1" lang="en" sz="800"/>
              <a:t>Fees scale based on # of employees</a:t>
            </a:r>
            <a:endParaRPr i="1" sz="800"/>
          </a:p>
          <a:p>
            <a:pPr indent="0" lvl="0" marL="0" rtl="0" algn="l">
              <a:spcBef>
                <a:spcPts val="0"/>
              </a:spcBef>
              <a:spcAft>
                <a:spcPts val="0"/>
              </a:spcAft>
              <a:buNone/>
            </a:pPr>
            <a:r>
              <a:t/>
            </a:r>
            <a:endParaRPr b="1">
              <a:latin typeface="Roboto Slab"/>
              <a:ea typeface="Roboto Slab"/>
              <a:cs typeface="Roboto Slab"/>
              <a:sym typeface="Roboto Slab"/>
            </a:endParaRPr>
          </a:p>
          <a:p>
            <a:pPr indent="0" lvl="0" marL="0" rtl="0" algn="l">
              <a:spcBef>
                <a:spcPts val="0"/>
              </a:spcBef>
              <a:spcAft>
                <a:spcPts val="0"/>
              </a:spcAft>
              <a:buNone/>
            </a:pPr>
            <a:r>
              <a:rPr lang="en"/>
              <a:t>Organizations that want to amplify their impact and accelerate the energy transition.</a:t>
            </a:r>
            <a:endParaRPr/>
          </a:p>
          <a:p>
            <a:pPr indent="0" lvl="0" marL="0" rtl="0" algn="l">
              <a:spcBef>
                <a:spcPts val="0"/>
              </a:spcBef>
              <a:spcAft>
                <a:spcPts val="0"/>
              </a:spcAft>
              <a:buNone/>
            </a:pPr>
            <a:r>
              <a:t/>
            </a:r>
            <a:endParaRPr b="1">
              <a:latin typeface="Roboto Slab"/>
              <a:ea typeface="Roboto Slab"/>
              <a:cs typeface="Roboto Slab"/>
              <a:sym typeface="Roboto Slab"/>
            </a:endParaRPr>
          </a:p>
        </p:txBody>
      </p:sp>
    </p:spTree>
  </p:cSld>
  <p:clrMapOvr>
    <a:masterClrMapping/>
  </p:clrMapOvr>
</p:sld>
</file>

<file path=ppt/slides/slide1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53" name="Shape 353"/>
        <p:cNvGrpSpPr/>
        <p:nvPr/>
      </p:nvGrpSpPr>
      <p:grpSpPr>
        <a:xfrm>
          <a:off x="0" y="0"/>
          <a:ext cx="0" cy="0"/>
          <a:chOff x="0" y="0"/>
          <a:chExt cx="0" cy="0"/>
        </a:xfrm>
      </p:grpSpPr>
      <p:sp>
        <p:nvSpPr>
          <p:cNvPr id="354" name="Google Shape;354;p52"/>
          <p:cNvSpPr txBox="1"/>
          <p:nvPr>
            <p:ph type="title"/>
          </p:nvPr>
        </p:nvSpPr>
        <p:spPr>
          <a:xfrm>
            <a:off x="311700" y="410000"/>
            <a:ext cx="8520600" cy="6078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Linux Foundation Member Benefits</a:t>
            </a:r>
            <a:endParaRPr/>
          </a:p>
        </p:txBody>
      </p:sp>
      <p:sp>
        <p:nvSpPr>
          <p:cNvPr id="355" name="Google Shape;355;p52"/>
          <p:cNvSpPr txBox="1"/>
          <p:nvPr>
            <p:ph idx="1" type="body"/>
          </p:nvPr>
        </p:nvSpPr>
        <p:spPr>
          <a:xfrm>
            <a:off x="273125" y="919200"/>
            <a:ext cx="8520600" cy="543300"/>
          </a:xfrm>
          <a:prstGeom prst="rect">
            <a:avLst/>
          </a:prstGeom>
        </p:spPr>
        <p:txBody>
          <a:bodyPr anchorCtr="0" anchor="t" bIns="91425" lIns="91425" spcFirstLastPara="1" rIns="91425" wrap="square" tIns="91425">
            <a:normAutofit lnSpcReduction="20000"/>
          </a:bodyPr>
          <a:lstStyle/>
          <a:p>
            <a:pPr indent="0" lvl="0" marL="0" rtl="0" algn="l">
              <a:spcBef>
                <a:spcPts val="0"/>
              </a:spcBef>
              <a:spcAft>
                <a:spcPts val="0"/>
              </a:spcAft>
              <a:buNone/>
            </a:pPr>
            <a:r>
              <a:rPr lang="en" sz="1200"/>
              <a:t>All LF Energy members must also become members of the Linux Foundation at any tier (more information </a:t>
            </a:r>
            <a:r>
              <a:rPr lang="en" sz="1200" u="sng">
                <a:solidFill>
                  <a:schemeClr val="hlink"/>
                </a:solidFill>
                <a:hlinkClick r:id="rId3"/>
              </a:rPr>
              <a:t>here</a:t>
            </a:r>
            <a:r>
              <a:rPr lang="en" sz="1200"/>
              <a:t>). </a:t>
            </a:r>
            <a:r>
              <a:rPr b="1" lang="en" sz="1200">
                <a:latin typeface="Roboto Slab"/>
                <a:ea typeface="Roboto Slab"/>
                <a:cs typeface="Roboto Slab"/>
                <a:sym typeface="Roboto Slab"/>
              </a:rPr>
              <a:t>Some</a:t>
            </a:r>
            <a:r>
              <a:rPr lang="en" sz="1200"/>
              <a:t> of the </a:t>
            </a:r>
            <a:r>
              <a:rPr lang="en" sz="1200" u="sng">
                <a:solidFill>
                  <a:schemeClr val="hlink"/>
                </a:solidFill>
                <a:hlinkClick r:id="rId4"/>
              </a:rPr>
              <a:t>benefits</a:t>
            </a:r>
            <a:r>
              <a:rPr lang="en" sz="1200"/>
              <a:t> your organization can take advantage of by being an LF member include:</a:t>
            </a:r>
            <a:endParaRPr sz="1200"/>
          </a:p>
        </p:txBody>
      </p:sp>
      <p:graphicFrame>
        <p:nvGraphicFramePr>
          <p:cNvPr id="356" name="Google Shape;356;p52"/>
          <p:cNvGraphicFramePr/>
          <p:nvPr/>
        </p:nvGraphicFramePr>
        <p:xfrm>
          <a:off x="0" y="1462500"/>
          <a:ext cx="3000000" cy="3000000"/>
        </p:xfrm>
        <a:graphic>
          <a:graphicData uri="http://schemas.openxmlformats.org/drawingml/2006/table">
            <a:tbl>
              <a:tblPr>
                <a:noFill/>
                <a:tableStyleId>{1BFDC143-97BD-4B04-8F61-2EA9569F8B6A}</a:tableStyleId>
              </a:tblPr>
              <a:tblGrid>
                <a:gridCol w="3048000"/>
                <a:gridCol w="3048000"/>
                <a:gridCol w="3048000"/>
              </a:tblGrid>
              <a:tr h="2076475">
                <a:tc>
                  <a:txBody>
                    <a:bodyPr/>
                    <a:lstStyle/>
                    <a:p>
                      <a:pPr indent="0" lvl="0" marL="0" rtl="0" algn="ctr">
                        <a:spcBef>
                          <a:spcPts val="0"/>
                        </a:spcBef>
                        <a:spcAft>
                          <a:spcPts val="0"/>
                        </a:spcAft>
                        <a:buNone/>
                      </a:pPr>
                      <a:r>
                        <a:rPr b="1" lang="en" sz="1200">
                          <a:latin typeface="Roboto"/>
                          <a:ea typeface="Roboto"/>
                          <a:cs typeface="Roboto"/>
                          <a:sym typeface="Roboto"/>
                        </a:rPr>
                        <a:t>Legal</a:t>
                      </a:r>
                      <a:endParaRPr b="1" sz="1200">
                        <a:latin typeface="Roboto"/>
                        <a:ea typeface="Roboto"/>
                        <a:cs typeface="Roboto"/>
                        <a:sym typeface="Roboto"/>
                      </a:endParaRPr>
                    </a:p>
                    <a:p>
                      <a:pPr indent="-292100" lvl="0" marL="457200" rtl="0" algn="l">
                        <a:spcBef>
                          <a:spcPts val="0"/>
                        </a:spcBef>
                        <a:spcAft>
                          <a:spcPts val="0"/>
                        </a:spcAft>
                        <a:buSzPts val="1000"/>
                        <a:buFont typeface="Roboto"/>
                        <a:buChar char="●"/>
                      </a:pPr>
                      <a:r>
                        <a:rPr lang="en" sz="1000">
                          <a:latin typeface="Roboto"/>
                          <a:ea typeface="Roboto"/>
                          <a:cs typeface="Roboto"/>
                          <a:sym typeface="Roboto"/>
                        </a:rPr>
                        <a:t>Conferences. Join exclusive legal conferences including the annual LF Legal Summit, LF Open Compliance Summit, legal tracks at the Open Source Leadership Summit, and access the bimonthly legal counsel calls.</a:t>
                      </a:r>
                      <a:endParaRPr sz="1000">
                        <a:latin typeface="Roboto"/>
                        <a:ea typeface="Roboto"/>
                        <a:cs typeface="Roboto"/>
                        <a:sym typeface="Roboto"/>
                      </a:endParaRPr>
                    </a:p>
                    <a:p>
                      <a:pPr indent="-292100" lvl="0" marL="457200" rtl="0" algn="l">
                        <a:spcBef>
                          <a:spcPts val="0"/>
                        </a:spcBef>
                        <a:spcAft>
                          <a:spcPts val="0"/>
                        </a:spcAft>
                        <a:buSzPts val="1000"/>
                        <a:buFont typeface="Roboto"/>
                        <a:buChar char="●"/>
                      </a:pPr>
                      <a:r>
                        <a:rPr lang="en" sz="1000">
                          <a:latin typeface="Roboto"/>
                          <a:ea typeface="Roboto"/>
                          <a:cs typeface="Roboto"/>
                          <a:sym typeface="Roboto"/>
                        </a:rPr>
                        <a:t>Ad-hoc support. Engage with our open source compliance experts for ad hoc discussions ranging from potential new projects to internal program office structures and processes.</a:t>
                      </a:r>
                      <a:endParaRPr sz="1000">
                        <a:latin typeface="Roboto"/>
                        <a:ea typeface="Roboto"/>
                        <a:cs typeface="Roboto"/>
                        <a:sym typeface="Roboto"/>
                      </a:endParaRPr>
                    </a:p>
                  </a:txBody>
                  <a:tcPr marT="91425" marB="91425" marR="91425" marL="91425">
                    <a:solidFill>
                      <a:schemeClr val="lt1"/>
                    </a:solidFill>
                  </a:tcPr>
                </a:tc>
                <a:tc>
                  <a:txBody>
                    <a:bodyPr/>
                    <a:lstStyle/>
                    <a:p>
                      <a:pPr indent="0" lvl="0" marL="0" marR="0" rtl="0" algn="ctr">
                        <a:lnSpc>
                          <a:spcPct val="100000"/>
                        </a:lnSpc>
                        <a:spcBef>
                          <a:spcPts val="0"/>
                        </a:spcBef>
                        <a:spcAft>
                          <a:spcPts val="0"/>
                        </a:spcAft>
                        <a:buNone/>
                      </a:pPr>
                      <a:r>
                        <a:rPr b="1" lang="en" sz="1200">
                          <a:latin typeface="Roboto"/>
                          <a:ea typeface="Roboto"/>
                          <a:cs typeface="Roboto"/>
                          <a:sym typeface="Roboto"/>
                        </a:rPr>
                        <a:t>Strategic Guidance</a:t>
                      </a:r>
                      <a:endParaRPr b="1" sz="1200">
                        <a:latin typeface="Roboto"/>
                        <a:ea typeface="Roboto"/>
                        <a:cs typeface="Roboto"/>
                        <a:sym typeface="Roboto"/>
                      </a:endParaRPr>
                    </a:p>
                    <a:p>
                      <a:pPr indent="-292100" lvl="0" marL="457200" rtl="0" algn="l">
                        <a:spcBef>
                          <a:spcPts val="0"/>
                        </a:spcBef>
                        <a:spcAft>
                          <a:spcPts val="0"/>
                        </a:spcAft>
                        <a:buSzPts val="1000"/>
                        <a:buFont typeface="Roboto"/>
                        <a:buChar char="●"/>
                      </a:pPr>
                      <a:r>
                        <a:rPr lang="en" sz="1000">
                          <a:latin typeface="Roboto"/>
                          <a:ea typeface="Roboto"/>
                          <a:cs typeface="Roboto"/>
                          <a:sym typeface="Roboto"/>
                        </a:rPr>
                        <a:t>Best Practices. Opportunity for your open source program office to participate in the TODO Group (todogroup.org) and Open Source Security Foundation (OpenSSF).</a:t>
                      </a:r>
                      <a:endParaRPr sz="1000">
                        <a:latin typeface="Roboto"/>
                        <a:ea typeface="Roboto"/>
                        <a:cs typeface="Roboto"/>
                        <a:sym typeface="Roboto"/>
                      </a:endParaRPr>
                    </a:p>
                    <a:p>
                      <a:pPr indent="-292100" lvl="0" marL="457200" rtl="0" algn="l">
                        <a:spcBef>
                          <a:spcPts val="0"/>
                        </a:spcBef>
                        <a:spcAft>
                          <a:spcPts val="0"/>
                        </a:spcAft>
                        <a:buSzPts val="1000"/>
                        <a:buFont typeface="Roboto"/>
                        <a:buChar char="●"/>
                      </a:pPr>
                      <a:r>
                        <a:rPr lang="en" sz="1000">
                          <a:latin typeface="Roboto"/>
                          <a:ea typeface="Roboto"/>
                          <a:cs typeface="Roboto"/>
                          <a:sym typeface="Roboto"/>
                        </a:rPr>
                        <a:t>Introductions to other Linux Foundation members and hosted projects of interest to expand business opportunities</a:t>
                      </a:r>
                      <a:endParaRPr sz="1000">
                        <a:latin typeface="Roboto"/>
                        <a:ea typeface="Roboto"/>
                        <a:cs typeface="Roboto"/>
                        <a:sym typeface="Roboto"/>
                      </a:endParaRPr>
                    </a:p>
                  </a:txBody>
                  <a:tcPr marT="91425" marB="91425" marR="91425" marL="91425">
                    <a:solidFill>
                      <a:schemeClr val="lt1"/>
                    </a:solidFill>
                  </a:tcPr>
                </a:tc>
                <a:tc>
                  <a:txBody>
                    <a:bodyPr/>
                    <a:lstStyle/>
                    <a:p>
                      <a:pPr indent="0" lvl="0" marL="0" marR="0" rtl="0" algn="ctr">
                        <a:lnSpc>
                          <a:spcPct val="100000"/>
                        </a:lnSpc>
                        <a:spcBef>
                          <a:spcPts val="0"/>
                        </a:spcBef>
                        <a:spcAft>
                          <a:spcPts val="0"/>
                        </a:spcAft>
                        <a:buNone/>
                      </a:pPr>
                      <a:r>
                        <a:rPr b="1" lang="en" sz="1200">
                          <a:latin typeface="Roboto"/>
                          <a:ea typeface="Roboto"/>
                          <a:cs typeface="Roboto"/>
                          <a:sym typeface="Roboto"/>
                        </a:rPr>
                        <a:t>Insights</a:t>
                      </a:r>
                      <a:endParaRPr b="1" sz="1000">
                        <a:latin typeface="Roboto"/>
                        <a:ea typeface="Roboto"/>
                        <a:cs typeface="Roboto"/>
                        <a:sym typeface="Roboto"/>
                      </a:endParaRPr>
                    </a:p>
                    <a:p>
                      <a:pPr indent="-292100" lvl="0" marL="457200" rtl="0" algn="l">
                        <a:spcBef>
                          <a:spcPts val="0"/>
                        </a:spcBef>
                        <a:spcAft>
                          <a:spcPts val="0"/>
                        </a:spcAft>
                        <a:buSzPts val="1000"/>
                        <a:buFont typeface="Roboto"/>
                        <a:buChar char="●"/>
                      </a:pPr>
                      <a:r>
                        <a:rPr lang="en" sz="1000">
                          <a:latin typeface="Roboto"/>
                          <a:ea typeface="Roboto"/>
                          <a:cs typeface="Roboto"/>
                          <a:sym typeface="Roboto"/>
                        </a:rPr>
                        <a:t>Leverage LFX Insights to validate projects for investment, and track the activity and growth of projects you’re already involved in.</a:t>
                      </a:r>
                      <a:endParaRPr sz="1000">
                        <a:latin typeface="Roboto"/>
                        <a:ea typeface="Roboto"/>
                        <a:cs typeface="Roboto"/>
                        <a:sym typeface="Roboto"/>
                      </a:endParaRPr>
                    </a:p>
                    <a:p>
                      <a:pPr indent="-292100" lvl="0" marL="457200" rtl="0" algn="l">
                        <a:spcBef>
                          <a:spcPts val="0"/>
                        </a:spcBef>
                        <a:spcAft>
                          <a:spcPts val="0"/>
                        </a:spcAft>
                        <a:buSzPts val="1000"/>
                        <a:buFont typeface="Roboto"/>
                        <a:buChar char="●"/>
                      </a:pPr>
                      <a:r>
                        <a:rPr lang="en" sz="1000">
                          <a:latin typeface="Roboto"/>
                          <a:ea typeface="Roboto"/>
                          <a:cs typeface="Roboto"/>
                          <a:sym typeface="Roboto"/>
                        </a:rPr>
                        <a:t>Gain visibility on your project’s code pipeline and performance metrics. Ensure the health &amp; viability of the open source projects you care about.</a:t>
                      </a:r>
                      <a:endParaRPr sz="1000">
                        <a:latin typeface="Roboto"/>
                        <a:ea typeface="Roboto"/>
                        <a:cs typeface="Roboto"/>
                        <a:sym typeface="Roboto"/>
                      </a:endParaRPr>
                    </a:p>
                    <a:p>
                      <a:pPr indent="-292100" lvl="0" marL="457200" rtl="0" algn="l">
                        <a:spcBef>
                          <a:spcPts val="0"/>
                        </a:spcBef>
                        <a:spcAft>
                          <a:spcPts val="0"/>
                        </a:spcAft>
                        <a:buSzPts val="1000"/>
                        <a:buFont typeface="Roboto"/>
                        <a:buChar char="●"/>
                      </a:pPr>
                      <a:r>
                        <a:rPr lang="en" sz="1000">
                          <a:latin typeface="Roboto"/>
                          <a:ea typeface="Roboto"/>
                          <a:cs typeface="Roboto"/>
                          <a:sym typeface="Roboto"/>
                        </a:rPr>
                        <a:t>Showcase your organization’s leadership and subject matter expertise in the open source community</a:t>
                      </a:r>
                      <a:endParaRPr sz="1000">
                        <a:latin typeface="Roboto"/>
                        <a:ea typeface="Roboto"/>
                        <a:cs typeface="Roboto"/>
                        <a:sym typeface="Roboto"/>
                      </a:endParaRPr>
                    </a:p>
                  </a:txBody>
                  <a:tcPr marT="91425" marB="91425" marR="91425" marL="91425">
                    <a:solidFill>
                      <a:schemeClr val="lt1"/>
                    </a:solidFill>
                  </a:tcPr>
                </a:tc>
              </a:tr>
              <a:tr h="1604525">
                <a:tc>
                  <a:txBody>
                    <a:bodyPr/>
                    <a:lstStyle/>
                    <a:p>
                      <a:pPr indent="0" lvl="0" marL="0" rtl="0" algn="ctr">
                        <a:spcBef>
                          <a:spcPts val="0"/>
                        </a:spcBef>
                        <a:spcAft>
                          <a:spcPts val="0"/>
                        </a:spcAft>
                        <a:buNone/>
                      </a:pPr>
                      <a:r>
                        <a:rPr b="1" lang="en" sz="1200">
                          <a:latin typeface="Roboto"/>
                          <a:ea typeface="Roboto"/>
                          <a:cs typeface="Roboto"/>
                          <a:sym typeface="Roboto"/>
                        </a:rPr>
                        <a:t>Events</a:t>
                      </a:r>
                      <a:endParaRPr b="1" sz="1000">
                        <a:latin typeface="Roboto"/>
                        <a:ea typeface="Roboto"/>
                        <a:cs typeface="Roboto"/>
                        <a:sym typeface="Roboto"/>
                      </a:endParaRPr>
                    </a:p>
                    <a:p>
                      <a:pPr indent="-292100" lvl="0" marL="457200" rtl="0" algn="l">
                        <a:spcBef>
                          <a:spcPts val="0"/>
                        </a:spcBef>
                        <a:spcAft>
                          <a:spcPts val="0"/>
                        </a:spcAft>
                        <a:buSzPts val="1000"/>
                        <a:buFont typeface="Roboto"/>
                        <a:buChar char="●"/>
                      </a:pPr>
                      <a:r>
                        <a:rPr lang="en" sz="1000">
                          <a:latin typeface="Roboto"/>
                          <a:ea typeface="Roboto"/>
                          <a:cs typeface="Roboto"/>
                          <a:sym typeface="Roboto"/>
                        </a:rPr>
                        <a:t>Discounts for Linux Foundation Events</a:t>
                      </a:r>
                      <a:endParaRPr sz="1000">
                        <a:latin typeface="Roboto"/>
                        <a:ea typeface="Roboto"/>
                        <a:cs typeface="Roboto"/>
                        <a:sym typeface="Roboto"/>
                      </a:endParaRPr>
                    </a:p>
                    <a:p>
                      <a:pPr indent="-292100" lvl="0" marL="457200" rtl="0" algn="l">
                        <a:spcBef>
                          <a:spcPts val="0"/>
                        </a:spcBef>
                        <a:spcAft>
                          <a:spcPts val="0"/>
                        </a:spcAft>
                        <a:buSzPts val="1000"/>
                        <a:buFont typeface="Roboto"/>
                        <a:buChar char="●"/>
                      </a:pPr>
                      <a:r>
                        <a:rPr lang="en" sz="1000">
                          <a:latin typeface="Roboto"/>
                          <a:ea typeface="Roboto"/>
                          <a:cs typeface="Roboto"/>
                          <a:sym typeface="Roboto"/>
                        </a:rPr>
                        <a:t>Access to exclusive, member-only events like the LF member summit</a:t>
                      </a:r>
                      <a:endParaRPr sz="1000">
                        <a:latin typeface="Roboto"/>
                        <a:ea typeface="Roboto"/>
                        <a:cs typeface="Roboto"/>
                        <a:sym typeface="Roboto"/>
                      </a:endParaRPr>
                    </a:p>
                  </a:txBody>
                  <a:tcPr marT="91425" marB="91425" marR="91425" marL="91425">
                    <a:solidFill>
                      <a:schemeClr val="lt1"/>
                    </a:solidFill>
                  </a:tcPr>
                </a:tc>
                <a:tc>
                  <a:txBody>
                    <a:bodyPr/>
                    <a:lstStyle/>
                    <a:p>
                      <a:pPr indent="0" lvl="0" marL="0" rtl="0" algn="ctr">
                        <a:spcBef>
                          <a:spcPts val="0"/>
                        </a:spcBef>
                        <a:spcAft>
                          <a:spcPts val="0"/>
                        </a:spcAft>
                        <a:buNone/>
                      </a:pPr>
                      <a:r>
                        <a:rPr b="1" lang="en" sz="1200">
                          <a:latin typeface="Roboto"/>
                          <a:ea typeface="Roboto"/>
                          <a:cs typeface="Roboto"/>
                          <a:sym typeface="Roboto"/>
                        </a:rPr>
                        <a:t>Training</a:t>
                      </a:r>
                      <a:endParaRPr b="1" sz="1200">
                        <a:latin typeface="Roboto"/>
                        <a:ea typeface="Roboto"/>
                        <a:cs typeface="Roboto"/>
                        <a:sym typeface="Roboto"/>
                      </a:endParaRPr>
                    </a:p>
                    <a:p>
                      <a:pPr indent="-292100" lvl="0" marL="457200" rtl="0" algn="l">
                        <a:spcBef>
                          <a:spcPts val="0"/>
                        </a:spcBef>
                        <a:spcAft>
                          <a:spcPts val="0"/>
                        </a:spcAft>
                        <a:buSzPts val="1000"/>
                        <a:buFont typeface="Roboto"/>
                        <a:buChar char="●"/>
                      </a:pPr>
                      <a:r>
                        <a:rPr lang="en" sz="1000">
                          <a:latin typeface="Roboto"/>
                          <a:ea typeface="Roboto"/>
                          <a:cs typeface="Roboto"/>
                          <a:sym typeface="Roboto"/>
                        </a:rPr>
                        <a:t>Discounts. Access discounted LF Training &amp; Certification offerings. Check out the LF Course Catalog and use the quote tool to obtain your discounts.</a:t>
                      </a:r>
                      <a:endParaRPr sz="1000">
                        <a:latin typeface="Roboto"/>
                        <a:ea typeface="Roboto"/>
                        <a:cs typeface="Roboto"/>
                        <a:sym typeface="Roboto"/>
                      </a:endParaRPr>
                    </a:p>
                    <a:p>
                      <a:pPr indent="-292100" lvl="0" marL="457200" rtl="0" algn="l">
                        <a:spcBef>
                          <a:spcPts val="0"/>
                        </a:spcBef>
                        <a:spcAft>
                          <a:spcPts val="0"/>
                        </a:spcAft>
                        <a:buSzPts val="1000"/>
                        <a:buFont typeface="Roboto"/>
                        <a:buChar char="●"/>
                      </a:pPr>
                      <a:r>
                        <a:rPr lang="en" sz="1000">
                          <a:latin typeface="Roboto"/>
                          <a:ea typeface="Roboto"/>
                          <a:cs typeface="Roboto"/>
                          <a:sym typeface="Roboto"/>
                        </a:rPr>
                        <a:t>Platinum ONLY. Enterprise wide license to  Open Source Management and Best practices curriculum</a:t>
                      </a:r>
                      <a:endParaRPr sz="1000">
                        <a:latin typeface="Roboto"/>
                        <a:ea typeface="Roboto"/>
                        <a:cs typeface="Roboto"/>
                        <a:sym typeface="Roboto"/>
                      </a:endParaRPr>
                    </a:p>
                    <a:p>
                      <a:pPr indent="0" lvl="0" marL="0" rtl="0" algn="l">
                        <a:spcBef>
                          <a:spcPts val="0"/>
                        </a:spcBef>
                        <a:spcAft>
                          <a:spcPts val="0"/>
                        </a:spcAft>
                        <a:buNone/>
                      </a:pPr>
                      <a:r>
                        <a:t/>
                      </a:r>
                      <a:endParaRPr sz="1000">
                        <a:latin typeface="Roboto"/>
                        <a:ea typeface="Roboto"/>
                        <a:cs typeface="Roboto"/>
                        <a:sym typeface="Roboto"/>
                      </a:endParaRPr>
                    </a:p>
                  </a:txBody>
                  <a:tcPr marT="91425" marB="91425" marR="91425" marL="91425">
                    <a:solidFill>
                      <a:schemeClr val="lt1"/>
                    </a:solidFill>
                  </a:tcPr>
                </a:tc>
                <a:tc>
                  <a:txBody>
                    <a:bodyPr/>
                    <a:lstStyle/>
                    <a:p>
                      <a:pPr indent="0" lvl="0" marL="0" rtl="0" algn="ctr">
                        <a:spcBef>
                          <a:spcPts val="0"/>
                        </a:spcBef>
                        <a:spcAft>
                          <a:spcPts val="0"/>
                        </a:spcAft>
                        <a:buNone/>
                      </a:pPr>
                      <a:r>
                        <a:rPr b="1" lang="en" sz="1200">
                          <a:latin typeface="Roboto"/>
                          <a:ea typeface="Roboto"/>
                          <a:cs typeface="Roboto"/>
                          <a:sym typeface="Roboto"/>
                        </a:rPr>
                        <a:t>Marketing</a:t>
                      </a:r>
                      <a:endParaRPr b="1" sz="1000">
                        <a:latin typeface="Roboto"/>
                        <a:ea typeface="Roboto"/>
                        <a:cs typeface="Roboto"/>
                        <a:sym typeface="Roboto"/>
                      </a:endParaRPr>
                    </a:p>
                    <a:p>
                      <a:pPr indent="-292100" lvl="0" marL="457200" rtl="0" algn="l">
                        <a:spcBef>
                          <a:spcPts val="0"/>
                        </a:spcBef>
                        <a:spcAft>
                          <a:spcPts val="0"/>
                        </a:spcAft>
                        <a:buSzPts val="1000"/>
                        <a:buFont typeface="Roboto"/>
                        <a:buChar char="●"/>
                      </a:pPr>
                      <a:r>
                        <a:rPr lang="en" sz="1000">
                          <a:latin typeface="Roboto"/>
                          <a:ea typeface="Roboto"/>
                          <a:cs typeface="Roboto"/>
                          <a:sym typeface="Roboto"/>
                        </a:rPr>
                        <a:t>Lead sponsored webinars.</a:t>
                      </a:r>
                      <a:endParaRPr sz="1000">
                        <a:latin typeface="Roboto"/>
                        <a:ea typeface="Roboto"/>
                        <a:cs typeface="Roboto"/>
                        <a:sym typeface="Roboto"/>
                      </a:endParaRPr>
                    </a:p>
                    <a:p>
                      <a:pPr indent="-292100" lvl="0" marL="457200" rtl="0" algn="l">
                        <a:spcBef>
                          <a:spcPts val="0"/>
                        </a:spcBef>
                        <a:spcAft>
                          <a:spcPts val="0"/>
                        </a:spcAft>
                        <a:buSzPts val="1000"/>
                        <a:buFont typeface="Roboto"/>
                        <a:buChar char="●"/>
                      </a:pPr>
                      <a:r>
                        <a:rPr lang="en" sz="1000">
                          <a:latin typeface="Roboto"/>
                          <a:ea typeface="Roboto"/>
                          <a:cs typeface="Roboto"/>
                          <a:sym typeface="Roboto"/>
                        </a:rPr>
                        <a:t>Participate in articles and press releases.</a:t>
                      </a:r>
                      <a:endParaRPr sz="1000">
                        <a:latin typeface="Roboto"/>
                        <a:ea typeface="Roboto"/>
                        <a:cs typeface="Roboto"/>
                        <a:sym typeface="Roboto"/>
                      </a:endParaRPr>
                    </a:p>
                  </a:txBody>
                  <a:tcPr marT="91425" marB="91425" marR="91425" marL="91425">
                    <a:solidFill>
                      <a:schemeClr val="lt1"/>
                    </a:solidFill>
                  </a:tcPr>
                </a:tc>
              </a:tr>
            </a:tbl>
          </a:graphicData>
        </a:graphic>
      </p:graphicFrame>
    </p:spTree>
  </p:cSld>
  <p:clrMapOvr>
    <a:masterClrMapping/>
  </p:clrMapOvr>
</p:sld>
</file>

<file path=ppt/slides/slide1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60" name="Shape 360"/>
        <p:cNvGrpSpPr/>
        <p:nvPr/>
      </p:nvGrpSpPr>
      <p:grpSpPr>
        <a:xfrm>
          <a:off x="0" y="0"/>
          <a:ext cx="0" cy="0"/>
          <a:chOff x="0" y="0"/>
          <a:chExt cx="0" cy="0"/>
        </a:xfrm>
      </p:grpSpPr>
      <p:sp>
        <p:nvSpPr>
          <p:cNvPr id="361" name="Google Shape;361;p53"/>
          <p:cNvSpPr txBox="1"/>
          <p:nvPr>
            <p:ph type="ctrTitle"/>
          </p:nvPr>
        </p:nvSpPr>
        <p:spPr>
          <a:xfrm>
            <a:off x="598100" y="1226375"/>
            <a:ext cx="6831300" cy="1894500"/>
          </a:xfrm>
          <a:prstGeom prst="rect">
            <a:avLst/>
          </a:prstGeom>
        </p:spPr>
        <p:txBody>
          <a:bodyPr anchorCtr="0" anchor="t" bIns="91425" lIns="91425" spcFirstLastPara="1" rIns="91425" wrap="square" tIns="91425">
            <a:normAutofit/>
          </a:bodyPr>
          <a:lstStyle/>
          <a:p>
            <a:pPr indent="0" lvl="0" marL="0" rtl="0" algn="l">
              <a:spcBef>
                <a:spcPts val="0"/>
              </a:spcBef>
              <a:spcAft>
                <a:spcPts val="0"/>
              </a:spcAft>
              <a:buNone/>
            </a:pPr>
            <a:r>
              <a:rPr lang="en"/>
              <a:t>Ready to join LF Energy?</a:t>
            </a:r>
            <a:endParaRPr/>
          </a:p>
        </p:txBody>
      </p:sp>
      <p:sp>
        <p:nvSpPr>
          <p:cNvPr id="362" name="Google Shape;362;p53"/>
          <p:cNvSpPr txBox="1"/>
          <p:nvPr>
            <p:ph idx="1" type="subTitle"/>
          </p:nvPr>
        </p:nvSpPr>
        <p:spPr>
          <a:xfrm>
            <a:off x="598088" y="2715913"/>
            <a:ext cx="8222100" cy="432900"/>
          </a:xfrm>
          <a:prstGeom prst="rect">
            <a:avLst/>
          </a:prstGeom>
        </p:spPr>
        <p:txBody>
          <a:bodyPr anchorCtr="0" anchor="t" bIns="91425" lIns="91425" spcFirstLastPara="1" rIns="91425" wrap="square" tIns="91425">
            <a:normAutofit fontScale="92500" lnSpcReduction="20000"/>
          </a:bodyPr>
          <a:lstStyle/>
          <a:p>
            <a:pPr indent="0" lvl="0" marL="0" rtl="0" algn="l">
              <a:spcBef>
                <a:spcPts val="0"/>
              </a:spcBef>
              <a:spcAft>
                <a:spcPts val="0"/>
              </a:spcAft>
              <a:buNone/>
            </a:pPr>
            <a:r>
              <a:rPr lang="en"/>
              <a:t>Fill out a </a:t>
            </a:r>
            <a:r>
              <a:rPr lang="en" u="sng">
                <a:solidFill>
                  <a:schemeClr val="hlink"/>
                </a:solidFill>
                <a:hlinkClick r:id="rId3"/>
              </a:rPr>
              <a:t>membership application</a:t>
            </a:r>
            <a:r>
              <a:rPr lang="en"/>
              <a:t> now</a:t>
            </a:r>
            <a:endParaRPr/>
          </a:p>
        </p:txBody>
      </p:sp>
    </p:spTree>
  </p:cSld>
  <p:clrMapOvr>
    <a:masterClrMapping/>
  </p:clrMapOvr>
</p:sld>
</file>

<file path=ppt/slides/slide2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66" name="Shape 366"/>
        <p:cNvGrpSpPr/>
        <p:nvPr/>
      </p:nvGrpSpPr>
      <p:grpSpPr>
        <a:xfrm>
          <a:off x="0" y="0"/>
          <a:ext cx="0" cy="0"/>
          <a:chOff x="0" y="0"/>
          <a:chExt cx="0" cy="0"/>
        </a:xfrm>
      </p:grpSpPr>
      <p:sp>
        <p:nvSpPr>
          <p:cNvPr id="367" name="Google Shape;367;p54"/>
          <p:cNvSpPr txBox="1"/>
          <p:nvPr>
            <p:ph type="title"/>
          </p:nvPr>
        </p:nvSpPr>
        <p:spPr>
          <a:xfrm>
            <a:off x="311700" y="410000"/>
            <a:ext cx="6614100" cy="607800"/>
          </a:xfrm>
          <a:prstGeom prst="rect">
            <a:avLst/>
          </a:prstGeom>
          <a:noFill/>
          <a:ln>
            <a:noFill/>
          </a:ln>
        </p:spPr>
        <p:txBody>
          <a:bodyPr anchorCtr="0" anchor="ctr" bIns="34275" lIns="68575" spcFirstLastPara="1" rIns="68575" wrap="square" tIns="34275">
            <a:normAutofit/>
          </a:bodyPr>
          <a:lstStyle/>
          <a:p>
            <a:pPr indent="0" lvl="0" marL="0" rtl="0" algn="l">
              <a:lnSpc>
                <a:spcPct val="90000"/>
              </a:lnSpc>
              <a:spcBef>
                <a:spcPts val="0"/>
              </a:spcBef>
              <a:spcAft>
                <a:spcPts val="0"/>
              </a:spcAft>
              <a:buClr>
                <a:srgbClr val="168FDF"/>
              </a:buClr>
              <a:buSzPts val="2700"/>
              <a:buFont typeface="Open Sans"/>
              <a:buNone/>
            </a:pPr>
            <a:r>
              <a:rPr lang="en"/>
              <a:t>Contact Us</a:t>
            </a:r>
            <a:endParaRPr/>
          </a:p>
        </p:txBody>
      </p:sp>
      <p:sp>
        <p:nvSpPr>
          <p:cNvPr id="368" name="Google Shape;368;p54"/>
          <p:cNvSpPr txBox="1"/>
          <p:nvPr>
            <p:ph idx="12" type="sldNum"/>
          </p:nvPr>
        </p:nvSpPr>
        <p:spPr>
          <a:xfrm>
            <a:off x="8460431" y="4651190"/>
            <a:ext cx="548700" cy="393600"/>
          </a:xfrm>
          <a:prstGeom prst="rect">
            <a:avLst/>
          </a:prstGeom>
          <a:noFill/>
          <a:ln>
            <a:noFill/>
          </a:ln>
        </p:spPr>
        <p:txBody>
          <a:bodyPr anchorCtr="0" anchor="ctr" bIns="34275" lIns="68575" spcFirstLastPara="1" rIns="68575" wrap="square" tIns="34275">
            <a:normAutofit/>
          </a:bodyPr>
          <a:lstStyle/>
          <a:p>
            <a:pPr indent="0" lvl="0" marL="0" rtl="0" algn="r">
              <a:spcBef>
                <a:spcPts val="0"/>
              </a:spcBef>
              <a:spcAft>
                <a:spcPts val="0"/>
              </a:spcAft>
              <a:buClr>
                <a:srgbClr val="000000"/>
              </a:buClr>
              <a:buSzPts val="1000"/>
              <a:buFont typeface="Arial"/>
              <a:buNone/>
            </a:pPr>
            <a:fld id="{00000000-1234-1234-1234-123412341234}" type="slidenum">
              <a:rPr lang="en"/>
              <a:t>‹#›</a:t>
            </a:fld>
            <a:endParaRPr/>
          </a:p>
        </p:txBody>
      </p:sp>
      <p:sp>
        <p:nvSpPr>
          <p:cNvPr id="369" name="Google Shape;369;p54"/>
          <p:cNvSpPr txBox="1"/>
          <p:nvPr>
            <p:ph idx="1" type="body"/>
          </p:nvPr>
        </p:nvSpPr>
        <p:spPr>
          <a:xfrm>
            <a:off x="311700" y="1229975"/>
            <a:ext cx="3999900" cy="3339000"/>
          </a:xfrm>
          <a:prstGeom prst="rect">
            <a:avLst/>
          </a:prstGeom>
          <a:noFill/>
          <a:ln>
            <a:noFill/>
          </a:ln>
        </p:spPr>
        <p:txBody>
          <a:bodyPr anchorCtr="0" anchor="t" bIns="34275" lIns="68575" spcFirstLastPara="1" rIns="68575" wrap="square" tIns="34275">
            <a:normAutofit/>
          </a:bodyPr>
          <a:lstStyle/>
          <a:p>
            <a:pPr indent="0" lvl="0" marL="0" rtl="0" algn="l">
              <a:lnSpc>
                <a:spcPct val="120000"/>
              </a:lnSpc>
              <a:spcBef>
                <a:spcPts val="0"/>
              </a:spcBef>
              <a:spcAft>
                <a:spcPts val="0"/>
              </a:spcAft>
              <a:buSzPts val="2700"/>
              <a:buNone/>
            </a:pPr>
            <a:r>
              <a:rPr lang="en" sz="2700"/>
              <a:t>Linux Foundation Energy</a:t>
            </a:r>
            <a:endParaRPr/>
          </a:p>
          <a:p>
            <a:pPr indent="0" lvl="0" marL="0" rtl="0" algn="l">
              <a:lnSpc>
                <a:spcPct val="120000"/>
              </a:lnSpc>
              <a:spcBef>
                <a:spcPts val="800"/>
              </a:spcBef>
              <a:spcAft>
                <a:spcPts val="0"/>
              </a:spcAft>
              <a:buSzPts val="2100"/>
              <a:buNone/>
            </a:pPr>
            <a:r>
              <a:rPr lang="en"/>
              <a:t>548 Market St</a:t>
            </a:r>
            <a:br>
              <a:rPr lang="en"/>
            </a:br>
            <a:r>
              <a:rPr lang="en"/>
              <a:t>PMB 57274</a:t>
            </a:r>
            <a:br>
              <a:rPr lang="en"/>
            </a:br>
            <a:r>
              <a:rPr lang="en"/>
              <a:t>San Francisco CA 94104</a:t>
            </a:r>
            <a:br>
              <a:rPr lang="en"/>
            </a:br>
            <a:r>
              <a:rPr lang="en"/>
              <a:t>Phone/Fax: +1 415 723-9709</a:t>
            </a:r>
            <a:br>
              <a:rPr lang="en"/>
            </a:br>
            <a:r>
              <a:rPr lang="en" u="sng">
                <a:solidFill>
                  <a:schemeClr val="hlink"/>
                </a:solidFill>
                <a:hlinkClick r:id="rId3"/>
              </a:rPr>
              <a:t>www.lfenergy.org</a:t>
            </a:r>
            <a:endParaRPr/>
          </a:p>
        </p:txBody>
      </p:sp>
      <p:sp>
        <p:nvSpPr>
          <p:cNvPr id="370" name="Google Shape;370;p54"/>
          <p:cNvSpPr txBox="1"/>
          <p:nvPr>
            <p:ph idx="2" type="body"/>
          </p:nvPr>
        </p:nvSpPr>
        <p:spPr>
          <a:xfrm>
            <a:off x="4832400" y="1229975"/>
            <a:ext cx="3999900" cy="3339000"/>
          </a:xfrm>
          <a:prstGeom prst="rect">
            <a:avLst/>
          </a:prstGeom>
          <a:noFill/>
          <a:ln>
            <a:noFill/>
          </a:ln>
        </p:spPr>
        <p:txBody>
          <a:bodyPr anchorCtr="0" anchor="t" bIns="34275" lIns="68575" spcFirstLastPara="1" rIns="68575" wrap="square" tIns="34275">
            <a:noAutofit/>
          </a:bodyPr>
          <a:lstStyle/>
          <a:p>
            <a:pPr indent="0" lvl="0" marL="0" rtl="0" algn="l">
              <a:lnSpc>
                <a:spcPct val="110000"/>
              </a:lnSpc>
              <a:spcBef>
                <a:spcPts val="0"/>
              </a:spcBef>
              <a:spcAft>
                <a:spcPts val="0"/>
              </a:spcAft>
              <a:buSzPts val="1900"/>
              <a:buNone/>
            </a:pPr>
            <a:r>
              <a:rPr lang="en" sz="1900"/>
              <a:t>General Inquiries</a:t>
            </a:r>
            <a:endParaRPr sz="1400"/>
          </a:p>
          <a:p>
            <a:pPr indent="0" lvl="0" marL="0" rtl="0" algn="l">
              <a:lnSpc>
                <a:spcPct val="110000"/>
              </a:lnSpc>
              <a:spcBef>
                <a:spcPts val="800"/>
              </a:spcBef>
              <a:spcAft>
                <a:spcPts val="0"/>
              </a:spcAft>
              <a:buSzPts val="1900"/>
              <a:buNone/>
            </a:pPr>
            <a:r>
              <a:rPr lang="en" sz="1900" u="sng">
                <a:solidFill>
                  <a:schemeClr val="hlink"/>
                </a:solidFill>
                <a:hlinkClick r:id="rId4"/>
              </a:rPr>
              <a:t>info@lfenergy.org</a:t>
            </a:r>
            <a:endParaRPr sz="1900"/>
          </a:p>
          <a:p>
            <a:pPr indent="0" lvl="0" marL="0" rtl="0" algn="l">
              <a:lnSpc>
                <a:spcPct val="110000"/>
              </a:lnSpc>
              <a:spcBef>
                <a:spcPts val="800"/>
              </a:spcBef>
              <a:spcAft>
                <a:spcPts val="0"/>
              </a:spcAft>
              <a:buSzPts val="1900"/>
              <a:buNone/>
            </a:pPr>
            <a:r>
              <a:rPr lang="en" sz="1900"/>
              <a:t>Membership</a:t>
            </a:r>
            <a:endParaRPr sz="1400"/>
          </a:p>
          <a:p>
            <a:pPr indent="0" lvl="0" marL="0" rtl="0" algn="l">
              <a:lnSpc>
                <a:spcPct val="110000"/>
              </a:lnSpc>
              <a:spcBef>
                <a:spcPts val="800"/>
              </a:spcBef>
              <a:spcAft>
                <a:spcPts val="0"/>
              </a:spcAft>
              <a:buSzPts val="1900"/>
              <a:buNone/>
            </a:pPr>
            <a:r>
              <a:rPr lang="en" sz="1900" u="sng">
                <a:solidFill>
                  <a:schemeClr val="hlink"/>
                </a:solidFill>
                <a:hlinkClick r:id="rId5"/>
              </a:rPr>
              <a:t>membership@lfenergy.org</a:t>
            </a:r>
            <a:endParaRPr sz="1900"/>
          </a:p>
        </p:txBody>
      </p:sp>
      <p:pic>
        <p:nvPicPr>
          <p:cNvPr id="371" name="Google Shape;371;p54"/>
          <p:cNvPicPr preferRelativeResize="0"/>
          <p:nvPr/>
        </p:nvPicPr>
        <p:blipFill rotWithShape="1">
          <a:blip r:embed="rId6">
            <a:alphaModFix/>
          </a:blip>
          <a:srcRect b="0" l="0" r="0" t="0"/>
          <a:stretch/>
        </p:blipFill>
        <p:spPr>
          <a:xfrm>
            <a:off x="528555" y="4014371"/>
            <a:ext cx="304686" cy="247430"/>
          </a:xfrm>
          <a:prstGeom prst="rect">
            <a:avLst/>
          </a:prstGeom>
          <a:noFill/>
          <a:ln>
            <a:noFill/>
          </a:ln>
        </p:spPr>
      </p:pic>
      <p:pic>
        <p:nvPicPr>
          <p:cNvPr descr="A picture containing clipart&#10;&#10;Description generated with very high confidence" id="372" name="Google Shape;372;p54"/>
          <p:cNvPicPr preferRelativeResize="0"/>
          <p:nvPr/>
        </p:nvPicPr>
        <p:blipFill rotWithShape="1">
          <a:blip r:embed="rId7">
            <a:alphaModFix/>
          </a:blip>
          <a:srcRect b="0" l="0" r="0" t="0"/>
          <a:stretch/>
        </p:blipFill>
        <p:spPr>
          <a:xfrm>
            <a:off x="1051438" y="4015692"/>
            <a:ext cx="244789" cy="244789"/>
          </a:xfrm>
          <a:prstGeom prst="rect">
            <a:avLst/>
          </a:prstGeom>
          <a:noFill/>
          <a:ln>
            <a:noFill/>
          </a:ln>
        </p:spPr>
      </p:pic>
      <p:pic>
        <p:nvPicPr>
          <p:cNvPr descr="A close up of a sign&#10;&#10;Description generated with very high confidence" id="373" name="Google Shape;373;p54"/>
          <p:cNvPicPr preferRelativeResize="0"/>
          <p:nvPr/>
        </p:nvPicPr>
        <p:blipFill rotWithShape="1">
          <a:blip r:embed="rId8">
            <a:alphaModFix/>
          </a:blip>
          <a:srcRect b="0" l="0" r="0" t="0"/>
          <a:stretch/>
        </p:blipFill>
        <p:spPr>
          <a:xfrm>
            <a:off x="2026468" y="4014371"/>
            <a:ext cx="351412" cy="247430"/>
          </a:xfrm>
          <a:prstGeom prst="rect">
            <a:avLst/>
          </a:prstGeom>
          <a:noFill/>
          <a:ln>
            <a:noFill/>
          </a:ln>
        </p:spPr>
      </p:pic>
      <p:pic>
        <p:nvPicPr>
          <p:cNvPr descr="A picture containing clipart&#10;&#10;Description generated with very high confidence" id="374" name="Google Shape;374;p54"/>
          <p:cNvPicPr preferRelativeResize="0"/>
          <p:nvPr/>
        </p:nvPicPr>
        <p:blipFill rotWithShape="1">
          <a:blip r:embed="rId9">
            <a:alphaModFix/>
          </a:blip>
          <a:srcRect b="0" l="0" r="0" t="0"/>
          <a:stretch/>
        </p:blipFill>
        <p:spPr>
          <a:xfrm>
            <a:off x="1546481" y="4014371"/>
            <a:ext cx="272630" cy="247429"/>
          </a:xfrm>
          <a:prstGeom prst="rect">
            <a:avLst/>
          </a:prstGeom>
          <a:noFill/>
          <a:ln>
            <a:noFill/>
          </a:ln>
        </p:spPr>
      </p:pic>
    </p:spTree>
  </p:cSld>
  <p:clrMapOvr>
    <a:masterClrMapping/>
  </p:clrMapOvr>
</p:sld>
</file>

<file path=ppt/theme/theme1.xml><?xml version="1.0" encoding="utf-8"?>
<a:theme xmlns:a="http://schemas.openxmlformats.org/drawingml/2006/main" xmlns:r="http://schemas.openxmlformats.org/officeDocument/2006/relationships">
  <a:themeElements>
    <a:clrScheme name="Default">
      <a:dk1>
        <a:srgbClr val="000000"/>
      </a:dk1>
      <a:lt1>
        <a:srgbClr val="FFFFFF"/>
      </a:lt1>
      <a:dk2>
        <a:srgbClr val="158158"/>
      </a:dk2>
      <a:lt2>
        <a:srgbClr val="F3F3F3"/>
      </a:lt2>
      <a:accent1>
        <a:srgbClr val="058DC7"/>
      </a:accent1>
      <a:accent2>
        <a:srgbClr val="50B432"/>
      </a:accent2>
      <a:accent3>
        <a:srgbClr val="ED561B"/>
      </a:accent3>
      <a:accent4>
        <a:srgbClr val="EDEF00"/>
      </a:accent4>
      <a:accent5>
        <a:srgbClr val="24CBE5"/>
      </a:accent5>
      <a:accent6>
        <a:srgbClr val="64E572"/>
      </a:accent6>
      <a:hlink>
        <a:srgbClr val="2200CC"/>
      </a:hlink>
      <a:folHlink>
        <a:srgbClr val="551A8B"/>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2.xml><?xml version="1.0" encoding="utf-8"?>
<a:theme xmlns:a="http://schemas.openxmlformats.org/drawingml/2006/main" xmlns:r="http://schemas.openxmlformats.org/officeDocument/2006/relationships" name="LF Energy Theme 2023">
  <a:themeElements>
    <a:clrScheme name="Geometric">
      <a:dk1>
        <a:srgbClr val="222222"/>
      </a:dk1>
      <a:lt1>
        <a:srgbClr val="FFFFFF"/>
      </a:lt1>
      <a:dk2>
        <a:srgbClr val="434343"/>
      </a:dk2>
      <a:lt2>
        <a:srgbClr val="999999"/>
      </a:lt2>
      <a:accent1>
        <a:srgbClr val="003778"/>
      </a:accent1>
      <a:accent2>
        <a:srgbClr val="0094FF"/>
      </a:accent2>
      <a:accent3>
        <a:srgbClr val="5B1DE7"/>
      </a:accent3>
      <a:accent4>
        <a:srgbClr val="12E2E2"/>
      </a:accent4>
      <a:accent5>
        <a:srgbClr val="FF00AA"/>
      </a:accent5>
      <a:accent6>
        <a:srgbClr val="ACDE1F"/>
      </a:accent6>
      <a:hlink>
        <a:srgbClr val="0077CC"/>
      </a:hlink>
      <a:folHlink>
        <a:srgbClr val="F0629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3.xml><?xml version="1.0" encoding="utf-8"?>
<a:theme xmlns:a="http://schemas.openxmlformats.org/drawingml/2006/main" xmlns:r="http://schemas.openxmlformats.org/officeDocument/2006/relationships" name="Simple Light">
  <a:themeElements>
    <a:clrScheme name="Simple Light">
      <a:dk1>
        <a:srgbClr val="000000"/>
      </a:dk1>
      <a:lt1>
        <a:srgbClr val="FFFFFF"/>
      </a:lt1>
      <a:dk2>
        <a:srgbClr val="595959"/>
      </a:dk2>
      <a:lt2>
        <a:srgbClr val="EEEEEE"/>
      </a:lt2>
      <a:accent1>
        <a:srgbClr val="4285F4"/>
      </a:accent1>
      <a:accent2>
        <a:srgbClr val="212121"/>
      </a:accent2>
      <a:accent3>
        <a:srgbClr val="78909C"/>
      </a:accent3>
      <a:accent4>
        <a:srgbClr val="FFAB40"/>
      </a:accent4>
      <a:accent5>
        <a:srgbClr val="0097A7"/>
      </a:accent5>
      <a:accent6>
        <a:srgbClr val="EEFF41"/>
      </a:accent6>
      <a:hlink>
        <a:srgbClr val="0097A7"/>
      </a:hlink>
      <a:folHlink>
        <a:srgbClr val="0097A7"/>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