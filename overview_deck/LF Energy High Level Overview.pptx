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1F4D2DD-EE94-42C9-B196-6EB4F4379F53}">
  <a:tblStyle styleId="{11F4D2DD-EE94-42C9-B196-6EB4F4379F5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6.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2.png"/><Relationship Id="rId6" Type="http://schemas.openxmlformats.org/officeDocument/2006/relationships/image" Target="../media/image7.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25.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{11F4D2DD-EE94-42C9-B196-6EB4F4379F53}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{11F4D2DD-EE94-42C9-B196-6EB4F4379F53}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{11F4D2DD-EE94-42C9-B196-6EB4F4379F53}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{11F4D2DD-EE94-42C9-B196-6EB4F4379F53}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{11F4D2DD-EE94-42C9-B196-6EB4F4379F53}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{11F4D2DD-EE94-42C9-B196-6EB4F4379F53}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