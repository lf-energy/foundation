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289E083-6C27-4511-BDAA-3D36AAB6C3AE}">
  <a:tblStyle styleId="{0289E083-6C27-4511-BDAA-3D36AAB6C3A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8.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9.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{0289E083-6C27-4511-BDAA-3D36AAB6C3AE}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{0289E083-6C27-4511-BDAA-3D36AAB6C3AE}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{0289E083-6C27-4511-BDAA-3D36AAB6C3AE}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{0289E083-6C27-4511-BDAA-3D36AAB6C3AE}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{0289E083-6C27-4511-BDAA-3D36AAB6C3AE}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{0289E083-6C27-4511-BDAA-3D36AAB6C3AE}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