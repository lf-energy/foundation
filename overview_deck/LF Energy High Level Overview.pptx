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87BFDD8-CC52-4BC1-B692-257A0AEFD5A1}">
  <a:tblStyle styleId="{F87BFDD8-CC52-4BC1-B692-257A0AEFD5A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31.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{F87BFDD8-CC52-4BC1-B692-257A0AEFD5A1}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{F87BFDD8-CC52-4BC1-B692-257A0AEFD5A1}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{F87BFDD8-CC52-4BC1-B692-257A0AEFD5A1}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{F87BFDD8-CC52-4BC1-B692-257A0AEFD5A1}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{F87BFDD8-CC52-4BC1-B692-257A0AEFD5A1}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{F87BFDD8-CC52-4BC1-B692-257A0AEFD5A1}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