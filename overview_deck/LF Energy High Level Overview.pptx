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869535F-21DE-4398-9FB7-2D07FC4A5C48}">
  <a:tblStyle styleId="{7869535F-21DE-4398-9FB7-2D07FC4A5C4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7.png"/><Relationship Id="rId4" Type="http://schemas.openxmlformats.org/officeDocument/2006/relationships/image" Target="../media/image24.png"/><Relationship Id="rId5" Type="http://schemas.openxmlformats.org/officeDocument/2006/relationships/image" Target="../media/image20.png"/><Relationship Id="rId6" Type="http://schemas.openxmlformats.org/officeDocument/2006/relationships/image" Target="../media/image25.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7.png"/><Relationship Id="rId4" Type="http://schemas.openxmlformats.org/officeDocument/2006/relationships/image" Target="../media/image33.png"/><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28.png"/><Relationship Id="rId8" Type="http://schemas.openxmlformats.org/officeDocument/2006/relationships/image" Target="../media/image3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1.png"/><Relationship Id="rId7" Type="http://schemas.openxmlformats.org/officeDocument/2006/relationships/image" Target="../media/image3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{7869535F-21DE-4398-9FB7-2D07FC4A5C48}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{7869535F-21DE-4398-9FB7-2D07FC4A5C48}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{7869535F-21DE-4398-9FB7-2D07FC4A5C48}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{7869535F-21DE-4398-9FB7-2D07FC4A5C48}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{7869535F-21DE-4398-9FB7-2D07FC4A5C48}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{7869535F-21DE-4398-9FB7-2D07FC4A5C48}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