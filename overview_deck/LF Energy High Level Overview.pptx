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4A870F7-F575-4AD4-8188-B76025A4BA39}">
  <a:tblStyle styleId="{74A870F7-F575-4AD4-8188-B76025A4BA3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10.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2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3.png"/><Relationship Id="rId5" Type="http://schemas.openxmlformats.org/officeDocument/2006/relationships/hyperlink" Target="mailto:membership@lfenergy.org" TargetMode="External"/><Relationship Id="rId6" Type="http://schemas.openxmlformats.org/officeDocument/2006/relationships/image" Target="../media/image21.png"/><Relationship Id="rId7" Type="http://schemas.openxmlformats.org/officeDocument/2006/relationships/image" Target="../media/image26.png"/><Relationship Id="rId8"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{74A870F7-F575-4AD4-8188-B76025A4BA39}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{74A870F7-F575-4AD4-8188-B76025A4BA39}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{74A870F7-F575-4AD4-8188-B76025A4BA39}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{74A870F7-F575-4AD4-8188-B76025A4BA39}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{74A870F7-F575-4AD4-8188-B76025A4BA39}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{74A870F7-F575-4AD4-8188-B76025A4BA39}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