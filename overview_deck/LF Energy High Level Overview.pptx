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B70FBA1-6E8E-4870-8A7F-0DCADBD7905E}">
  <a:tblStyle styleId="{3B70FBA1-6E8E-4870-8A7F-0DCADBD7905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8.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0.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9.png"/><Relationship Id="rId5" Type="http://schemas.openxmlformats.org/officeDocument/2006/relationships/image" Target="../media/image15.png"/><Relationship Id="rId6" Type="http://schemas.openxmlformats.org/officeDocument/2006/relationships/image" Target="../media/image20.png"/><Relationship Id="rId7" Type="http://schemas.openxmlformats.org/officeDocument/2006/relationships/image" Target="../media/image17.png"/><Relationship Id="rId8"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5.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{3B70FBA1-6E8E-4870-8A7F-0DCADBD7905E}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{3B70FBA1-6E8E-4870-8A7F-0DCADBD7905E}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{3B70FBA1-6E8E-4870-8A7F-0DCADBD7905E}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{3B70FBA1-6E8E-4870-8A7F-0DCADBD7905E}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{3B70FBA1-6E8E-4870-8A7F-0DCADBD7905E}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{3B70FBA1-6E8E-4870-8A7F-0DCADBD7905E}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