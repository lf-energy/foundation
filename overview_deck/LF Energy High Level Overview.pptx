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B4ACE4B-ABB4-421A-AF2D-4DDB63F17DEE}">
  <a:tblStyle styleId="{BB4ACE4B-ABB4-421A-AF2D-4DDB63F17DE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22.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6.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2.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{BB4ACE4B-ABB4-421A-AF2D-4DDB63F17DEE}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{BB4ACE4B-ABB4-421A-AF2D-4DDB63F17DEE}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{BB4ACE4B-ABB4-421A-AF2D-4DDB63F17DEE}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{BB4ACE4B-ABB4-421A-AF2D-4DDB63F17DEE}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{BB4ACE4B-ABB4-421A-AF2D-4DDB63F17DEE}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{BB4ACE4B-ABB4-421A-AF2D-4DDB63F17DEE}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