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C00A592-C13F-49A7-9D21-8F43B6C40B30}">
  <a:tblStyle styleId="{BC00A592-C13F-49A7-9D21-8F43B6C40B30}"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7.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4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2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24.png"/><Relationship Id="rId7" Type="http://schemas.openxmlformats.org/officeDocument/2006/relationships/image" Target="../media/image22.png"/><Relationship Id="rId8"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{BC00A592-C13F-49A7-9D21-8F43B6C40B30}</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{BC00A592-C13F-49A7-9D21-8F43B6C40B30}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{BC00A592-C13F-49A7-9D21-8F43B6C40B30}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{BC00A592-C13F-49A7-9D21-8F43B6C40B30}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{BC00A592-C13F-49A7-9D21-8F43B6C40B30}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{BC00A592-C13F-49A7-9D21-8F43B6C40B30}</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