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BF8413D-B603-4231-BFFE-132A25C077FF}">
  <a:tblStyle styleId="{5BF8413D-B603-4231-BFFE-132A25C077F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26.png"/><Relationship Id="rId6" Type="http://schemas.openxmlformats.org/officeDocument/2006/relationships/image" Target="../media/image9.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21.png"/><Relationship Id="rId7" Type="http://schemas.openxmlformats.org/officeDocument/2006/relationships/image" Target="../media/image24.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3.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{5BF8413D-B603-4231-BFFE-132A25C077FF}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{5BF8413D-B603-4231-BFFE-132A25C077FF}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{5BF8413D-B603-4231-BFFE-132A25C077FF}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{5BF8413D-B603-4231-BFFE-132A25C077FF}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{5BF8413D-B603-4231-BFFE-132A25C077FF}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{5BF8413D-B603-4231-BFFE-132A25C077FF}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