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AEB9CBC-76A3-4EDF-B4E2-A1738EF9299E}">
  <a:tblStyle styleId="{DAEB9CBC-76A3-4EDF-B4E2-A1738EF9299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4.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12.png"/><Relationship Id="rId6" Type="http://schemas.openxmlformats.org/officeDocument/2006/relationships/image" Target="../media/image7.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31.png"/><Relationship Id="rId5" Type="http://schemas.openxmlformats.org/officeDocument/2006/relationships/image" Target="../media/image16.png"/><Relationship Id="rId6" Type="http://schemas.openxmlformats.org/officeDocument/2006/relationships/image" Target="../media/image22.png"/><Relationship Id="rId7" Type="http://schemas.openxmlformats.org/officeDocument/2006/relationships/image" Target="../media/image32.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40.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{DAEB9CBC-76A3-4EDF-B4E2-A1738EF9299E}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{DAEB9CBC-76A3-4EDF-B4E2-A1738EF9299E}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{DAEB9CBC-76A3-4EDF-B4E2-A1738EF9299E}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{DAEB9CBC-76A3-4EDF-B4E2-A1738EF9299E}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{DAEB9CBC-76A3-4EDF-B4E2-A1738EF9299E}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{DAEB9CBC-76A3-4EDF-B4E2-A1738EF9299E}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