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F9B6A7E-5B52-426F-B42D-F4C25D8069FC}">
  <a:tblStyle styleId="{2F9B6A7E-5B52-426F-B42D-F4C25D8069F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1.png"/><Relationship Id="rId7" Type="http://schemas.openxmlformats.org/officeDocument/2006/relationships/image" Target="../media/image32.png"/><Relationship Id="rId8" Type="http://schemas.openxmlformats.org/officeDocument/2006/relationships/image" Target="../media/image3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4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9.png"/><Relationship Id="rId5" Type="http://schemas.openxmlformats.org/officeDocument/2006/relationships/hyperlink" Target="mailto:membership@lfenergy.org" TargetMode="External"/><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{2F9B6A7E-5B52-426F-B42D-F4C25D8069FC}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{2F9B6A7E-5B52-426F-B42D-F4C25D8069FC}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{2F9B6A7E-5B52-426F-B42D-F4C25D8069FC}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{2F9B6A7E-5B52-426F-B42D-F4C25D8069FC}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{2F9B6A7E-5B52-426F-B42D-F4C25D8069FC}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{2F9B6A7E-5B52-426F-B42D-F4C25D8069FC}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