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DB27ABD-9F8B-4786-BFC4-D5567874CDA5}">
  <a:tblStyle styleId="{9DB27ABD-9F8B-4786-BFC4-D5567874CDA5}"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15.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3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2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23.png"/><Relationship Id="rId5" Type="http://schemas.openxmlformats.org/officeDocument/2006/relationships/image" Target="../media/image12.png"/><Relationship Id="rId6" Type="http://schemas.openxmlformats.org/officeDocument/2006/relationships/image" Target="../media/image17.png"/><Relationship Id="rId7"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image" Target="../media/image13.png"/><Relationship Id="rId6" Type="http://schemas.openxmlformats.org/officeDocument/2006/relationships/image" Target="../media/image16.png"/><Relationship Id="rId7" Type="http://schemas.openxmlformats.org/officeDocument/2006/relationships/image" Target="../media/image19.png"/><Relationship Id="rId8"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5.png"/><Relationship Id="rId5" Type="http://schemas.openxmlformats.org/officeDocument/2006/relationships/hyperlink" Target="mailto:membership@lfenergy.org" TargetMode="External"/><Relationship Id="rId6" Type="http://schemas.openxmlformats.org/officeDocument/2006/relationships/image" Target="../media/image30.png"/><Relationship Id="rId7" Type="http://schemas.openxmlformats.org/officeDocument/2006/relationships/image" Target="../media/image33.png"/><Relationship Id="rId8"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{9DB27ABD-9F8B-4786-BFC4-D5567874CDA5}</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{9DB27ABD-9F8B-4786-BFC4-D5567874CDA5}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{9DB27ABD-9F8B-4786-BFC4-D5567874CDA5}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{9DB27ABD-9F8B-4786-BFC4-D5567874CDA5}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{9DB27ABD-9F8B-4786-BFC4-D5567874CDA5}</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{9DB27ABD-9F8B-4786-BFC4-D5567874CDA5}</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