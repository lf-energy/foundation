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B5F58EF-5782-4D89-A76F-70667FD6733C}">
  <a:tblStyle styleId="{BB5F58EF-5782-4D89-A76F-70667FD6733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0.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16.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8.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22.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{BB5F58EF-5782-4D89-A76F-70667FD6733C}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{BB5F58EF-5782-4D89-A76F-70667FD6733C}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{BB5F58EF-5782-4D89-A76F-70667FD6733C}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{BB5F58EF-5782-4D89-A76F-70667FD6733C}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{BB5F58EF-5782-4D89-A76F-70667FD6733C}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{BB5F58EF-5782-4D89-A76F-70667FD6733C}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