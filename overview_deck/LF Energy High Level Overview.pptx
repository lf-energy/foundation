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B718BEE-7499-4060-989E-AD07EBFF65DD}">
  <a:tblStyle styleId="{2B718BEE-7499-4060-989E-AD07EBFF65DD}"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7.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3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8.png"/><Relationship Id="rId4" Type="http://schemas.openxmlformats.org/officeDocument/2006/relationships/image" Target="../media/image16.png"/><Relationship Id="rId5" Type="http://schemas.openxmlformats.org/officeDocument/2006/relationships/image" Target="../media/image34.png"/><Relationship Id="rId6" Type="http://schemas.openxmlformats.org/officeDocument/2006/relationships/image" Target="../media/image27.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4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31.png"/><Relationship Id="rId5" Type="http://schemas.openxmlformats.org/officeDocument/2006/relationships/image" Target="../media/image21.png"/><Relationship Id="rId6" Type="http://schemas.openxmlformats.org/officeDocument/2006/relationships/image" Target="../media/image25.png"/><Relationship Id="rId7" Type="http://schemas.openxmlformats.org/officeDocument/2006/relationships/image" Target="../media/image32.png"/><Relationship Id="rId8"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9.png"/><Relationship Id="rId5" Type="http://schemas.openxmlformats.org/officeDocument/2006/relationships/hyperlink" Target="mailto:membership@lfenergy.org" TargetMode="External"/><Relationship Id="rId6" Type="http://schemas.openxmlformats.org/officeDocument/2006/relationships/image" Target="../media/image36.png"/><Relationship Id="rId7" Type="http://schemas.openxmlformats.org/officeDocument/2006/relationships/image" Target="../media/image30.png"/><Relationship Id="rId8"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{2B718BEE-7499-4060-989E-AD07EBFF65DD}</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{2B718BEE-7499-4060-989E-AD07EBFF65DD}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{2B718BEE-7499-4060-989E-AD07EBFF65DD}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{2B718BEE-7499-4060-989E-AD07EBFF65DD}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{2B718BEE-7499-4060-989E-AD07EBFF65DD}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{2B718BEE-7499-4060-989E-AD07EBFF65DD}</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