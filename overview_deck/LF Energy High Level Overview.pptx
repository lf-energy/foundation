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883B356-9FE4-4F30-BD6A-E8E2A0FFFCA9}">
  <a:tblStyle styleId="{7883B356-9FE4-4F30-BD6A-E8E2A0FFFCA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8.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28.png"/><Relationship Id="rId6" Type="http://schemas.openxmlformats.org/officeDocument/2006/relationships/image" Target="../media/image13.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25.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{7883B356-9FE4-4F30-BD6A-E8E2A0FFFCA9}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{7883B356-9FE4-4F30-BD6A-E8E2A0FFFCA9}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{7883B356-9FE4-4F30-BD6A-E8E2A0FFFCA9}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{7883B356-9FE4-4F30-BD6A-E8E2A0FFFCA9}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{7883B356-9FE4-4F30-BD6A-E8E2A0FFFCA9}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{7883B356-9FE4-4F30-BD6A-E8E2A0FFFCA9}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