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6FB34A5-4B60-4FBC-8409-2246B4C90E89}">
  <a:tblStyle styleId="{46FB34A5-4B60-4FBC-8409-2246B4C90E8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17.png"/><Relationship Id="rId7"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2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{46FB34A5-4B60-4FBC-8409-2246B4C90E89}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{46FB34A5-4B60-4FBC-8409-2246B4C90E89}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{46FB34A5-4B60-4FBC-8409-2246B4C90E89}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{46FB34A5-4B60-4FBC-8409-2246B4C90E89}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{46FB34A5-4B60-4FBC-8409-2246B4C90E89}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{46FB34A5-4B60-4FBC-8409-2246B4C90E89}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