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26113E1-182A-4027-ABFA-8594D162625F}">
  <a:tblStyle styleId="{C26113E1-182A-4027-ABFA-8594D162625F}"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8.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8.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5.png"/><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3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4.png"/><Relationship Id="rId4" Type="http://schemas.openxmlformats.org/officeDocument/2006/relationships/image" Target="../media/image28.png"/><Relationship Id="rId5" Type="http://schemas.openxmlformats.org/officeDocument/2006/relationships/image" Target="../media/image23.png"/><Relationship Id="rId6" Type="http://schemas.openxmlformats.org/officeDocument/2006/relationships/image" Target="../media/image25.png"/><Relationship Id="rId7" Type="http://schemas.openxmlformats.org/officeDocument/2006/relationships/image" Target="../media/image36.png"/><Relationship Id="rId8"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1.png"/><Relationship Id="rId5" Type="http://schemas.openxmlformats.org/officeDocument/2006/relationships/hyperlink" Target="mailto:membership@lfenergy.org" TargetMode="External"/><Relationship Id="rId6" Type="http://schemas.openxmlformats.org/officeDocument/2006/relationships/image" Target="../media/image19.png"/><Relationship Id="rId7" Type="http://schemas.openxmlformats.org/officeDocument/2006/relationships/image" Target="../media/image30.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{C26113E1-182A-4027-ABFA-8594D162625F}</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{C26113E1-182A-4027-ABFA-8594D162625F}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{C26113E1-182A-4027-ABFA-8594D162625F}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{C26113E1-182A-4027-ABFA-8594D162625F}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{C26113E1-182A-4027-ABFA-8594D162625F}</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{C26113E1-182A-4027-ABFA-8594D162625F}</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