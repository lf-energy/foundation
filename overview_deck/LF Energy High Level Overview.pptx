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9C00761-1278-4D47-A8A2-6FB156EE355D}">
  <a:tblStyle styleId="{29C00761-1278-4D47-A8A2-6FB156EE355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29.png"/><Relationship Id="rId6" Type="http://schemas.openxmlformats.org/officeDocument/2006/relationships/image" Target="../media/image17.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13.png"/><Relationship Id="rId5" Type="http://schemas.openxmlformats.org/officeDocument/2006/relationships/image" Target="../media/image18.png"/><Relationship Id="rId6" Type="http://schemas.openxmlformats.org/officeDocument/2006/relationships/image" Target="../media/image15.png"/><Relationship Id="rId7" Type="http://schemas.openxmlformats.org/officeDocument/2006/relationships/image" Target="../media/image39.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25.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{29C00761-1278-4D47-A8A2-6FB156EE355D}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{29C00761-1278-4D47-A8A2-6FB156EE355D}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{29C00761-1278-4D47-A8A2-6FB156EE355D}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{29C00761-1278-4D47-A8A2-6FB156EE355D}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{29C00761-1278-4D47-A8A2-6FB156EE355D}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{29C00761-1278-4D47-A8A2-6FB156EE355D}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