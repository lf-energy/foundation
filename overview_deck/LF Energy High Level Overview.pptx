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FB09A23-FCEA-4C31-B3F2-6E79EF3182D4}">
  <a:tblStyle styleId="{9FB09A23-FCEA-4C31-B3F2-6E79EF3182D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23.png"/><Relationship Id="rId6" Type="http://schemas.openxmlformats.org/officeDocument/2006/relationships/image" Target="../media/image13.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4.png"/><Relationship Id="rId5" Type="http://schemas.openxmlformats.org/officeDocument/2006/relationships/image" Target="../media/image20.png"/><Relationship Id="rId6" Type="http://schemas.openxmlformats.org/officeDocument/2006/relationships/image" Target="../media/image25.png"/><Relationship Id="rId7" Type="http://schemas.openxmlformats.org/officeDocument/2006/relationships/image" Target="../media/image39.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1.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{9FB09A23-FCEA-4C31-B3F2-6E79EF3182D4}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{9FB09A23-FCEA-4C31-B3F2-6E79EF3182D4}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{9FB09A23-FCEA-4C31-B3F2-6E79EF3182D4}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{9FB09A23-FCEA-4C31-B3F2-6E79EF3182D4}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{9FB09A23-FCEA-4C31-B3F2-6E79EF3182D4}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{9FB09A23-FCEA-4C31-B3F2-6E79EF3182D4}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