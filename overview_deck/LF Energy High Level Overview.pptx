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E54C88E-5888-4434-BB58-AC4BFEE62849}">
  <a:tblStyle styleId="{6E54C88E-5888-4434-BB58-AC4BFEE6284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15.png"/><Relationship Id="rId7" Type="http://schemas.openxmlformats.org/officeDocument/2006/relationships/image" Target="../media/image18.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{6E54C88E-5888-4434-BB58-AC4BFEE62849}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{6E54C88E-5888-4434-BB58-AC4BFEE62849}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{6E54C88E-5888-4434-BB58-AC4BFEE62849}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{6E54C88E-5888-4434-BB58-AC4BFEE62849}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{6E54C88E-5888-4434-BB58-AC4BFEE62849}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{6E54C88E-5888-4434-BB58-AC4BFEE62849}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