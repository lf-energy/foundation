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BAB03E5-1E38-45C2-A965-D2132A89F11C}">
  <a:tblStyle styleId="{9BAB03E5-1E38-45C2-A965-D2132A89F11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7.pn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7.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{9BAB03E5-1E38-45C2-A965-D2132A89F11C}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{9BAB03E5-1E38-45C2-A965-D2132A89F11C}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{9BAB03E5-1E38-45C2-A965-D2132A89F11C}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{9BAB03E5-1E38-45C2-A965-D2132A89F11C}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{9BAB03E5-1E38-45C2-A965-D2132A89F11C}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{9BAB03E5-1E38-45C2-A965-D2132A89F11C}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