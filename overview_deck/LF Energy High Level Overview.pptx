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B27DA32-DF16-4212-8147-F8B9A859B4A5}">
  <a:tblStyle styleId="{2B27DA32-DF16-4212-8147-F8B9A859B4A5}"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4.png"/><Relationship Id="rId4"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3.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3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image" Target="../media/image18.png"/><Relationship Id="rId6" Type="http://schemas.openxmlformats.org/officeDocument/2006/relationships/image" Target="../media/image9.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8.png"/><Relationship Id="rId4" Type="http://schemas.openxmlformats.org/officeDocument/2006/relationships/image" Target="../media/image17.png"/><Relationship Id="rId5" Type="http://schemas.openxmlformats.org/officeDocument/2006/relationships/image" Target="../media/image22.png"/><Relationship Id="rId6" Type="http://schemas.openxmlformats.org/officeDocument/2006/relationships/image" Target="../media/image20.png"/><Relationship Id="rId7" Type="http://schemas.openxmlformats.org/officeDocument/2006/relationships/image" Target="../media/image29.png"/><Relationship Id="rId8"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6.png"/><Relationship Id="rId5" Type="http://schemas.openxmlformats.org/officeDocument/2006/relationships/hyperlink" Target="mailto:membership@lfenergy.org" TargetMode="External"/><Relationship Id="rId6" Type="http://schemas.openxmlformats.org/officeDocument/2006/relationships/image" Target="../media/image33.png"/><Relationship Id="rId7" Type="http://schemas.openxmlformats.org/officeDocument/2006/relationships/image" Target="../media/image38.png"/><Relationship Id="rId8"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{2B27DA32-DF16-4212-8147-F8B9A859B4A5}</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{2B27DA32-DF16-4212-8147-F8B9A859B4A5}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{2B27DA32-DF16-4212-8147-F8B9A859B4A5}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{2B27DA32-DF16-4212-8147-F8B9A859B4A5}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{2B27DA32-DF16-4212-8147-F8B9A859B4A5}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{2B27DA32-DF16-4212-8147-F8B9A859B4A5}</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