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4CF3CD3-5AD3-4896-9624-B6345D4F0AB6}">
  <a:tblStyle styleId="{74CF3CD3-5AD3-4896-9624-B6345D4F0AB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3.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35.png"/><Relationship Id="rId6" Type="http://schemas.openxmlformats.org/officeDocument/2006/relationships/image" Target="../media/image26.png"/><Relationship Id="rId7"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image" Target="../media/image33.png"/><Relationship Id="rId7" Type="http://schemas.openxmlformats.org/officeDocument/2006/relationships/image" Target="../media/image32.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{74CF3CD3-5AD3-4896-9624-B6345D4F0AB6}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{74CF3CD3-5AD3-4896-9624-B6345D4F0AB6}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{74CF3CD3-5AD3-4896-9624-B6345D4F0AB6}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{74CF3CD3-5AD3-4896-9624-B6345D4F0AB6}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{74CF3CD3-5AD3-4896-9624-B6345D4F0AB6}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{74CF3CD3-5AD3-4896-9624-B6345D4F0AB6}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