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ABF2BD7-7D3D-4503-95DF-38A3A7EC645D}">
  <a:tblStyle styleId="{9ABF2BD7-7D3D-4503-95DF-38A3A7EC645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23.png"/><Relationship Id="rId5" Type="http://schemas.openxmlformats.org/officeDocument/2006/relationships/image" Target="../media/image29.png"/><Relationship Id="rId6" Type="http://schemas.openxmlformats.org/officeDocument/2006/relationships/image" Target="../media/image16.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5.png"/><Relationship Id="rId7" Type="http://schemas.openxmlformats.org/officeDocument/2006/relationships/image" Target="../media/image31.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0.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{9ABF2BD7-7D3D-4503-95DF-38A3A7EC645D}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{9ABF2BD7-7D3D-4503-95DF-38A3A7EC645D}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{9ABF2BD7-7D3D-4503-95DF-38A3A7EC645D}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{9ABF2BD7-7D3D-4503-95DF-38A3A7EC645D}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{9ABF2BD7-7D3D-4503-95DF-38A3A7EC645D}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{9ABF2BD7-7D3D-4503-95DF-38A3A7EC645D}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