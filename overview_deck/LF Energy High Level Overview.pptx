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6B2F537-5406-4E26-AB97-4EB3F603DCD7}">
  <a:tblStyle styleId="{56B2F537-5406-4E26-AB97-4EB3F603DCD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31.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20.png"/><Relationship Id="rId7" Type="http://schemas.openxmlformats.org/officeDocument/2006/relationships/image" Target="../media/image34.png"/><Relationship Id="rId8"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{56B2F537-5406-4E26-AB97-4EB3F603DCD7}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{56B2F537-5406-4E26-AB97-4EB3F603DCD7}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{56B2F537-5406-4E26-AB97-4EB3F603DCD7}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{56B2F537-5406-4E26-AB97-4EB3F603DCD7}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{56B2F537-5406-4E26-AB97-4EB3F603DCD7}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{56B2F537-5406-4E26-AB97-4EB3F603DCD7}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