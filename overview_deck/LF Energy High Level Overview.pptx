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8460B15-25ED-4A30-9E0A-DDD4A41D72A6}">
  <a:tblStyle styleId="{38460B15-25ED-4A30-9E0A-DDD4A41D72A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39.png"/><Relationship Id="rId5" Type="http://schemas.openxmlformats.org/officeDocument/2006/relationships/image" Target="../media/image35.png"/><Relationship Id="rId6" Type="http://schemas.openxmlformats.org/officeDocument/2006/relationships/image" Target="../media/image18.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37.png"/><Relationship Id="rId5" Type="http://schemas.openxmlformats.org/officeDocument/2006/relationships/image" Target="../media/image20.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30.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{38460B15-25ED-4A30-9E0A-DDD4A41D72A6}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{38460B15-25ED-4A30-9E0A-DDD4A41D72A6}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{38460B15-25ED-4A30-9E0A-DDD4A41D72A6}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{38460B15-25ED-4A30-9E0A-DDD4A41D72A6}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{38460B15-25ED-4A30-9E0A-DDD4A41D72A6}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{38460B15-25ED-4A30-9E0A-DDD4A41D72A6}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