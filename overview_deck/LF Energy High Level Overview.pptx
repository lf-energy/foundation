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FA68F9D-7EE6-40E0-BE68-8EAAD920FECE}">
  <a:tblStyle styleId="{0FA68F9D-7EE6-40E0-BE68-8EAAD920FEC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2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0.png"/><Relationship Id="rId7" Type="http://schemas.openxmlformats.org/officeDocument/2006/relationships/image" Target="../media/image16.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0.png"/><Relationship Id="rId7" Type="http://schemas.openxmlformats.org/officeDocument/2006/relationships/image" Target="../media/image22.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{0FA68F9D-7EE6-40E0-BE68-8EAAD920FECE}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{0FA68F9D-7EE6-40E0-BE68-8EAAD920FECE}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{0FA68F9D-7EE6-40E0-BE68-8EAAD920FECE}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{0FA68F9D-7EE6-40E0-BE68-8EAAD920FECE}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{0FA68F9D-7EE6-40E0-BE68-8EAAD920FECE}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{0FA68F9D-7EE6-40E0-BE68-8EAAD920FECE}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