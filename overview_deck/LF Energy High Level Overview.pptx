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6858CF3-A6B5-44BB-8FF6-CF39801B0ACA}">
  <a:tblStyle styleId="{56858CF3-A6B5-44BB-8FF6-CF39801B0AC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36.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9.png"/><Relationship Id="rId6" Type="http://schemas.openxmlformats.org/officeDocument/2006/relationships/image" Target="../media/image8.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6.png"/><Relationship Id="rId6" Type="http://schemas.openxmlformats.org/officeDocument/2006/relationships/image" Target="../media/image18.png"/><Relationship Id="rId7" Type="http://schemas.openxmlformats.org/officeDocument/2006/relationships/image" Target="../media/image32.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0.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{56858CF3-A6B5-44BB-8FF6-CF39801B0ACA}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{56858CF3-A6B5-44BB-8FF6-CF39801B0ACA}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{56858CF3-A6B5-44BB-8FF6-CF39801B0ACA}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{56858CF3-A6B5-44BB-8FF6-CF39801B0ACA}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{56858CF3-A6B5-44BB-8FF6-CF39801B0ACA}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{56858CF3-A6B5-44BB-8FF6-CF39801B0ACA}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