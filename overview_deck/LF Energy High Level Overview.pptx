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CD51294-D1F6-4269-A257-7DAAE2BDD65A}">
  <a:tblStyle styleId="{7CD51294-D1F6-4269-A257-7DAAE2BDD65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7.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image" Target="../media/image13.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5.png"/><Relationship Id="rId7" Type="http://schemas.openxmlformats.org/officeDocument/2006/relationships/image" Target="../media/image18.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{7CD51294-D1F6-4269-A257-7DAAE2BDD65A}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{7CD51294-D1F6-4269-A257-7DAAE2BDD65A}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{7CD51294-D1F6-4269-A257-7DAAE2BDD65A}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{7CD51294-D1F6-4269-A257-7DAAE2BDD65A}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{7CD51294-D1F6-4269-A257-7DAAE2BDD65A}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{7CD51294-D1F6-4269-A257-7DAAE2BDD65A}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