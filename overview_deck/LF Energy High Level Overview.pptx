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F0CAEFB-12BF-4148-A3F1-FB1B6D2CC27C}">
  <a:tblStyle styleId="{BF0CAEFB-12BF-4148-A3F1-FB1B6D2CC27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2.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{BF0CAEFB-12BF-4148-A3F1-FB1B6D2CC27C}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{BF0CAEFB-12BF-4148-A3F1-FB1B6D2CC27C}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{BF0CAEFB-12BF-4148-A3F1-FB1B6D2CC27C}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{BF0CAEFB-12BF-4148-A3F1-FB1B6D2CC27C}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{BF0CAEFB-12BF-4148-A3F1-FB1B6D2CC27C}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{BF0CAEFB-12BF-4148-A3F1-FB1B6D2CC27C}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