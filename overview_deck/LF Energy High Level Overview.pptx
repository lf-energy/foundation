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FF2A312-9BE6-4339-9C26-48A5E147033C}">
  <a:tblStyle styleId="{5FF2A312-9BE6-4339-9C26-48A5E147033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21.png"/><Relationship Id="rId6" Type="http://schemas.openxmlformats.org/officeDocument/2006/relationships/image" Target="../media/image24.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32.png"/><Relationship Id="rId5" Type="http://schemas.openxmlformats.org/officeDocument/2006/relationships/image" Target="../media/image26.png"/><Relationship Id="rId6" Type="http://schemas.openxmlformats.org/officeDocument/2006/relationships/image" Target="../media/image28.png"/><Relationship Id="rId7" Type="http://schemas.openxmlformats.org/officeDocument/2006/relationships/image" Target="../media/image20.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5.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{5FF2A312-9BE6-4339-9C26-48A5E147033C}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{5FF2A312-9BE6-4339-9C26-48A5E147033C}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{5FF2A312-9BE6-4339-9C26-48A5E147033C}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{5FF2A312-9BE6-4339-9C26-48A5E147033C}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{5FF2A312-9BE6-4339-9C26-48A5E147033C}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{5FF2A312-9BE6-4339-9C26-48A5E147033C}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