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D63AF6E-E1CC-4ABD-8449-A21AB2A3174B}">
  <a:tblStyle styleId="{ED63AF6E-E1CC-4ABD-8449-A21AB2A3174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7.png"/><Relationship Id="rId6" Type="http://schemas.openxmlformats.org/officeDocument/2006/relationships/image" Target="../media/image36.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4.png"/><Relationship Id="rId4" Type="http://schemas.openxmlformats.org/officeDocument/2006/relationships/image" Target="../media/image20.png"/><Relationship Id="rId5" Type="http://schemas.openxmlformats.org/officeDocument/2006/relationships/image" Target="../media/image19.png"/><Relationship Id="rId6" Type="http://schemas.openxmlformats.org/officeDocument/2006/relationships/image" Target="../media/image27.png"/><Relationship Id="rId7" Type="http://schemas.openxmlformats.org/officeDocument/2006/relationships/image" Target="../media/image23.png"/><Relationship Id="rId8" Type="http://schemas.openxmlformats.org/officeDocument/2006/relationships/image" Target="../media/image3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28.png"/><Relationship Id="rId7" Type="http://schemas.openxmlformats.org/officeDocument/2006/relationships/image" Target="../media/image32.png"/><Relationship Id="rId8"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{ED63AF6E-E1CC-4ABD-8449-A21AB2A3174B}</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{ED63AF6E-E1CC-4ABD-8449-A21AB2A3174B}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{ED63AF6E-E1CC-4ABD-8449-A21AB2A3174B}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{ED63AF6E-E1CC-4ABD-8449-A21AB2A3174B}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{ED63AF6E-E1CC-4ABD-8449-A21AB2A3174B}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{ED63AF6E-E1CC-4ABD-8449-A21AB2A3174B}</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