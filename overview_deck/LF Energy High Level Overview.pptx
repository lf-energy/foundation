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41F053F-3E11-4132-91DE-DD6FA936511D}">
  <a:tblStyle styleId="{C41F053F-3E11-4132-91DE-DD6FA936511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{C41F053F-3E11-4132-91DE-DD6FA936511D}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{C41F053F-3E11-4132-91DE-DD6FA936511D}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{C41F053F-3E11-4132-91DE-DD6FA936511D}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{C41F053F-3E11-4132-91DE-DD6FA936511D}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{C41F053F-3E11-4132-91DE-DD6FA936511D}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{C41F053F-3E11-4132-91DE-DD6FA936511D}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