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9F3ECDB-60FD-4D06-A569-0774A4562E0C}">
  <a:tblStyle styleId="{29F3ECDB-60FD-4D06-A569-0774A4562E0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18.png"/><Relationship Id="rId5" Type="http://schemas.openxmlformats.org/officeDocument/2006/relationships/image" Target="../media/image31.png"/><Relationship Id="rId6" Type="http://schemas.openxmlformats.org/officeDocument/2006/relationships/image" Target="../media/image21.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32.png"/><Relationship Id="rId7" Type="http://schemas.openxmlformats.org/officeDocument/2006/relationships/image" Target="../media/image25.png"/><Relationship Id="rId8"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{29F3ECDB-60FD-4D06-A569-0774A4562E0C}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{29F3ECDB-60FD-4D06-A569-0774A4562E0C}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{29F3ECDB-60FD-4D06-A569-0774A4562E0C}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{29F3ECDB-60FD-4D06-A569-0774A4562E0C}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{29F3ECDB-60FD-4D06-A569-0774A4562E0C}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{29F3ECDB-60FD-4D06-A569-0774A4562E0C}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