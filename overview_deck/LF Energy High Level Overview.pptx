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5CF27A6-4408-401A-8331-3AFB20C4CDBB}">
  <a:tblStyle styleId="{15CF27A6-4408-401A-8331-3AFB20C4CDB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9.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0.png"/><Relationship Id="rId7" Type="http://schemas.openxmlformats.org/officeDocument/2006/relationships/image" Target="../media/image28.png"/><Relationship Id="rId8"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{15CF27A6-4408-401A-8331-3AFB20C4CDBB}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{15CF27A6-4408-401A-8331-3AFB20C4CDBB}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{15CF27A6-4408-401A-8331-3AFB20C4CDBB}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{15CF27A6-4408-401A-8331-3AFB20C4CDBB}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{15CF27A6-4408-401A-8331-3AFB20C4CDBB}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{15CF27A6-4408-401A-8331-3AFB20C4CDBB}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