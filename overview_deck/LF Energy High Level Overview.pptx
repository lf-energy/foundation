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F6B7494-4B01-4475-98A4-233131076311}">
  <a:tblStyle styleId="{5F6B7494-4B01-4475-98A4-23313107631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29.png"/><Relationship Id="rId6" Type="http://schemas.openxmlformats.org/officeDocument/2006/relationships/image" Target="../media/image20.png"/><Relationship Id="rId7"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31.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6.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{5F6B7494-4B01-4475-98A4-233131076311}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{5F6B7494-4B01-4475-98A4-233131076311}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{5F6B7494-4B01-4475-98A4-233131076311}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{5F6B7494-4B01-4475-98A4-233131076311}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{5F6B7494-4B01-4475-98A4-233131076311}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{5F6B7494-4B01-4475-98A4-233131076311}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