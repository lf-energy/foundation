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820BAAE-F54A-48C1-9342-180BDB6B4065}">
  <a:tblStyle styleId="{D820BAAE-F54A-48C1-9342-180BDB6B406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25.png"/><Relationship Id="rId6" Type="http://schemas.openxmlformats.org/officeDocument/2006/relationships/image" Target="../media/image33.png"/><Relationship Id="rId7" Type="http://schemas.openxmlformats.org/officeDocument/2006/relationships/image" Target="../media/image26.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2.png"/><Relationship Id="rId8"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{D820BAAE-F54A-48C1-9342-180BDB6B4065}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{D820BAAE-F54A-48C1-9342-180BDB6B4065}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{D820BAAE-F54A-48C1-9342-180BDB6B4065}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{D820BAAE-F54A-48C1-9342-180BDB6B4065}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{D820BAAE-F54A-48C1-9342-180BDB6B4065}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{D820BAAE-F54A-48C1-9342-180BDB6B4065}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