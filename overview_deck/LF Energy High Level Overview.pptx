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4E85331-EFEF-498A-8873-E1823F06B2EE}">
  <a:tblStyle styleId="{F4E85331-EFEF-498A-8873-E1823F06B2E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4.png"/><Relationship Id="rId6" Type="http://schemas.openxmlformats.org/officeDocument/2006/relationships/image" Target="../media/image15.png"/><Relationship Id="rId7" Type="http://schemas.openxmlformats.org/officeDocument/2006/relationships/image" Target="../media/image25.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{F4E85331-EFEF-498A-8873-E1823F06B2EE}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{F4E85331-EFEF-498A-8873-E1823F06B2EE}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{F4E85331-EFEF-498A-8873-E1823F06B2EE}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{F4E85331-EFEF-498A-8873-E1823F06B2EE}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{F4E85331-EFEF-498A-8873-E1823F06B2EE}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{F4E85331-EFEF-498A-8873-E1823F06B2EE}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