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A377AD57-48AB-4E86-A08A-896C7DC78560}">
  <a:tblStyle styleId="{A377AD57-48AB-4E86-A08A-896C7DC78560}"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8.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8.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7.png"/><Relationship Id="rId4" Type="http://schemas.openxmlformats.org/officeDocument/2006/relationships/image" Target="../media/image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23.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14.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4.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1.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3.png"/><Relationship Id="rId4" Type="http://schemas.openxmlformats.org/officeDocument/2006/relationships/image" Target="../media/image21.png"/><Relationship Id="rId5" Type="http://schemas.openxmlformats.org/officeDocument/2006/relationships/image" Target="../media/image25.png"/><Relationship Id="rId6" Type="http://schemas.openxmlformats.org/officeDocument/2006/relationships/image" Target="../media/image12.png"/><Relationship Id="rId7"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0.png"/><Relationship Id="rId4" Type="http://schemas.openxmlformats.org/officeDocument/2006/relationships/image" Target="../media/image17.png"/><Relationship Id="rId5" Type="http://schemas.openxmlformats.org/officeDocument/2006/relationships/image" Target="../media/image19.png"/><Relationship Id="rId6" Type="http://schemas.openxmlformats.org/officeDocument/2006/relationships/image" Target="../media/image22.png"/><Relationship Id="rId7" Type="http://schemas.openxmlformats.org/officeDocument/2006/relationships/image" Target="../media/image30.png"/><Relationship Id="rId8" Type="http://schemas.openxmlformats.org/officeDocument/2006/relationships/image" Target="../media/image3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5.png"/><Relationship Id="rId5" Type="http://schemas.openxmlformats.org/officeDocument/2006/relationships/hyperlink" Target="mailto:membership@lfenergy.org" TargetMode="External"/><Relationship Id="rId6" Type="http://schemas.openxmlformats.org/officeDocument/2006/relationships/image" Target="../media/image29.png"/><Relationship Id="rId7" Type="http://schemas.openxmlformats.org/officeDocument/2006/relationships/image" Target="../media/image24.png"/><Relationship Id="rId8" Type="http://schemas.openxmlformats.org/officeDocument/2006/relationships/image" Target="../media/image2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{A377AD57-48AB-4E86-A08A-896C7DC78560}</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{A377AD57-48AB-4E86-A08A-896C7DC78560}</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{A377AD57-48AB-4E86-A08A-896C7DC78560}</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{A377AD57-48AB-4E86-A08A-896C7DC78560}</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{A377AD57-48AB-4E86-A08A-896C7DC78560}</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{A377AD57-48AB-4E86-A08A-896C7DC78560}</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