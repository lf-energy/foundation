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2984B1C-5666-4699-8FB4-22CB5A9309BB}">
  <a:tblStyle styleId="{02984B1C-5666-4699-8FB4-22CB5A9309B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4.png"/><Relationship Id="rId4" Type="http://schemas.openxmlformats.org/officeDocument/2006/relationships/image" Target="../media/image24.png"/><Relationship Id="rId5" Type="http://schemas.openxmlformats.org/officeDocument/2006/relationships/image" Target="../media/image26.png"/><Relationship Id="rId6" Type="http://schemas.openxmlformats.org/officeDocument/2006/relationships/image" Target="../media/image25.png"/><Relationship Id="rId7" Type="http://schemas.openxmlformats.org/officeDocument/2006/relationships/image" Target="../media/image36.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32.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{02984B1C-5666-4699-8FB4-22CB5A9309BB}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{02984B1C-5666-4699-8FB4-22CB5A9309BB}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{02984B1C-5666-4699-8FB4-22CB5A9309BB}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{02984B1C-5666-4699-8FB4-22CB5A9309BB}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{02984B1C-5666-4699-8FB4-22CB5A9309BB}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{02984B1C-5666-4699-8FB4-22CB5A9309BB}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