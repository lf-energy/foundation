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5B429DF-3E7F-4445-8AC8-7F95F03CD667}">
  <a:tblStyle styleId="{E5B429DF-3E7F-4445-8AC8-7F95F03CD66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31.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3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1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10.png"/><Relationship Id="rId6" Type="http://schemas.openxmlformats.org/officeDocument/2006/relationships/image" Target="../media/image9.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4.png"/><Relationship Id="rId7" Type="http://schemas.openxmlformats.org/officeDocument/2006/relationships/image" Target="../media/image18.png"/><Relationship Id="rId8"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9.png"/><Relationship Id="rId5" Type="http://schemas.openxmlformats.org/officeDocument/2006/relationships/hyperlink" Target="mailto:membership@lfenergy.org" TargetMode="External"/><Relationship Id="rId6" Type="http://schemas.openxmlformats.org/officeDocument/2006/relationships/image" Target="../media/image24.png"/><Relationship Id="rId7" Type="http://schemas.openxmlformats.org/officeDocument/2006/relationships/image" Target="../media/image23.png"/><Relationship Id="rId8"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{E5B429DF-3E7F-4445-8AC8-7F95F03CD667}</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{E5B429DF-3E7F-4445-8AC8-7F95F03CD667}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{E5B429DF-3E7F-4445-8AC8-7F95F03CD667}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{E5B429DF-3E7F-4445-8AC8-7F95F03CD667}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{E5B429DF-3E7F-4445-8AC8-7F95F03CD667}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{E5B429DF-3E7F-4445-8AC8-7F95F03CD667}</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