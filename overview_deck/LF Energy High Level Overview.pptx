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4D75FCD-CB37-4833-9CB0-7D57DDA634E7}">
  <a:tblStyle styleId="{94D75FCD-CB37-4833-9CB0-7D57DDA634E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4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13.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15.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4.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{94D75FCD-CB37-4833-9CB0-7D57DDA634E7}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{94D75FCD-CB37-4833-9CB0-7D57DDA634E7}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{94D75FCD-CB37-4833-9CB0-7D57DDA634E7}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{94D75FCD-CB37-4833-9CB0-7D57DDA634E7}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{94D75FCD-CB37-4833-9CB0-7D57DDA634E7}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{94D75FCD-CB37-4833-9CB0-7D57DDA634E7}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