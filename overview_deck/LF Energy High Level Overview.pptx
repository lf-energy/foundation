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25DDB5B-6C5D-4F4C-B818-650587138389}">
  <a:tblStyle styleId="{F25DDB5B-6C5D-4F4C-B818-65058713838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1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image" Target="../media/image17.png"/><Relationship Id="rId6" Type="http://schemas.openxmlformats.org/officeDocument/2006/relationships/image" Target="../media/image20.png"/><Relationship Id="rId7" Type="http://schemas.openxmlformats.org/officeDocument/2006/relationships/image" Target="../media/image2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9.png"/><Relationship Id="rId4" Type="http://schemas.openxmlformats.org/officeDocument/2006/relationships/image" Target="../media/image33.png"/><Relationship Id="rId5" Type="http://schemas.openxmlformats.org/officeDocument/2006/relationships/image" Target="../media/image23.png"/><Relationship Id="rId6" Type="http://schemas.openxmlformats.org/officeDocument/2006/relationships/image" Target="../media/image32.png"/><Relationship Id="rId7" Type="http://schemas.openxmlformats.org/officeDocument/2006/relationships/image" Target="../media/image27.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40.png"/><Relationship Id="rId5" Type="http://schemas.openxmlformats.org/officeDocument/2006/relationships/hyperlink" Target="mailto:membership@lfenergy.org" TargetMode="External"/><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{F25DDB5B-6C5D-4F4C-B818-650587138389}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{F25DDB5B-6C5D-4F4C-B818-650587138389}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{F25DDB5B-6C5D-4F4C-B818-650587138389}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{F25DDB5B-6C5D-4F4C-B818-650587138389}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{F25DDB5B-6C5D-4F4C-B818-650587138389}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{F25DDB5B-6C5D-4F4C-B818-650587138389}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