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CD5467F-F384-4B5E-860F-CA37F3275F29}">
  <a:tblStyle styleId="{BCD5467F-F384-4B5E-860F-CA37F3275F2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image" Target="../media/image22.png"/><Relationship Id="rId7" Type="http://schemas.openxmlformats.org/officeDocument/2006/relationships/image" Target="../media/image30.png"/><Relationship Id="rId8"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8.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{BCD5467F-F384-4B5E-860F-CA37F3275F29}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{BCD5467F-F384-4B5E-860F-CA37F3275F29}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{BCD5467F-F384-4B5E-860F-CA37F3275F29}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{BCD5467F-F384-4B5E-860F-CA37F3275F29}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{BCD5467F-F384-4B5E-860F-CA37F3275F29}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{BCD5467F-F384-4B5E-860F-CA37F3275F29}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