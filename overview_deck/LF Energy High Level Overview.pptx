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A74D7B3-1AF7-417F-BE58-9019E4425BB1}">
  <a:tblStyle styleId="{2A74D7B3-1AF7-417F-BE58-9019E4425BB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8.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 Id="rId7" Type="http://schemas.openxmlformats.org/officeDocument/2006/relationships/image" Target="../media/image22.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3.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{2A74D7B3-1AF7-417F-BE58-9019E4425BB1}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{2A74D7B3-1AF7-417F-BE58-9019E4425BB1}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{2A74D7B3-1AF7-417F-BE58-9019E4425BB1}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{2A74D7B3-1AF7-417F-BE58-9019E4425BB1}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{2A74D7B3-1AF7-417F-BE58-9019E4425BB1}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{2A74D7B3-1AF7-417F-BE58-9019E4425BB1}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