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928D4016-75EB-4100-83A0-C58B1C6B50E9}">
  <a:tblStyle styleId="{928D4016-75EB-4100-83A0-C58B1C6B50E9}"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4.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33.png"/><Relationship Id="rId4"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 Id="rId3" Type="http://schemas.openxmlformats.org/officeDocument/2006/relationships/image" Target="../media/image3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29.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3"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3.png"/><Relationship Id="rId4" Type="http://schemas.openxmlformats.org/officeDocument/2006/relationships/image" Target="../media/image16.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17.png"/><Relationship Id="rId8" Type="http://schemas.openxmlformats.org/officeDocument/2006/relationships/image" Target="../media/image1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7.png"/><Relationship Id="rId5" Type="http://schemas.openxmlformats.org/officeDocument/2006/relationships/hyperlink" Target="mailto:membership@lfenergy.org" TargetMode="External"/><Relationship Id="rId6" Type="http://schemas.openxmlformats.org/officeDocument/2006/relationships/image" Target="../media/image23.png"/><Relationship Id="rId7" Type="http://schemas.openxmlformats.org/officeDocument/2006/relationships/image" Target="../media/image24.png"/><Relationship Id="rId8"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1" l="4553" r="4371" t="23658"/>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{928D4016-75EB-4100-83A0-C58B1C6B50E9}</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{928D4016-75EB-4100-83A0-C58B1C6B50E9}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{928D4016-75EB-4100-83A0-C58B1C6B50E9}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{928D4016-75EB-4100-83A0-C58B1C6B50E9}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{928D4016-75EB-4100-83A0-C58B1C6B50E9}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{928D4016-75EB-4100-83A0-C58B1C6B50E9}</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