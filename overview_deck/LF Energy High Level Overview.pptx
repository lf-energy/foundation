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6AEB783-E90B-4FD3-9B3C-ECA70C141418}">
  <a:tblStyle styleId="{76AEB783-E90B-4FD3-9B3C-ECA70C141418}"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3.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4.png"/><Relationship Id="rId4" Type="http://schemas.openxmlformats.org/officeDocument/2006/relationships/image" Target="../media/image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5.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8.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1.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8.png"/><Relationship Id="rId4" Type="http://schemas.openxmlformats.org/officeDocument/2006/relationships/image" Target="../media/image5.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6.png"/><Relationship Id="rId3"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3.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3"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3.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2.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1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8.png"/><Relationship Id="rId4" Type="http://schemas.openxmlformats.org/officeDocument/2006/relationships/image" Target="../media/image17.png"/><Relationship Id="rId5" Type="http://schemas.openxmlformats.org/officeDocument/2006/relationships/image" Target="../media/image7.png"/><Relationship Id="rId6" Type="http://schemas.openxmlformats.org/officeDocument/2006/relationships/image" Target="../media/image9.png"/><Relationship Id="rId7"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6.png"/><Relationship Id="rId6" Type="http://schemas.openxmlformats.org/officeDocument/2006/relationships/image" Target="../media/image15.png"/><Relationship Id="rId7" Type="http://schemas.openxmlformats.org/officeDocument/2006/relationships/image" Target="../media/image18.png"/><Relationship Id="rId8" Type="http://schemas.openxmlformats.org/officeDocument/2006/relationships/image" Target="../media/image1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1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9.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5.png"/><Relationship Id="rId5" Type="http://schemas.openxmlformats.org/officeDocument/2006/relationships/hyperlink" Target="mailto:membership@lfenergy.org" TargetMode="External"/><Relationship Id="rId6" Type="http://schemas.openxmlformats.org/officeDocument/2006/relationships/image" Target="../media/image22.png"/><Relationship Id="rId7" Type="http://schemas.openxmlformats.org/officeDocument/2006/relationships/image" Target="../media/image28.png"/><Relationship Id="rId8" Type="http://schemas.openxmlformats.org/officeDocument/2006/relationships/image" Target="../media/image2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1" l="4553" r="4371" t="23658"/>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{76AEB783-E90B-4FD3-9B3C-ECA70C141418}</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{76AEB783-E90B-4FD3-9B3C-ECA70C141418}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{76AEB783-E90B-4FD3-9B3C-ECA70C141418}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{76AEB783-E90B-4FD3-9B3C-ECA70C141418}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{76AEB783-E90B-4FD3-9B3C-ECA70C141418}</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{76AEB783-E90B-4FD3-9B3C-ECA70C141418}</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