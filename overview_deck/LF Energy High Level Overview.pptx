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B61FE6F-2792-4C4E-8CF5-3E9D77952F01}">
  <a:tblStyle styleId="{FB61FE6F-2792-4C4E-8CF5-3E9D77952F01}"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7.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4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3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1.png"/><Relationship Id="rId7"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image" Target="../media/image14.png"/><Relationship Id="rId6" Type="http://schemas.openxmlformats.org/officeDocument/2006/relationships/image" Target="../media/image17.png"/><Relationship Id="rId7" Type="http://schemas.openxmlformats.org/officeDocument/2006/relationships/image" Target="../media/image19.png"/><Relationship Id="rId8" Type="http://schemas.openxmlformats.org/officeDocument/2006/relationships/image" Target="../media/image3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2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6.png"/><Relationship Id="rId5" Type="http://schemas.openxmlformats.org/officeDocument/2006/relationships/hyperlink" Target="mailto:membership@lfenergy.org" TargetMode="External"/><Relationship Id="rId6" Type="http://schemas.openxmlformats.org/officeDocument/2006/relationships/image" Target="../media/image22.png"/><Relationship Id="rId7" Type="http://schemas.openxmlformats.org/officeDocument/2006/relationships/image" Target="../media/image21.png"/><Relationship Id="rId8"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{FB61FE6F-2792-4C4E-8CF5-3E9D77952F01}</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{FB61FE6F-2792-4C4E-8CF5-3E9D77952F01}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{FB61FE6F-2792-4C4E-8CF5-3E9D77952F01}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{FB61FE6F-2792-4C4E-8CF5-3E9D77952F01}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{FB61FE6F-2792-4C4E-8CF5-3E9D77952F01}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{FB61FE6F-2792-4C4E-8CF5-3E9D77952F01}</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