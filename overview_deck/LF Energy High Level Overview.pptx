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90398F1C-0F7B-47A4-B795-9E88203EC6E1}">
  <a:tblStyle styleId="{90398F1C-0F7B-47A4-B795-9E88203EC6E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3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29.png"/><Relationship Id="rId6" Type="http://schemas.openxmlformats.org/officeDocument/2006/relationships/image" Target="../media/image22.png"/><Relationship Id="rId7"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5.png"/><Relationship Id="rId5" Type="http://schemas.openxmlformats.org/officeDocument/2006/relationships/image" Target="../media/image23.png"/><Relationship Id="rId6" Type="http://schemas.openxmlformats.org/officeDocument/2006/relationships/image" Target="../media/image33.png"/><Relationship Id="rId7" Type="http://schemas.openxmlformats.org/officeDocument/2006/relationships/image" Target="../media/image17.png"/><Relationship Id="rId8" Type="http://schemas.openxmlformats.org/officeDocument/2006/relationships/image" Target="../media/image3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7.png"/><Relationship Id="rId5" Type="http://schemas.openxmlformats.org/officeDocument/2006/relationships/hyperlink" Target="mailto:membership@lfenergy.org" TargetMode="External"/><Relationship Id="rId6" Type="http://schemas.openxmlformats.org/officeDocument/2006/relationships/image" Target="../media/image27.png"/><Relationship Id="rId7" Type="http://schemas.openxmlformats.org/officeDocument/2006/relationships/image" Target="../media/image32.png"/><Relationship Id="rId8" Type="http://schemas.openxmlformats.org/officeDocument/2006/relationships/image" Target="../media/image3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{90398F1C-0F7B-47A4-B795-9E88203EC6E1}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{90398F1C-0F7B-47A4-B795-9E88203EC6E1}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{90398F1C-0F7B-47A4-B795-9E88203EC6E1}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{90398F1C-0F7B-47A4-B795-9E88203EC6E1}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{90398F1C-0F7B-47A4-B795-9E88203EC6E1}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{90398F1C-0F7B-47A4-B795-9E88203EC6E1}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