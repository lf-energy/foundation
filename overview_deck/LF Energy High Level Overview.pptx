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4DBEEAE-F8F0-4AC9-9054-6F6D57077E99}">
  <a:tblStyle styleId="{14DBEEAE-F8F0-4AC9-9054-6F6D57077E9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1.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22.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{14DBEEAE-F8F0-4AC9-9054-6F6D57077E99}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{14DBEEAE-F8F0-4AC9-9054-6F6D57077E99}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{14DBEEAE-F8F0-4AC9-9054-6F6D57077E99}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{14DBEEAE-F8F0-4AC9-9054-6F6D57077E99}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{14DBEEAE-F8F0-4AC9-9054-6F6D57077E99}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{14DBEEAE-F8F0-4AC9-9054-6F6D57077E99}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