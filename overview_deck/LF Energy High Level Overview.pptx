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1B707A6-710A-4C46-936A-3D65EB0D44E0}">
  <a:tblStyle styleId="{81B707A6-710A-4C46-936A-3D65EB0D44E0}"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4.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2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3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image" Target="../media/image25.png"/><Relationship Id="rId6" Type="http://schemas.openxmlformats.org/officeDocument/2006/relationships/image" Target="../media/image10.png"/><Relationship Id="rId7"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27.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6.png"/><Relationship Id="rId8" Type="http://schemas.openxmlformats.org/officeDocument/2006/relationships/image" Target="../media/image2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9.png"/><Relationship Id="rId5" Type="http://schemas.openxmlformats.org/officeDocument/2006/relationships/hyperlink" Target="mailto:membership@lfenergy.org" TargetMode="External"/><Relationship Id="rId6" Type="http://schemas.openxmlformats.org/officeDocument/2006/relationships/image" Target="../media/image33.png"/><Relationship Id="rId7" Type="http://schemas.openxmlformats.org/officeDocument/2006/relationships/image" Target="../media/image32.png"/><Relationship Id="rId8"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{81B707A6-710A-4C46-936A-3D65EB0D44E0}</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{81B707A6-710A-4C46-936A-3D65EB0D44E0}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{81B707A6-710A-4C46-936A-3D65EB0D44E0}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{81B707A6-710A-4C46-936A-3D65EB0D44E0}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{81B707A6-710A-4C46-936A-3D65EB0D44E0}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{81B707A6-710A-4C46-936A-3D65EB0D44E0}</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