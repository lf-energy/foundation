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70585F5-DD19-429E-A655-9AABDA35207A}">
  <a:tblStyle styleId="{570585F5-DD19-429E-A655-9AABDA35207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11.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5.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7.png"/><Relationship Id="rId4" Type="http://schemas.openxmlformats.org/officeDocument/2006/relationships/image" Target="../media/image17.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0.png"/><Relationship Id="rId5" Type="http://schemas.openxmlformats.org/officeDocument/2006/relationships/hyperlink" Target="mailto:membership@lfenergy.org" TargetMode="External"/><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{570585F5-DD19-429E-A655-9AABDA35207A}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{570585F5-DD19-429E-A655-9AABDA35207A}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{570585F5-DD19-429E-A655-9AABDA35207A}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{570585F5-DD19-429E-A655-9AABDA35207A}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{570585F5-DD19-429E-A655-9AABDA35207A}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{570585F5-DD19-429E-A655-9AABDA35207A}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