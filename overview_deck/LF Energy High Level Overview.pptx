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4968282-043B-45CC-9B92-008186F835B2}">
  <a:tblStyle styleId="{C4968282-043B-45CC-9B92-008186F835B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3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image" Target="../media/image8.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9.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20.png"/><Relationship Id="rId8"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8.png"/><Relationship Id="rId5" Type="http://schemas.openxmlformats.org/officeDocument/2006/relationships/hyperlink" Target="mailto:membership@lfenergy.org" TargetMode="External"/><Relationship Id="rId6" Type="http://schemas.openxmlformats.org/officeDocument/2006/relationships/image" Target="../media/image29.png"/><Relationship Id="rId7" Type="http://schemas.openxmlformats.org/officeDocument/2006/relationships/image" Target="../media/image25.png"/><Relationship Id="rId8"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{C4968282-043B-45CC-9B92-008186F835B2}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{C4968282-043B-45CC-9B92-008186F835B2}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{C4968282-043B-45CC-9B92-008186F835B2}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{C4968282-043B-45CC-9B92-008186F835B2}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{C4968282-043B-45CC-9B92-008186F835B2}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{C4968282-043B-45CC-9B92-008186F835B2}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