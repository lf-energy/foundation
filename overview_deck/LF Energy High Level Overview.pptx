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1EF4116-4375-417F-88FA-4269E7A12351}">
  <a:tblStyle styleId="{B1EF4116-4375-417F-88FA-4269E7A12351}"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7.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3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9.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image" Target="../media/image25.png"/><Relationship Id="rId7" Type="http://schemas.openxmlformats.org/officeDocument/2006/relationships/image" Target="../media/image21.png"/><Relationship Id="rId8"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6.png"/><Relationship Id="rId5" Type="http://schemas.openxmlformats.org/officeDocument/2006/relationships/hyperlink" Target="mailto:membership@lfenergy.org" TargetMode="External"/><Relationship Id="rId6" Type="http://schemas.openxmlformats.org/officeDocument/2006/relationships/image" Target="../media/image27.png"/><Relationship Id="rId7" Type="http://schemas.openxmlformats.org/officeDocument/2006/relationships/image" Target="../media/image30.png"/><Relationship Id="rId8"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{B1EF4116-4375-417F-88FA-4269E7A12351}</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{B1EF4116-4375-417F-88FA-4269E7A12351}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{B1EF4116-4375-417F-88FA-4269E7A12351}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{B1EF4116-4375-417F-88FA-4269E7A12351}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{B1EF4116-4375-417F-88FA-4269E7A12351}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{B1EF4116-4375-417F-88FA-4269E7A12351}</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