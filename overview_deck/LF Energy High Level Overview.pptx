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A2FFA8E-888C-4ACF-9312-3BE843E695E8}">
  <a:tblStyle styleId="{5A2FFA8E-888C-4ACF-9312-3BE843E695E8}"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5.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3.png"/><Relationship Id="rId4"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5.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5.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26.png"/><Relationship Id="rId4" Type="http://schemas.openxmlformats.org/officeDocument/2006/relationships/image" Target="../media/image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 Id="rId3" Type="http://schemas.openxmlformats.org/officeDocument/2006/relationships/image" Target="../media/image29.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38.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39.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2.png"/><Relationship Id="rId4" Type="http://schemas.openxmlformats.org/officeDocument/2006/relationships/image" Target="../media/image11.png"/><Relationship Id="rId5" Type="http://schemas.openxmlformats.org/officeDocument/2006/relationships/image" Target="../media/image8.png"/><Relationship Id="rId6" Type="http://schemas.openxmlformats.org/officeDocument/2006/relationships/image" Target="../media/image13.png"/><Relationship Id="rId7"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23.png"/><Relationship Id="rId6" Type="http://schemas.openxmlformats.org/officeDocument/2006/relationships/image" Target="../media/image17.png"/><Relationship Id="rId7" Type="http://schemas.openxmlformats.org/officeDocument/2006/relationships/image" Target="../media/image24.png"/><Relationship Id="rId8" Type="http://schemas.openxmlformats.org/officeDocument/2006/relationships/image" Target="../media/image2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5.png"/><Relationship Id="rId5" Type="http://schemas.openxmlformats.org/officeDocument/2006/relationships/hyperlink" Target="mailto:membership@lfenergy.org" TargetMode="External"/><Relationship Id="rId6" Type="http://schemas.openxmlformats.org/officeDocument/2006/relationships/image" Target="../media/image33.png"/><Relationship Id="rId7" Type="http://schemas.openxmlformats.org/officeDocument/2006/relationships/image" Target="../media/image30.png"/><Relationship Id="rId8" Type="http://schemas.openxmlformats.org/officeDocument/2006/relationships/image" Target="../media/image3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{5A2FFA8E-888C-4ACF-9312-3BE843E695E8}</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{5A2FFA8E-888C-4ACF-9312-3BE843E695E8}</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{5A2FFA8E-888C-4ACF-9312-3BE843E695E8}</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{5A2FFA8E-888C-4ACF-9312-3BE843E695E8}</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{5A2FFA8E-888C-4ACF-9312-3BE843E695E8}</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{5A2FFA8E-888C-4ACF-9312-3BE843E695E8}</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