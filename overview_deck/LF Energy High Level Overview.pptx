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F273D73-CA74-481C-B65D-EC0597166CD5}">
  <a:tblStyle styleId="{4F273D73-CA74-481C-B65D-EC0597166CD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6.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15.png"/><Relationship Id="rId7" Type="http://schemas.openxmlformats.org/officeDocument/2006/relationships/image" Target="../media/image18.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2.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{4F273D73-CA74-481C-B65D-EC0597166CD5}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{4F273D73-CA74-481C-B65D-EC0597166CD5}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{4F273D73-CA74-481C-B65D-EC0597166CD5}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{4F273D73-CA74-481C-B65D-EC0597166CD5}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{4F273D73-CA74-481C-B65D-EC0597166CD5}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{4F273D73-CA74-481C-B65D-EC0597166CD5}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