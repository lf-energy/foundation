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FF2A019-A9BA-4D8A-A474-EB7EE58D5550}">
  <a:tblStyle styleId="{1FF2A019-A9BA-4D8A-A474-EB7EE58D5550}"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22.png"/><Relationship Id="rId6" Type="http://schemas.openxmlformats.org/officeDocument/2006/relationships/image" Target="../media/image38.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23.png"/><Relationship Id="rId6" Type="http://schemas.openxmlformats.org/officeDocument/2006/relationships/image" Target="../media/image14.png"/><Relationship Id="rId7" Type="http://schemas.openxmlformats.org/officeDocument/2006/relationships/image" Target="../media/image31.png"/><Relationship Id="rId8"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9.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{1FF2A019-A9BA-4D8A-A474-EB7EE58D5550}</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{1FF2A019-A9BA-4D8A-A474-EB7EE58D5550}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{1FF2A019-A9BA-4D8A-A474-EB7EE58D5550}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{1FF2A019-A9BA-4D8A-A474-EB7EE58D5550}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{1FF2A019-A9BA-4D8A-A474-EB7EE58D5550}</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{1FF2A019-A9BA-4D8A-A474-EB7EE58D5550}</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