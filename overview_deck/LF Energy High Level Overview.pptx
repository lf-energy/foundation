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AC9F51B-DABD-439E-AB84-1F7D89F0D6D7}">
  <a:tblStyle styleId="{5AC9F51B-DABD-439E-AB84-1F7D89F0D6D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1.png"/><Relationship Id="rId6" Type="http://schemas.openxmlformats.org/officeDocument/2006/relationships/image" Target="../media/image22.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7.png"/><Relationship Id="rId4" Type="http://schemas.openxmlformats.org/officeDocument/2006/relationships/image" Target="../media/image3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9.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{5AC9F51B-DABD-439E-AB84-1F7D89F0D6D7}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{5AC9F51B-DABD-439E-AB84-1F7D89F0D6D7}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{5AC9F51B-DABD-439E-AB84-1F7D89F0D6D7}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{5AC9F51B-DABD-439E-AB84-1F7D89F0D6D7}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{5AC9F51B-DABD-439E-AB84-1F7D89F0D6D7}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{5AC9F51B-DABD-439E-AB84-1F7D89F0D6D7}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