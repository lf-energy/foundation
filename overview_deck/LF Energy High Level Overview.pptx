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1B1165D-875C-43F9-B37D-6E56A64B1455}">
  <a:tblStyle styleId="{31B1165D-875C-43F9-B37D-6E56A64B145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23.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37.png"/><Relationship Id="rId7" Type="http://schemas.openxmlformats.org/officeDocument/2006/relationships/image" Target="../media/image20.png"/><Relationship Id="rId8" Type="http://schemas.openxmlformats.org/officeDocument/2006/relationships/image" Target="../media/image3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5.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{31B1165D-875C-43F9-B37D-6E56A64B1455}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{31B1165D-875C-43F9-B37D-6E56A64B1455}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{31B1165D-875C-43F9-B37D-6E56A64B1455}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{31B1165D-875C-43F9-B37D-6E56A64B1455}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{31B1165D-875C-43F9-B37D-6E56A64B1455}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{31B1165D-875C-43F9-B37D-6E56A64B1455}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