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0D96829-4DF0-4124-B3A6-FF5CE9578CA7}">
  <a:tblStyle styleId="{F0D96829-4DF0-4124-B3A6-FF5CE9578CA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28.png"/><Relationship Id="rId6" Type="http://schemas.openxmlformats.org/officeDocument/2006/relationships/image" Target="../media/image15.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3.png"/><Relationship Id="rId5" Type="http://schemas.openxmlformats.org/officeDocument/2006/relationships/image" Target="../media/image25.png"/><Relationship Id="rId6" Type="http://schemas.openxmlformats.org/officeDocument/2006/relationships/image" Target="../media/image34.png"/><Relationship Id="rId7" Type="http://schemas.openxmlformats.org/officeDocument/2006/relationships/image" Target="../media/image19.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2.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0.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{F0D96829-4DF0-4124-B3A6-FF5CE9578CA7}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{F0D96829-4DF0-4124-B3A6-FF5CE9578CA7}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{F0D96829-4DF0-4124-B3A6-FF5CE9578CA7}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{F0D96829-4DF0-4124-B3A6-FF5CE9578CA7}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{F0D96829-4DF0-4124-B3A6-FF5CE9578CA7}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{F0D96829-4DF0-4124-B3A6-FF5CE9578CA7}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