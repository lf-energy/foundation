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D2C966D-2302-47FF-9F19-09AD76A43D11}">
  <a:tblStyle styleId="{6D2C966D-2302-47FF-9F19-09AD76A43D1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33.png"/><Relationship Id="rId6" Type="http://schemas.openxmlformats.org/officeDocument/2006/relationships/image" Target="../media/image18.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36.png"/><Relationship Id="rId5" Type="http://schemas.openxmlformats.org/officeDocument/2006/relationships/image" Target="../media/image21.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29.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{6D2C966D-2302-47FF-9F19-09AD76A43D11}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{6D2C966D-2302-47FF-9F19-09AD76A43D11}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{6D2C966D-2302-47FF-9F19-09AD76A43D11}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{6D2C966D-2302-47FF-9F19-09AD76A43D11}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{6D2C966D-2302-47FF-9F19-09AD76A43D11}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{6D2C966D-2302-47FF-9F19-09AD76A43D11}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