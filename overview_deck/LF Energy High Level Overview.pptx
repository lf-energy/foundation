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E9F242A-7E93-4BFA-898B-A3CA664F37D2}">
  <a:tblStyle styleId="{0E9F242A-7E93-4BFA-898B-A3CA664F37D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9.png"/><Relationship Id="rId6" Type="http://schemas.openxmlformats.org/officeDocument/2006/relationships/image" Target="../media/image17.png"/><Relationship Id="rId7"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27.png"/><Relationship Id="rId7" Type="http://schemas.openxmlformats.org/officeDocument/2006/relationships/image" Target="../media/image26.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6.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{0E9F242A-7E93-4BFA-898B-A3CA664F37D2}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{0E9F242A-7E93-4BFA-898B-A3CA664F37D2}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{0E9F242A-7E93-4BFA-898B-A3CA664F37D2}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{0E9F242A-7E93-4BFA-898B-A3CA664F37D2}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{0E9F242A-7E93-4BFA-898B-A3CA664F37D2}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{0E9F242A-7E93-4BFA-898B-A3CA664F37D2}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