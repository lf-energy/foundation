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DA112C5-B99C-498F-BA19-0AFA913A7BE1}">
  <a:tblStyle styleId="{ADA112C5-B99C-498F-BA19-0AFA913A7BE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image" Target="../media/image18.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35.png"/><Relationship Id="rId5" Type="http://schemas.openxmlformats.org/officeDocument/2006/relationships/image" Target="../media/image21.png"/><Relationship Id="rId6" Type="http://schemas.openxmlformats.org/officeDocument/2006/relationships/image" Target="../media/image30.png"/><Relationship Id="rId7" Type="http://schemas.openxmlformats.org/officeDocument/2006/relationships/image" Target="../media/image33.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4.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29.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{ADA112C5-B99C-498F-BA19-0AFA913A7BE1}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{ADA112C5-B99C-498F-BA19-0AFA913A7BE1}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{ADA112C5-B99C-498F-BA19-0AFA913A7BE1}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{ADA112C5-B99C-498F-BA19-0AFA913A7BE1}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{ADA112C5-B99C-498F-BA19-0AFA913A7BE1}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{ADA112C5-B99C-498F-BA19-0AFA913A7BE1}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