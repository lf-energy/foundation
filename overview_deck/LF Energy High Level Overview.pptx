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AF9F2C9-ABC7-455F-96A1-C8EF249C2BA7}">
  <a:tblStyle styleId="{EAF9F2C9-ABC7-455F-96A1-C8EF249C2BA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13.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0.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{EAF9F2C9-ABC7-455F-96A1-C8EF249C2BA7}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{EAF9F2C9-ABC7-455F-96A1-C8EF249C2BA7}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{EAF9F2C9-ABC7-455F-96A1-C8EF249C2BA7}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{EAF9F2C9-ABC7-455F-96A1-C8EF249C2BA7}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{EAF9F2C9-ABC7-455F-96A1-C8EF249C2BA7}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{EAF9F2C9-ABC7-455F-96A1-C8EF249C2BA7}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