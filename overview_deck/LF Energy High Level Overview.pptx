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1FA7028-C1A7-44A9-B84D-1D3E6534E97C}">
  <a:tblStyle styleId="{A1FA7028-C1A7-44A9-B84D-1D3E6534E97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24.png"/><Relationship Id="rId6" Type="http://schemas.openxmlformats.org/officeDocument/2006/relationships/image" Target="../media/image23.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3.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5.png"/><Relationship Id="rId8"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{A1FA7028-C1A7-44A9-B84D-1D3E6534E97C}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{A1FA7028-C1A7-44A9-B84D-1D3E6534E97C}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{A1FA7028-C1A7-44A9-B84D-1D3E6534E97C}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{A1FA7028-C1A7-44A9-B84D-1D3E6534E97C}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{A1FA7028-C1A7-44A9-B84D-1D3E6534E97C}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{A1FA7028-C1A7-44A9-B84D-1D3E6534E97C}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