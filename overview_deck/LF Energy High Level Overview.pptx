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13B4FB6-F5A2-4B1F-A40E-250E5A8CA83A}">
  <a:tblStyle styleId="{213B4FB6-F5A2-4B1F-A40E-250E5A8CA83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28.png"/><Relationship Id="rId5" Type="http://schemas.openxmlformats.org/officeDocument/2006/relationships/image" Target="../media/image22.png"/><Relationship Id="rId6" Type="http://schemas.openxmlformats.org/officeDocument/2006/relationships/image" Target="../media/image25.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29.png"/><Relationship Id="rId5" Type="http://schemas.openxmlformats.org/officeDocument/2006/relationships/image" Target="../media/image32.png"/><Relationship Id="rId6" Type="http://schemas.openxmlformats.org/officeDocument/2006/relationships/image" Target="../media/image27.png"/><Relationship Id="rId7" Type="http://schemas.openxmlformats.org/officeDocument/2006/relationships/image" Target="../media/image31.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4.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{213B4FB6-F5A2-4B1F-A40E-250E5A8CA83A}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{213B4FB6-F5A2-4B1F-A40E-250E5A8CA83A}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{213B4FB6-F5A2-4B1F-A40E-250E5A8CA83A}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{213B4FB6-F5A2-4B1F-A40E-250E5A8CA83A}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{213B4FB6-F5A2-4B1F-A40E-250E5A8CA83A}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{213B4FB6-F5A2-4B1F-A40E-250E5A8CA83A}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