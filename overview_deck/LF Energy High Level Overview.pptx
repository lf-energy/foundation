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A8B75BD-F4C7-4E60-9B3D-0FE3D174DB55}">
  <a:tblStyle styleId="{BA8B75BD-F4C7-4E60-9B3D-0FE3D174DB5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4.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28.png"/><Relationship Id="rId5" Type="http://schemas.openxmlformats.org/officeDocument/2006/relationships/image" Target="../media/image20.png"/><Relationship Id="rId6" Type="http://schemas.openxmlformats.org/officeDocument/2006/relationships/image" Target="../media/image15.png"/><Relationship Id="rId7" Type="http://schemas.openxmlformats.org/officeDocument/2006/relationships/image" Target="../media/image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35.png"/><Relationship Id="rId5" Type="http://schemas.openxmlformats.org/officeDocument/2006/relationships/image" Target="../media/image22.png"/><Relationship Id="rId6" Type="http://schemas.openxmlformats.org/officeDocument/2006/relationships/image" Target="../media/image21.png"/><Relationship Id="rId7" Type="http://schemas.openxmlformats.org/officeDocument/2006/relationships/image" Target="../media/image33.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38.png"/><Relationship Id="rId7" Type="http://schemas.openxmlformats.org/officeDocument/2006/relationships/image" Target="../media/image34.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{BA8B75BD-F4C7-4E60-9B3D-0FE3D174DB55}</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{BA8B75BD-F4C7-4E60-9B3D-0FE3D174DB55}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{BA8B75BD-F4C7-4E60-9B3D-0FE3D174DB55}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{BA8B75BD-F4C7-4E60-9B3D-0FE3D174DB55}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{BA8B75BD-F4C7-4E60-9B3D-0FE3D174DB55}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{BA8B75BD-F4C7-4E60-9B3D-0FE3D174DB55}</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