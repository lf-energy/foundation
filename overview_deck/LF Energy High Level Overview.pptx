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C17A0D2-8790-4EEC-B478-88DC4D83B637}">
  <a:tblStyle styleId="{3C17A0D2-8790-4EEC-B478-88DC4D83B63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9.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16.png"/><Relationship Id="rId7"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2.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17.png"/><Relationship Id="rId7" Type="http://schemas.openxmlformats.org/officeDocument/2006/relationships/image" Target="../media/image37.png"/><Relationship Id="rId8" Type="http://schemas.openxmlformats.org/officeDocument/2006/relationships/image" Target="../media/image3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8.png"/><Relationship Id="rId5" Type="http://schemas.openxmlformats.org/officeDocument/2006/relationships/hyperlink" Target="mailto:membership@lfenergy.org" TargetMode="External"/><Relationship Id="rId6" Type="http://schemas.openxmlformats.org/officeDocument/2006/relationships/image" Target="../media/image25.png"/><Relationship Id="rId7" Type="http://schemas.openxmlformats.org/officeDocument/2006/relationships/image" Target="../media/image24.png"/><Relationship Id="rId8"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{3C17A0D2-8790-4EEC-B478-88DC4D83B637}</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{3C17A0D2-8790-4EEC-B478-88DC4D83B637}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{3C17A0D2-8790-4EEC-B478-88DC4D83B637}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{3C17A0D2-8790-4EEC-B478-88DC4D83B637}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{3C17A0D2-8790-4EEC-B478-88DC4D83B637}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{3C17A0D2-8790-4EEC-B478-88DC4D83B637}</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