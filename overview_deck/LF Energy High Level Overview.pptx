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D629AE6-2EB6-41DB-8CD5-193C8B951B53}">
  <a:tblStyle styleId="{DD629AE6-2EB6-41DB-8CD5-193C8B951B5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9.png"/><Relationship Id="rId5" Type="http://schemas.openxmlformats.org/officeDocument/2006/relationships/image" Target="../media/image27.png"/><Relationship Id="rId6" Type="http://schemas.openxmlformats.org/officeDocument/2006/relationships/image" Target="../media/image17.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22.png"/><Relationship Id="rId6" Type="http://schemas.openxmlformats.org/officeDocument/2006/relationships/image" Target="../media/image20.png"/><Relationship Id="rId7" Type="http://schemas.openxmlformats.org/officeDocument/2006/relationships/image" Target="../media/image29.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6.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{DD629AE6-2EB6-41DB-8CD5-193C8B951B53}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{DD629AE6-2EB6-41DB-8CD5-193C8B951B53}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{DD629AE6-2EB6-41DB-8CD5-193C8B951B53}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{DD629AE6-2EB6-41DB-8CD5-193C8B951B53}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{DD629AE6-2EB6-41DB-8CD5-193C8B951B53}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{DD629AE6-2EB6-41DB-8CD5-193C8B951B53}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