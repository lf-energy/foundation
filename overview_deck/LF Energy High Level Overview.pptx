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897D5F33-8294-4888-90C0-44EF7D3E9FC7}">
  <a:tblStyle styleId="{897D5F33-8294-4888-90C0-44EF7D3E9FC7}"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9.png"/><Relationship Id="rId3" Type="http://schemas.openxmlformats.org/officeDocument/2006/relationships/image" Target="../media/image2.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3.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3.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1.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2.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2.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7.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9.png"/><Relationship Id="rId3" Type="http://schemas.openxmlformats.org/officeDocument/2006/relationships/image" Target="../media/image31.png"/><Relationship Id="rId4" Type="http://schemas.openxmlformats.org/officeDocument/2006/relationships/image" Target="../media/image3.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 Id="rId3" Type="http://schemas.openxmlformats.org/officeDocument/2006/relationships/image" Target="../media/image14.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7.png"/><Relationship Id="rId3" Type="http://schemas.openxmlformats.org/officeDocument/2006/relationships/image" Target="../media/image33.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34.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3.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7.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0.png"/><Relationship Id="rId7"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4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19.png"/><Relationship Id="rId4" Type="http://schemas.openxmlformats.org/officeDocument/2006/relationships/image" Target="../media/image15.png"/><Relationship Id="rId5" Type="http://schemas.openxmlformats.org/officeDocument/2006/relationships/image" Target="../media/image17.png"/><Relationship Id="rId6" Type="http://schemas.openxmlformats.org/officeDocument/2006/relationships/image" Target="../media/image16.png"/><Relationship Id="rId7" Type="http://schemas.openxmlformats.org/officeDocument/2006/relationships/image" Target="../media/image18.png"/><Relationship Id="rId8" Type="http://schemas.openxmlformats.org/officeDocument/2006/relationships/image" Target="../media/image20.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19.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1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30.png"/><Relationship Id="rId5" Type="http://schemas.openxmlformats.org/officeDocument/2006/relationships/hyperlink" Target="mailto:membership@lfenergy.org" TargetMode="External"/><Relationship Id="rId6" Type="http://schemas.openxmlformats.org/officeDocument/2006/relationships/image" Target="../media/image26.png"/><Relationship Id="rId7" Type="http://schemas.openxmlformats.org/officeDocument/2006/relationships/image" Target="../media/image25.png"/><Relationship Id="rId8" Type="http://schemas.openxmlformats.org/officeDocument/2006/relationships/image" Target="../media/image28.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{897D5F33-8294-4888-90C0-44EF7D3E9FC7}</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{897D5F33-8294-4888-90C0-44EF7D3E9FC7}</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{897D5F33-8294-4888-90C0-44EF7D3E9FC7}</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{897D5F33-8294-4888-90C0-44EF7D3E9FC7}</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{897D5F33-8294-4888-90C0-44EF7D3E9FC7}</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{897D5F33-8294-4888-90C0-44EF7D3E9FC7}</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