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5C38E10-9CE4-4B80-8CF3-E9BDF195A933}">
  <a:tblStyle styleId="{F5C38E10-9CE4-4B80-8CF3-E9BDF195A93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33.png"/><Relationship Id="rId5" Type="http://schemas.openxmlformats.org/officeDocument/2006/relationships/image" Target="../media/image32.png"/><Relationship Id="rId6" Type="http://schemas.openxmlformats.org/officeDocument/2006/relationships/image" Target="../media/image24.png"/><Relationship Id="rId7" Type="http://schemas.openxmlformats.org/officeDocument/2006/relationships/image" Target="../media/image30.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{F5C38E10-9CE4-4B80-8CF3-E9BDF195A933}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{F5C38E10-9CE4-4B80-8CF3-E9BDF195A933}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{F5C38E10-9CE4-4B80-8CF3-E9BDF195A933}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{F5C38E10-9CE4-4B80-8CF3-E9BDF195A933}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{F5C38E10-9CE4-4B80-8CF3-E9BDF195A933}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{F5C38E10-9CE4-4B80-8CF3-E9BDF195A933}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