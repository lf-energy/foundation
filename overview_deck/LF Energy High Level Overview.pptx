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FF86585-26B5-4FAC-9AC7-054EA0AC4BFA}">
  <a:tblStyle styleId="{3FF86585-26B5-4FAC-9AC7-054EA0AC4BF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3.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25.png"/><Relationship Id="rId7" Type="http://schemas.openxmlformats.org/officeDocument/2006/relationships/image" Target="../media/image21.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1.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{3FF86585-26B5-4FAC-9AC7-054EA0AC4BFA}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{3FF86585-26B5-4FAC-9AC7-054EA0AC4BFA}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{3FF86585-26B5-4FAC-9AC7-054EA0AC4BFA}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{3FF86585-26B5-4FAC-9AC7-054EA0AC4BFA}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{3FF86585-26B5-4FAC-9AC7-054EA0AC4BFA}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{3FF86585-26B5-4FAC-9AC7-054EA0AC4BFA}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