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9C96939-8392-41FC-99DD-6DBECE141166}">
  <a:tblStyle styleId="{39C96939-8392-41FC-99DD-6DBECE14116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32.png"/><Relationship Id="rId6" Type="http://schemas.openxmlformats.org/officeDocument/2006/relationships/image" Target="../media/image22.png"/><Relationship Id="rId7"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38.png"/><Relationship Id="rId7" Type="http://schemas.openxmlformats.org/officeDocument/2006/relationships/image" Target="../media/image28.png"/><Relationship Id="rId8"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4.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{39C96939-8392-41FC-99DD-6DBECE141166}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{39C96939-8392-41FC-99DD-6DBECE141166}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{39C96939-8392-41FC-99DD-6DBECE141166}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{39C96939-8392-41FC-99DD-6DBECE141166}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{39C96939-8392-41FC-99DD-6DBECE141166}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{39C96939-8392-41FC-99DD-6DBECE141166}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