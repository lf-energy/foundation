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62C4E54-CCE6-47D0-92EA-188B6CF11777}">
  <a:tblStyle styleId="{062C4E54-CCE6-47D0-92EA-188B6CF1177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8.png"/><Relationship Id="rId6" Type="http://schemas.openxmlformats.org/officeDocument/2006/relationships/image" Target="../media/image20.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29.png"/><Relationship Id="rId5" Type="http://schemas.openxmlformats.org/officeDocument/2006/relationships/image" Target="../media/image15.png"/><Relationship Id="rId6" Type="http://schemas.openxmlformats.org/officeDocument/2006/relationships/image" Target="../media/image22.png"/><Relationship Id="rId7" Type="http://schemas.openxmlformats.org/officeDocument/2006/relationships/image" Target="../media/image38.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{062C4E54-CCE6-47D0-92EA-188B6CF11777}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{062C4E54-CCE6-47D0-92EA-188B6CF11777}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{062C4E54-CCE6-47D0-92EA-188B6CF11777}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{062C4E54-CCE6-47D0-92EA-188B6CF11777}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{062C4E54-CCE6-47D0-92EA-188B6CF11777}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{062C4E54-CCE6-47D0-92EA-188B6CF11777}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