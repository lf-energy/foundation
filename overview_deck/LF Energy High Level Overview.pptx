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B3AAFA9-64AE-4322-A598-51CE95A247F0}">
  <a:tblStyle styleId="{BB3AAFA9-64AE-4322-A598-51CE95A247F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20.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7.png"/><Relationship Id="rId5" Type="http://schemas.openxmlformats.org/officeDocument/2006/relationships/image" Target="../media/image24.png"/><Relationship Id="rId6" Type="http://schemas.openxmlformats.org/officeDocument/2006/relationships/image" Target="../media/image34.png"/><Relationship Id="rId7" Type="http://schemas.openxmlformats.org/officeDocument/2006/relationships/image" Target="../media/image26.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3.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{BB3AAFA9-64AE-4322-A598-51CE95A247F0}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{BB3AAFA9-64AE-4322-A598-51CE95A247F0}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{BB3AAFA9-64AE-4322-A598-51CE95A247F0}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{BB3AAFA9-64AE-4322-A598-51CE95A247F0}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{BB3AAFA9-64AE-4322-A598-51CE95A247F0}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{BB3AAFA9-64AE-4322-A598-51CE95A247F0}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