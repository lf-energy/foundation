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EF3208-B221-404F-AD44-0287F18320A4}">
  <a:tblStyle styleId="{08EF3208-B221-404F-AD44-0287F18320A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2.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2.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{08EF3208-B221-404F-AD44-0287F18320A4}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{08EF3208-B221-404F-AD44-0287F18320A4}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{08EF3208-B221-404F-AD44-0287F18320A4}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{08EF3208-B221-404F-AD44-0287F18320A4}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{08EF3208-B221-404F-AD44-0287F18320A4}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{08EF3208-B221-404F-AD44-0287F18320A4}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