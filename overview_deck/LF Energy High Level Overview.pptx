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37AABCB-8023-49C7-A8FB-B28CF5C3E58C}">
  <a:tblStyle styleId="{F37AABCB-8023-49C7-A8FB-B28CF5C3E58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30.png"/><Relationship Id="rId6" Type="http://schemas.openxmlformats.org/officeDocument/2006/relationships/image" Target="../media/image22.png"/><Relationship Id="rId7" Type="http://schemas.openxmlformats.org/officeDocument/2006/relationships/image" Target="../media/image2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34.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{F37AABCB-8023-49C7-A8FB-B28CF5C3E58C}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{F37AABCB-8023-49C7-A8FB-B28CF5C3E58C}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{F37AABCB-8023-49C7-A8FB-B28CF5C3E58C}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{F37AABCB-8023-49C7-A8FB-B28CF5C3E58C}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{F37AABCB-8023-49C7-A8FB-B28CF5C3E58C}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{F37AABCB-8023-49C7-A8FB-B28CF5C3E58C}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