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B29B9BE-CF87-4C62-9BA6-F7B6134BD6A9}">
  <a:tblStyle styleId="{3B29B9BE-CF87-4C62-9BA6-F7B6134BD6A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4.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7.png"/><Relationship Id="rId6" Type="http://schemas.openxmlformats.org/officeDocument/2006/relationships/image" Target="../media/image18.png"/><Relationship Id="rId7"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23.png"/><Relationship Id="rId7" Type="http://schemas.openxmlformats.org/officeDocument/2006/relationships/image" Target="../media/image30.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{3B29B9BE-CF87-4C62-9BA6-F7B6134BD6A9}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{3B29B9BE-CF87-4C62-9BA6-F7B6134BD6A9}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{3B29B9BE-CF87-4C62-9BA6-F7B6134BD6A9}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{3B29B9BE-CF87-4C62-9BA6-F7B6134BD6A9}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{3B29B9BE-CF87-4C62-9BA6-F7B6134BD6A9}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{3B29B9BE-CF87-4C62-9BA6-F7B6134BD6A9}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