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F02C856-6581-4EC3-8961-26CF93574240}">
  <a:tblStyle styleId="{5F02C856-6581-4EC3-8961-26CF9357424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9.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3.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6.png"/><Relationship Id="rId4" Type="http://schemas.openxmlformats.org/officeDocument/2006/relationships/image" Target="../media/image21.png"/><Relationship Id="rId5" Type="http://schemas.openxmlformats.org/officeDocument/2006/relationships/image" Target="../media/image25.png"/><Relationship Id="rId6" Type="http://schemas.openxmlformats.org/officeDocument/2006/relationships/image" Target="../media/image20.png"/><Relationship Id="rId7" Type="http://schemas.openxmlformats.org/officeDocument/2006/relationships/image" Target="../media/image30.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3.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{5F02C856-6581-4EC3-8961-26CF93574240}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{5F02C856-6581-4EC3-8961-26CF93574240}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{5F02C856-6581-4EC3-8961-26CF93574240}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{5F02C856-6581-4EC3-8961-26CF93574240}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{5F02C856-6581-4EC3-8961-26CF93574240}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{5F02C856-6581-4EC3-8961-26CF93574240}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