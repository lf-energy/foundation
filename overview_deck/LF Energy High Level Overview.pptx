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1EE250A-40D5-4344-A54B-52F580837904}">
  <a:tblStyle styleId="{21EE250A-40D5-4344-A54B-52F58083790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28.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22.png"/><Relationship Id="rId6" Type="http://schemas.openxmlformats.org/officeDocument/2006/relationships/image" Target="../media/image37.png"/><Relationship Id="rId7" Type="http://schemas.openxmlformats.org/officeDocument/2006/relationships/image" Target="../media/image26.png"/><Relationship Id="rId8"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4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2.png"/><Relationship Id="rId5" Type="http://schemas.openxmlformats.org/officeDocument/2006/relationships/hyperlink" Target="mailto:membership@lfenergy.org" TargetMode="External"/><Relationship Id="rId6" Type="http://schemas.openxmlformats.org/officeDocument/2006/relationships/image" Target="../media/image27.png"/><Relationship Id="rId7" Type="http://schemas.openxmlformats.org/officeDocument/2006/relationships/image" Target="../media/image31.png"/><Relationship Id="rId8"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{21EE250A-40D5-4344-A54B-52F580837904}</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{21EE250A-40D5-4344-A54B-52F580837904}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{21EE250A-40D5-4344-A54B-52F580837904}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{21EE250A-40D5-4344-A54B-52F580837904}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{21EE250A-40D5-4344-A54B-52F580837904}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{21EE250A-40D5-4344-A54B-52F580837904}</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