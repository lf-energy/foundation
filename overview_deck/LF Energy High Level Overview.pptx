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105E617-FB56-4855-B9AF-2BAB069B9BAE}">
  <a:tblStyle styleId="{B105E617-FB56-4855-B9AF-2BAB069B9BA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38.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7.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{B105E617-FB56-4855-B9AF-2BAB069B9BAE}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{B105E617-FB56-4855-B9AF-2BAB069B9BAE}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{B105E617-FB56-4855-B9AF-2BAB069B9BAE}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{B105E617-FB56-4855-B9AF-2BAB069B9BAE}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{B105E617-FB56-4855-B9AF-2BAB069B9BAE}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{B105E617-FB56-4855-B9AF-2BAB069B9BAE}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