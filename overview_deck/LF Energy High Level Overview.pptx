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B57CCA5-4044-40A7-9C6B-7AE258D0080B}">
  <a:tblStyle styleId="{5B57CCA5-4044-40A7-9C6B-7AE258D0080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8.png"/><Relationship Id="rId6" Type="http://schemas.openxmlformats.org/officeDocument/2006/relationships/image" Target="../media/image9.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26.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8.png"/><Relationship Id="rId8"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4.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9.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{5B57CCA5-4044-40A7-9C6B-7AE258D0080B}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{5B57CCA5-4044-40A7-9C6B-7AE258D0080B}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{5B57CCA5-4044-40A7-9C6B-7AE258D0080B}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{5B57CCA5-4044-40A7-9C6B-7AE258D0080B}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{5B57CCA5-4044-40A7-9C6B-7AE258D0080B}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{5B57CCA5-4044-40A7-9C6B-7AE258D0080B}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