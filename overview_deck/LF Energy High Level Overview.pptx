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5A074B3-48F3-4005-B8D4-2F5A7306C211}">
  <a:tblStyle styleId="{B5A074B3-48F3-4005-B8D4-2F5A7306C211}"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2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23.png"/><Relationship Id="rId6" Type="http://schemas.openxmlformats.org/officeDocument/2006/relationships/image" Target="../media/image22.png"/><Relationship Id="rId7"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31.png"/><Relationship Id="rId6" Type="http://schemas.openxmlformats.org/officeDocument/2006/relationships/image" Target="../media/image28.png"/><Relationship Id="rId7" Type="http://schemas.openxmlformats.org/officeDocument/2006/relationships/image" Target="../media/image30.png"/><Relationship Id="rId8" Type="http://schemas.openxmlformats.org/officeDocument/2006/relationships/image" Target="../media/image2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3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5.png"/><Relationship Id="rId5" Type="http://schemas.openxmlformats.org/officeDocument/2006/relationships/hyperlink" Target="mailto:membership@lfenergy.org" TargetMode="External"/><Relationship Id="rId6" Type="http://schemas.openxmlformats.org/officeDocument/2006/relationships/image" Target="../media/image34.png"/><Relationship Id="rId7" Type="http://schemas.openxmlformats.org/officeDocument/2006/relationships/image" Target="../media/image36.png"/><Relationship Id="rId8" Type="http://schemas.openxmlformats.org/officeDocument/2006/relationships/image" Target="../media/image3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{B5A074B3-48F3-4005-B8D4-2F5A7306C211}</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{B5A074B3-48F3-4005-B8D4-2F5A7306C211}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{B5A074B3-48F3-4005-B8D4-2F5A7306C211}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{B5A074B3-48F3-4005-B8D4-2F5A7306C211}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{B5A074B3-48F3-4005-B8D4-2F5A7306C211}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{B5A074B3-48F3-4005-B8D4-2F5A7306C211}</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