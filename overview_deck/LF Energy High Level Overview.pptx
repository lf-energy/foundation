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3F18803-5D45-4185-887F-FC36FB63BAE5}">
  <a:tblStyle styleId="{B3F18803-5D45-4185-887F-FC36FB63BAE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0.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34.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9.png"/><Relationship Id="rId8"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4.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23.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{B3F18803-5D45-4185-887F-FC36FB63BAE5}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{B3F18803-5D45-4185-887F-FC36FB63BAE5}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{B3F18803-5D45-4185-887F-FC36FB63BAE5}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{B3F18803-5D45-4185-887F-FC36FB63BAE5}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{B3F18803-5D45-4185-887F-FC36FB63BAE5}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{B3F18803-5D45-4185-887F-FC36FB63BAE5}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