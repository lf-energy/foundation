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4CAD7B0-2783-4EC0-9A16-B6BB864C37E4}">
  <a:tblStyle styleId="{F4CAD7B0-2783-4EC0-9A16-B6BB864C37E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10.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6.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{F4CAD7B0-2783-4EC0-9A16-B6BB864C37E4}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{F4CAD7B0-2783-4EC0-9A16-B6BB864C37E4}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{F4CAD7B0-2783-4EC0-9A16-B6BB864C37E4}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{F4CAD7B0-2783-4EC0-9A16-B6BB864C37E4}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{F4CAD7B0-2783-4EC0-9A16-B6BB864C37E4}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{F4CAD7B0-2783-4EC0-9A16-B6BB864C37E4}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