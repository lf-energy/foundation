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DC4BD22-5767-4E96-BFC1-F52D98E50E15}">
  <a:tblStyle styleId="{FDC4BD22-5767-4E96-BFC1-F52D98E50E1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33.png"/><Relationship Id="rId5" Type="http://schemas.openxmlformats.org/officeDocument/2006/relationships/image" Target="../media/image13.png"/><Relationship Id="rId6" Type="http://schemas.openxmlformats.org/officeDocument/2006/relationships/image" Target="../media/image9.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28.png"/><Relationship Id="rId5" Type="http://schemas.openxmlformats.org/officeDocument/2006/relationships/image" Target="../media/image22.png"/><Relationship Id="rId6" Type="http://schemas.openxmlformats.org/officeDocument/2006/relationships/image" Target="../media/image24.png"/><Relationship Id="rId7" Type="http://schemas.openxmlformats.org/officeDocument/2006/relationships/image" Target="../media/image18.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9.png"/><Relationship Id="rId7" Type="http://schemas.openxmlformats.org/officeDocument/2006/relationships/image" Target="../media/image34.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{FDC4BD22-5767-4E96-BFC1-F52D98E50E15}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{FDC4BD22-5767-4E96-BFC1-F52D98E50E15}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{FDC4BD22-5767-4E96-BFC1-F52D98E50E15}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{FDC4BD22-5767-4E96-BFC1-F52D98E50E15}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{FDC4BD22-5767-4E96-BFC1-F52D98E50E15}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{FDC4BD22-5767-4E96-BFC1-F52D98E50E15}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