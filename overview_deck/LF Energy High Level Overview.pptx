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A03D2A0-EF33-425C-9CC7-CB48477287FF}">
  <a:tblStyle styleId="{6A03D2A0-EF33-425C-9CC7-CB48477287F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3.png"/><Relationship Id="rId8"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{6A03D2A0-EF33-425C-9CC7-CB48477287FF}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{6A03D2A0-EF33-425C-9CC7-CB48477287FF}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{6A03D2A0-EF33-425C-9CC7-CB48477287FF}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{6A03D2A0-EF33-425C-9CC7-CB48477287FF}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{6A03D2A0-EF33-425C-9CC7-CB48477287FF}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{6A03D2A0-EF33-425C-9CC7-CB48477287FF}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