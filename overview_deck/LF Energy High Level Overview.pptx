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407E1C3-762E-4718-9043-1FCB30261150}">
  <a:tblStyle styleId="{8407E1C3-762E-4718-9043-1FCB30261150}"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0.png"/><Relationship Id="rId6" Type="http://schemas.openxmlformats.org/officeDocument/2006/relationships/image" Target="../media/image13.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14.png"/><Relationship Id="rId6" Type="http://schemas.openxmlformats.org/officeDocument/2006/relationships/image" Target="../media/image16.png"/><Relationship Id="rId7" Type="http://schemas.openxmlformats.org/officeDocument/2006/relationships/image" Target="../media/image18.png"/><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7.png"/><Relationship Id="rId5" Type="http://schemas.openxmlformats.org/officeDocument/2006/relationships/hyperlink" Target="mailto:membership@lfenergy.org" TargetMode="External"/><Relationship Id="rId6" Type="http://schemas.openxmlformats.org/officeDocument/2006/relationships/image" Target="../media/image23.png"/><Relationship Id="rId7" Type="http://schemas.openxmlformats.org/officeDocument/2006/relationships/image" Target="../media/image22.png"/><Relationship Id="rId8"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{8407E1C3-762E-4718-9043-1FCB30261150}</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{8407E1C3-762E-4718-9043-1FCB30261150}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{8407E1C3-762E-4718-9043-1FCB30261150}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{8407E1C3-762E-4718-9043-1FCB30261150}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{8407E1C3-762E-4718-9043-1FCB30261150}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{8407E1C3-762E-4718-9043-1FCB30261150}</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