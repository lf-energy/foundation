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FC117EE-D3D7-4ACE-8B8E-912309C6E374}">
  <a:tblStyle styleId="{DFC117EE-D3D7-4ACE-8B8E-912309C6E37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image" Target="../media/image14.png"/><Relationship Id="rId6" Type="http://schemas.openxmlformats.org/officeDocument/2006/relationships/image" Target="../media/image17.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1.png"/><Relationship Id="rId4" Type="http://schemas.openxmlformats.org/officeDocument/2006/relationships/image" Target="../media/image21.png"/><Relationship Id="rId5" Type="http://schemas.openxmlformats.org/officeDocument/2006/relationships/image" Target="../media/image25.png"/><Relationship Id="rId6" Type="http://schemas.openxmlformats.org/officeDocument/2006/relationships/image" Target="../media/image24.png"/><Relationship Id="rId7" Type="http://schemas.openxmlformats.org/officeDocument/2006/relationships/image" Target="../media/image23.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3.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{DFC117EE-D3D7-4ACE-8B8E-912309C6E374}</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{DFC117EE-D3D7-4ACE-8B8E-912309C6E374}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{DFC117EE-D3D7-4ACE-8B8E-912309C6E374}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{DFC117EE-D3D7-4ACE-8B8E-912309C6E374}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{DFC117EE-D3D7-4ACE-8B8E-912309C6E374}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{DFC117EE-D3D7-4ACE-8B8E-912309C6E374}</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