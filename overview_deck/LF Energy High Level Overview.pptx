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15A124D-F386-4266-A971-F53B08B77016}">
  <a:tblStyle styleId="{315A124D-F386-4266-A971-F53B08B7701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1.png"/><Relationship Id="rId6" Type="http://schemas.openxmlformats.org/officeDocument/2006/relationships/image" Target="../media/image34.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9.png"/><Relationship Id="rId7" Type="http://schemas.openxmlformats.org/officeDocument/2006/relationships/image" Target="../media/image18.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8.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{315A124D-F386-4266-A971-F53B08B77016}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{315A124D-F386-4266-A971-F53B08B77016}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{315A124D-F386-4266-A971-F53B08B77016}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{315A124D-F386-4266-A971-F53B08B77016}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{315A124D-F386-4266-A971-F53B08B77016}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{315A124D-F386-4266-A971-F53B08B77016}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