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FA931E9-57A9-4F2B-8CB2-13A407556EF8}">
  <a:tblStyle styleId="{8FA931E9-57A9-4F2B-8CB2-13A407556EF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image" Target="../media/image27.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36.png"/><Relationship Id="rId5" Type="http://schemas.openxmlformats.org/officeDocument/2006/relationships/image" Target="../media/image25.png"/><Relationship Id="rId6" Type="http://schemas.openxmlformats.org/officeDocument/2006/relationships/image" Target="../media/image31.png"/><Relationship Id="rId7" Type="http://schemas.openxmlformats.org/officeDocument/2006/relationships/image" Target="../media/image21.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4.png"/><Relationship Id="rId8"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{8FA931E9-57A9-4F2B-8CB2-13A407556EF8}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{8FA931E9-57A9-4F2B-8CB2-13A407556EF8}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{8FA931E9-57A9-4F2B-8CB2-13A407556EF8}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{8FA931E9-57A9-4F2B-8CB2-13A407556EF8}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{8FA931E9-57A9-4F2B-8CB2-13A407556EF8}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{8FA931E9-57A9-4F2B-8CB2-13A407556EF8}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