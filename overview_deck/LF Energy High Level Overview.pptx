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90BAD67-18ED-4F65-8C60-0CFC917C6340}">
  <a:tblStyle styleId="{790BAD67-18ED-4F65-8C60-0CFC917C634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3.pn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30.png"/><Relationship Id="rId6" Type="http://schemas.openxmlformats.org/officeDocument/2006/relationships/image" Target="../media/image25.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9.png"/><Relationship Id="rId4" Type="http://schemas.openxmlformats.org/officeDocument/2006/relationships/image" Target="../media/image27.png"/><Relationship Id="rId5" Type="http://schemas.openxmlformats.org/officeDocument/2006/relationships/image" Target="../media/image15.png"/><Relationship Id="rId6" Type="http://schemas.openxmlformats.org/officeDocument/2006/relationships/image" Target="../media/image39.png"/><Relationship Id="rId7" Type="http://schemas.openxmlformats.org/officeDocument/2006/relationships/image" Target="../media/image28.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6.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{790BAD67-18ED-4F65-8C60-0CFC917C6340}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{790BAD67-18ED-4F65-8C60-0CFC917C6340}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{790BAD67-18ED-4F65-8C60-0CFC917C6340}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{790BAD67-18ED-4F65-8C60-0CFC917C6340}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{790BAD67-18ED-4F65-8C60-0CFC917C6340}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{790BAD67-18ED-4F65-8C60-0CFC917C6340}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