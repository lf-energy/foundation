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4648D14-18A2-4DC2-9F42-4DE9688B70E6}">
  <a:tblStyle styleId="{44648D14-18A2-4DC2-9F42-4DE9688B70E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0.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15.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3.png"/><Relationship Id="rId8"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{44648D14-18A2-4DC2-9F42-4DE9688B70E6}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{44648D14-18A2-4DC2-9F42-4DE9688B70E6}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{44648D14-18A2-4DC2-9F42-4DE9688B70E6}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{44648D14-18A2-4DC2-9F42-4DE9688B70E6}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{44648D14-18A2-4DC2-9F42-4DE9688B70E6}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{44648D14-18A2-4DC2-9F42-4DE9688B70E6}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