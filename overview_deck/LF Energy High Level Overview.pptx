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0B4400D5-65D7-483C-AA28-6E74F2CF9758}">
  <a:tblStyle styleId="{0B4400D5-65D7-483C-AA28-6E74F2CF975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1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3.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20.png"/><Relationship Id="rId4" Type="http://schemas.openxmlformats.org/officeDocument/2006/relationships/image" Target="../media/image24.png"/><Relationship Id="rId5" Type="http://schemas.openxmlformats.org/officeDocument/2006/relationships/image" Target="../media/image22.png"/><Relationship Id="rId6" Type="http://schemas.openxmlformats.org/officeDocument/2006/relationships/image" Target="../media/image25.png"/><Relationship Id="rId7"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31.png"/><Relationship Id="rId7" Type="http://schemas.openxmlformats.org/officeDocument/2006/relationships/image" Target="../media/image29.png"/><Relationship Id="rId8" Type="http://schemas.openxmlformats.org/officeDocument/2006/relationships/image" Target="../media/image3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38.png"/><Relationship Id="rId5" Type="http://schemas.openxmlformats.org/officeDocument/2006/relationships/hyperlink" Target="mailto:membership@lfenergy.org" TargetMode="External"/><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{0B4400D5-65D7-483C-AA28-6E74F2CF9758}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{0B4400D5-65D7-483C-AA28-6E74F2CF9758}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{0B4400D5-65D7-483C-AA28-6E74F2CF9758}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{0B4400D5-65D7-483C-AA28-6E74F2CF9758}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{0B4400D5-65D7-483C-AA28-6E74F2CF9758}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{0B4400D5-65D7-483C-AA28-6E74F2CF9758}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