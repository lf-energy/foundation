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C88F10A-30CC-4A48-90E0-F648FADE5769}">
  <a:tblStyle styleId="{AC88F10A-30CC-4A48-90E0-F648FADE576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3.png"/><Relationship Id="rId5" Type="http://schemas.openxmlformats.org/officeDocument/2006/relationships/image" Target="../media/image22.png"/><Relationship Id="rId6" Type="http://schemas.openxmlformats.org/officeDocument/2006/relationships/image" Target="../media/image24.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30.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{AC88F10A-30CC-4A48-90E0-F648FADE5769}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{AC88F10A-30CC-4A48-90E0-F648FADE5769}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{AC88F10A-30CC-4A48-90E0-F648FADE5769}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{AC88F10A-30CC-4A48-90E0-F648FADE5769}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{AC88F10A-30CC-4A48-90E0-F648FADE5769}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{AC88F10A-30CC-4A48-90E0-F648FADE5769}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