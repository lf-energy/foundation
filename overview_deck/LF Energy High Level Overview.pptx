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0C352CE-1B1D-4D2E-B4E8-68B4B13091BA}">
  <a:tblStyle styleId="{50C352CE-1B1D-4D2E-B4E8-68B4B13091BA}"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png"/><Relationship Id="rId4"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4.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2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3"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6.png"/><Relationship Id="rId4" Type="http://schemas.openxmlformats.org/officeDocument/2006/relationships/image" Target="../media/image12.png"/><Relationship Id="rId5" Type="http://schemas.openxmlformats.org/officeDocument/2006/relationships/image" Target="../media/image19.png"/><Relationship Id="rId6" Type="http://schemas.openxmlformats.org/officeDocument/2006/relationships/image" Target="../media/image23.png"/><Relationship Id="rId7" Type="http://schemas.openxmlformats.org/officeDocument/2006/relationships/image" Target="../media/image1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2.png"/><Relationship Id="rId4" Type="http://schemas.openxmlformats.org/officeDocument/2006/relationships/image" Target="../media/image29.png"/><Relationship Id="rId5" Type="http://schemas.openxmlformats.org/officeDocument/2006/relationships/image" Target="../media/image25.png"/><Relationship Id="rId6" Type="http://schemas.openxmlformats.org/officeDocument/2006/relationships/image" Target="../media/image18.png"/><Relationship Id="rId7" Type="http://schemas.openxmlformats.org/officeDocument/2006/relationships/image" Target="../media/image20.png"/><Relationship Id="rId8" Type="http://schemas.openxmlformats.org/officeDocument/2006/relationships/image" Target="../media/image3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9.png"/><Relationship Id="rId5" Type="http://schemas.openxmlformats.org/officeDocument/2006/relationships/hyperlink" Target="mailto:membership@lfenergy.org" TargetMode="External"/><Relationship Id="rId6" Type="http://schemas.openxmlformats.org/officeDocument/2006/relationships/image" Target="../media/image32.png"/><Relationship Id="rId7" Type="http://schemas.openxmlformats.org/officeDocument/2006/relationships/image" Target="../media/image34.png"/><Relationship Id="rId8"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1" l="4553" r="4371" t="23658"/>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{50C352CE-1B1D-4D2E-B4E8-68B4B13091BA}</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{50C352CE-1B1D-4D2E-B4E8-68B4B13091BA}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{50C352CE-1B1D-4D2E-B4E8-68B4B13091BA}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{50C352CE-1B1D-4D2E-B4E8-68B4B13091BA}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{50C352CE-1B1D-4D2E-B4E8-68B4B13091BA}</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{50C352CE-1B1D-4D2E-B4E8-68B4B13091BA}</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