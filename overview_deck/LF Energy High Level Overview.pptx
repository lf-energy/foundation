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FE3C993-6FBC-412C-8425-6DC8896201AC}">
  <a:tblStyle styleId="{1FE3C993-6FBC-412C-8425-6DC8896201A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1.png"/><Relationship Id="rId6" Type="http://schemas.openxmlformats.org/officeDocument/2006/relationships/image" Target="../media/image17.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4.png"/><Relationship Id="rId6" Type="http://schemas.openxmlformats.org/officeDocument/2006/relationships/image" Target="../media/image23.png"/><Relationship Id="rId7" Type="http://schemas.openxmlformats.org/officeDocument/2006/relationships/image" Target="../media/image26.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1.png"/><Relationship Id="rId5" Type="http://schemas.openxmlformats.org/officeDocument/2006/relationships/hyperlink" Target="mailto:membership@lfenergy.org" TargetMode="External"/><Relationship Id="rId6" Type="http://schemas.openxmlformats.org/officeDocument/2006/relationships/image" Target="../media/image35.png"/><Relationship Id="rId7" Type="http://schemas.openxmlformats.org/officeDocument/2006/relationships/image" Target="../media/image34.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{1FE3C993-6FBC-412C-8425-6DC8896201AC}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{1FE3C993-6FBC-412C-8425-6DC8896201AC}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{1FE3C993-6FBC-412C-8425-6DC8896201AC}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{1FE3C993-6FBC-412C-8425-6DC8896201AC}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{1FE3C993-6FBC-412C-8425-6DC8896201AC}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{1FE3C993-6FBC-412C-8425-6DC8896201AC}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