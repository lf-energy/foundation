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320EC70-FFC7-4695-BD8A-B35883984C6E}">
  <a:tblStyle styleId="{C320EC70-FFC7-4695-BD8A-B35883984C6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1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16.png"/><Relationship Id="rId5" Type="http://schemas.openxmlformats.org/officeDocument/2006/relationships/image" Target="../media/image14.png"/><Relationship Id="rId6" Type="http://schemas.openxmlformats.org/officeDocument/2006/relationships/image" Target="../media/image21.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26.png"/><Relationship Id="rId6" Type="http://schemas.openxmlformats.org/officeDocument/2006/relationships/image" Target="../media/image23.png"/><Relationship Id="rId7" Type="http://schemas.openxmlformats.org/officeDocument/2006/relationships/image" Target="../media/image34.png"/><Relationship Id="rId8"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28.png"/><Relationship Id="rId7" Type="http://schemas.openxmlformats.org/officeDocument/2006/relationships/image" Target="../media/image32.png"/><Relationship Id="rId8"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{C320EC70-FFC7-4695-BD8A-B35883984C6E}</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{C320EC70-FFC7-4695-BD8A-B35883984C6E}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{C320EC70-FFC7-4695-BD8A-B35883984C6E}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{C320EC70-FFC7-4695-BD8A-B35883984C6E}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{C320EC70-FFC7-4695-BD8A-B35883984C6E}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{C320EC70-FFC7-4695-BD8A-B35883984C6E}</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