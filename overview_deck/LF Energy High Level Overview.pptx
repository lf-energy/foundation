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3E0C454-3585-45E7-966D-AA68C5263759}">
  <a:tblStyle styleId="{63E0C454-3585-45E7-966D-AA68C526375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18.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2.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5.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21.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{63E0C454-3585-45E7-966D-AA68C5263759}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{63E0C454-3585-45E7-966D-AA68C5263759}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{63E0C454-3585-45E7-966D-AA68C5263759}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{63E0C454-3585-45E7-966D-AA68C5263759}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{63E0C454-3585-45E7-966D-AA68C5263759}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{63E0C454-3585-45E7-966D-AA68C5263759}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