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E1FC741-E7C9-45BF-B6A2-85F2E3E06A0E}">
  <a:tblStyle styleId="{EE1FC741-E7C9-45BF-B6A2-85F2E3E06A0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30.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21.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2.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{EE1FC741-E7C9-45BF-B6A2-85F2E3E06A0E}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{EE1FC741-E7C9-45BF-B6A2-85F2E3E06A0E}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{EE1FC741-E7C9-45BF-B6A2-85F2E3E06A0E}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{EE1FC741-E7C9-45BF-B6A2-85F2E3E06A0E}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{EE1FC741-E7C9-45BF-B6A2-85F2E3E06A0E}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{EE1FC741-E7C9-45BF-B6A2-85F2E3E06A0E}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