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E152A79-7DA0-45A2-B214-F2CD6FB42C79}">
  <a:tblStyle styleId="{3E152A79-7DA0-45A2-B214-F2CD6FB42C7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6.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32.png"/><Relationship Id="rId5" Type="http://schemas.openxmlformats.org/officeDocument/2006/relationships/image" Target="../media/image31.png"/><Relationship Id="rId6" Type="http://schemas.openxmlformats.org/officeDocument/2006/relationships/image" Target="../media/image14.png"/><Relationship Id="rId7"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37.png"/><Relationship Id="rId5" Type="http://schemas.openxmlformats.org/officeDocument/2006/relationships/image" Target="../media/image13.png"/><Relationship Id="rId6" Type="http://schemas.openxmlformats.org/officeDocument/2006/relationships/image" Target="../media/image18.png"/><Relationship Id="rId7" Type="http://schemas.openxmlformats.org/officeDocument/2006/relationships/image" Target="../media/image23.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25.png"/><Relationship Id="rId7" Type="http://schemas.openxmlformats.org/officeDocument/2006/relationships/image" Target="../media/image34.png"/><Relationship Id="rId8"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{3E152A79-7DA0-45A2-B214-F2CD6FB42C79}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{3E152A79-7DA0-45A2-B214-F2CD6FB42C79}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{3E152A79-7DA0-45A2-B214-F2CD6FB42C79}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{3E152A79-7DA0-45A2-B214-F2CD6FB42C79}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{3E152A79-7DA0-45A2-B214-F2CD6FB42C79}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{3E152A79-7DA0-45A2-B214-F2CD6FB42C79}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