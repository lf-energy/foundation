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9266D9C-3169-4CB3-B0A4-9DD695BD7118}">
  <a:tblStyle styleId="{19266D9C-3169-4CB3-B0A4-9DD695BD711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6.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32.png"/><Relationship Id="rId6" Type="http://schemas.openxmlformats.org/officeDocument/2006/relationships/image" Target="../media/image29.png"/><Relationship Id="rId7"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1.png"/><Relationship Id="rId7" Type="http://schemas.openxmlformats.org/officeDocument/2006/relationships/image" Target="../media/image34.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1.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30.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{19266D9C-3169-4CB3-B0A4-9DD695BD7118}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{19266D9C-3169-4CB3-B0A4-9DD695BD7118}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{19266D9C-3169-4CB3-B0A4-9DD695BD7118}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{19266D9C-3169-4CB3-B0A4-9DD695BD7118}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{19266D9C-3169-4CB3-B0A4-9DD695BD7118}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{19266D9C-3169-4CB3-B0A4-9DD695BD7118}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