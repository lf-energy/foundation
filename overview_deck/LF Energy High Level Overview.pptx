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83223DA-87E1-4EE6-8DA5-15799A8F6AF1}">
  <a:tblStyle styleId="{483223DA-87E1-4EE6-8DA5-15799A8F6AF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4.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3.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{483223DA-87E1-4EE6-8DA5-15799A8F6AF1}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{483223DA-87E1-4EE6-8DA5-15799A8F6AF1}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{483223DA-87E1-4EE6-8DA5-15799A8F6AF1}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{483223DA-87E1-4EE6-8DA5-15799A8F6AF1}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{483223DA-87E1-4EE6-8DA5-15799A8F6AF1}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{483223DA-87E1-4EE6-8DA5-15799A8F6AF1}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