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FECA518-F530-4567-8CA7-E6739C63051D}">
  <a:tblStyle styleId="{CFECA518-F530-4567-8CA7-E6739C63051D}"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image" Target="../media/image1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21.png"/><Relationship Id="rId5" Type="http://schemas.openxmlformats.org/officeDocument/2006/relationships/image" Target="../media/image30.png"/><Relationship Id="rId6" Type="http://schemas.openxmlformats.org/officeDocument/2006/relationships/image" Target="../media/image19.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33.png"/><Relationship Id="rId5" Type="http://schemas.openxmlformats.org/officeDocument/2006/relationships/image" Target="../media/image17.png"/><Relationship Id="rId6" Type="http://schemas.openxmlformats.org/officeDocument/2006/relationships/image" Target="../media/image26.png"/><Relationship Id="rId7" Type="http://schemas.openxmlformats.org/officeDocument/2006/relationships/image" Target="../media/image20.png"/><Relationship Id="rId8" Type="http://schemas.openxmlformats.org/officeDocument/2006/relationships/image" Target="../media/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28.png"/><Relationship Id="rId7" Type="http://schemas.openxmlformats.org/officeDocument/2006/relationships/image" Target="../media/image34.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{CFECA518-F530-4567-8CA7-E6739C63051D}</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{CFECA518-F530-4567-8CA7-E6739C63051D}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{CFECA518-F530-4567-8CA7-E6739C63051D}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{CFECA518-F530-4567-8CA7-E6739C63051D}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{CFECA518-F530-4567-8CA7-E6739C63051D}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{CFECA518-F530-4567-8CA7-E6739C63051D}</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