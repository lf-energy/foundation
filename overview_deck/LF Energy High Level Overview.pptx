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E647EF1-AE3F-419A-93F3-954D9E4C990D}">
  <a:tblStyle styleId="{1E647EF1-AE3F-419A-93F3-954D9E4C990D}"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2.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image" Target="../media/image19.png"/><Relationship Id="rId6" Type="http://schemas.openxmlformats.org/officeDocument/2006/relationships/image" Target="../media/image13.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25.png"/><Relationship Id="rId5" Type="http://schemas.openxmlformats.org/officeDocument/2006/relationships/image" Target="../media/image20.png"/><Relationship Id="rId6" Type="http://schemas.openxmlformats.org/officeDocument/2006/relationships/image" Target="../media/image22.png"/><Relationship Id="rId7" Type="http://schemas.openxmlformats.org/officeDocument/2006/relationships/image" Target="../media/image34.png"/><Relationship Id="rId8" Type="http://schemas.openxmlformats.org/officeDocument/2006/relationships/image" Target="../media/image2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8.png"/><Relationship Id="rId5" Type="http://schemas.openxmlformats.org/officeDocument/2006/relationships/hyperlink" Target="mailto:membership@lfenergy.org" TargetMode="External"/><Relationship Id="rId6" Type="http://schemas.openxmlformats.org/officeDocument/2006/relationships/image" Target="../media/image32.png"/><Relationship Id="rId7" Type="http://schemas.openxmlformats.org/officeDocument/2006/relationships/image" Target="../media/image30.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{1E647EF1-AE3F-419A-93F3-954D9E4C990D}</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{1E647EF1-AE3F-419A-93F3-954D9E4C990D}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{1E647EF1-AE3F-419A-93F3-954D9E4C990D}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{1E647EF1-AE3F-419A-93F3-954D9E4C990D}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{1E647EF1-AE3F-419A-93F3-954D9E4C990D}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{1E647EF1-AE3F-419A-93F3-954D9E4C990D}</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