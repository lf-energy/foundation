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C795A56-A2E7-4C4C-AD52-4275C042002D}">
  <a:tblStyle styleId="{8C795A56-A2E7-4C4C-AD52-4275C042002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2.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26.png"/><Relationship Id="rId6" Type="http://schemas.openxmlformats.org/officeDocument/2006/relationships/image" Target="../media/image16.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18.png"/><Relationship Id="rId5" Type="http://schemas.openxmlformats.org/officeDocument/2006/relationships/image" Target="../media/image30.png"/><Relationship Id="rId6" Type="http://schemas.openxmlformats.org/officeDocument/2006/relationships/image" Target="../media/image20.png"/><Relationship Id="rId7" Type="http://schemas.openxmlformats.org/officeDocument/2006/relationships/image" Target="../media/image28.png"/><Relationship Id="rId8"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36.png"/><Relationship Id="rId7" Type="http://schemas.openxmlformats.org/officeDocument/2006/relationships/image" Target="../media/image27.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{8C795A56-A2E7-4C4C-AD52-4275C042002D}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{8C795A56-A2E7-4C4C-AD52-4275C042002D}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{8C795A56-A2E7-4C4C-AD52-4275C042002D}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{8C795A56-A2E7-4C4C-AD52-4275C042002D}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{8C795A56-A2E7-4C4C-AD52-4275C042002D}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{8C795A56-A2E7-4C4C-AD52-4275C042002D}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