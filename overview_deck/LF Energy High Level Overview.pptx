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7CC5F54F-E92F-4192-BD72-CC22CBD5DBAC}">
  <a:tblStyle styleId="{7CC5F54F-E92F-4192-BD72-CC22CBD5DBAC}"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5.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5.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5.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5.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9.png"/><Relationship Id="rId4" Type="http://schemas.openxmlformats.org/officeDocument/2006/relationships/image" Target="../media/image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png"/><Relationship Id="rId3" Type="http://schemas.openxmlformats.org/officeDocument/2006/relationships/image" Target="../media/image33.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2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5.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27.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7.png"/><Relationship Id="rId7" Type="http://schemas.openxmlformats.org/officeDocument/2006/relationships/image" Target="../media/image1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8.png"/><Relationship Id="rId4" Type="http://schemas.openxmlformats.org/officeDocument/2006/relationships/image" Target="../media/image25.png"/><Relationship Id="rId5" Type="http://schemas.openxmlformats.org/officeDocument/2006/relationships/image" Target="../media/image21.png"/><Relationship Id="rId6" Type="http://schemas.openxmlformats.org/officeDocument/2006/relationships/image" Target="../media/image28.png"/><Relationship Id="rId7" Type="http://schemas.openxmlformats.org/officeDocument/2006/relationships/image" Target="../media/image22.png"/><Relationship Id="rId8" Type="http://schemas.openxmlformats.org/officeDocument/2006/relationships/image" Target="../media/image2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6.png"/><Relationship Id="rId5" Type="http://schemas.openxmlformats.org/officeDocument/2006/relationships/hyperlink" Target="mailto:membership@lfenergy.org" TargetMode="External"/><Relationship Id="rId6" Type="http://schemas.openxmlformats.org/officeDocument/2006/relationships/image" Target="../media/image34.png"/><Relationship Id="rId7" Type="http://schemas.openxmlformats.org/officeDocument/2006/relationships/image" Target="../media/image30.png"/><Relationship Id="rId8" Type="http://schemas.openxmlformats.org/officeDocument/2006/relationships/image" Target="../media/image3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{7CC5F54F-E92F-4192-BD72-CC22CBD5DBAC}</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{7CC5F54F-E92F-4192-BD72-CC22CBD5DBAC}</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{7CC5F54F-E92F-4192-BD72-CC22CBD5DBAC}</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{7CC5F54F-E92F-4192-BD72-CC22CBD5DBAC}</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{7CC5F54F-E92F-4192-BD72-CC22CBD5DBAC}</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{7CC5F54F-E92F-4192-BD72-CC22CBD5DBAC}</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