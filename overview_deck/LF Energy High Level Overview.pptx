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4198A54-F38A-403A-BA15-38E759B65A80}">
  <a:tblStyle styleId="{44198A54-F38A-403A-BA15-38E759B65A8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38.png"/><Relationship Id="rId5" Type="http://schemas.openxmlformats.org/officeDocument/2006/relationships/image" Target="../media/image26.png"/><Relationship Id="rId6" Type="http://schemas.openxmlformats.org/officeDocument/2006/relationships/image" Target="../media/image7.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image" Target="../media/image15.png"/><Relationship Id="rId6" Type="http://schemas.openxmlformats.org/officeDocument/2006/relationships/image" Target="../media/image30.png"/><Relationship Id="rId7" Type="http://schemas.openxmlformats.org/officeDocument/2006/relationships/image" Target="../media/image39.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1.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{44198A54-F38A-403A-BA15-38E759B65A80}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{44198A54-F38A-403A-BA15-38E759B65A80}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{44198A54-F38A-403A-BA15-38E759B65A80}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{44198A54-F38A-403A-BA15-38E759B65A80}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{44198A54-F38A-403A-BA15-38E759B65A80}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{44198A54-F38A-403A-BA15-38E759B65A80}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