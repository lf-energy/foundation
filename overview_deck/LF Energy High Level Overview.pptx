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1AE8075-4DFA-4ACD-903E-96CCAC7EE2F4}">
  <a:tblStyle styleId="{81AE8075-4DFA-4ACD-903E-96CCAC7EE2F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34.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{81AE8075-4DFA-4ACD-903E-96CCAC7EE2F4}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{81AE8075-4DFA-4ACD-903E-96CCAC7EE2F4}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{81AE8075-4DFA-4ACD-903E-96CCAC7EE2F4}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{81AE8075-4DFA-4ACD-903E-96CCAC7EE2F4}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{81AE8075-4DFA-4ACD-903E-96CCAC7EE2F4}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{81AE8075-4DFA-4ACD-903E-96CCAC7EE2F4}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