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CCC2794-2DF3-4062-8E5D-F61C0D047107}">
  <a:tblStyle styleId="{CCCC2794-2DF3-4062-8E5D-F61C0D04710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30.png"/><Relationship Id="rId5" Type="http://schemas.openxmlformats.org/officeDocument/2006/relationships/image" Target="../media/image37.png"/><Relationship Id="rId6" Type="http://schemas.openxmlformats.org/officeDocument/2006/relationships/image" Target="../media/image21.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34.png"/><Relationship Id="rId5" Type="http://schemas.openxmlformats.org/officeDocument/2006/relationships/image" Target="../media/image18.png"/><Relationship Id="rId6" Type="http://schemas.openxmlformats.org/officeDocument/2006/relationships/image" Target="../media/image27.png"/><Relationship Id="rId7" Type="http://schemas.openxmlformats.org/officeDocument/2006/relationships/image" Target="../media/image20.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{CCCC2794-2DF3-4062-8E5D-F61C0D047107}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{CCCC2794-2DF3-4062-8E5D-F61C0D047107}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{CCCC2794-2DF3-4062-8E5D-F61C0D047107}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{CCCC2794-2DF3-4062-8E5D-F61C0D047107}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{CCCC2794-2DF3-4062-8E5D-F61C0D047107}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{CCCC2794-2DF3-4062-8E5D-F61C0D047107}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