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89B703F3-40C6-4D92-AEE0-E156CD23B329}">
  <a:tblStyle styleId="{89B703F3-40C6-4D92-AEE0-E156CD23B329}"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8.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image" Target="../media/image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5.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8.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8.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26.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27.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30.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1.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25.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29.png"/><Relationship Id="rId4" Type="http://schemas.openxmlformats.org/officeDocument/2006/relationships/image" Target="../media/image14.png"/><Relationship Id="rId5" Type="http://schemas.openxmlformats.org/officeDocument/2006/relationships/image" Target="../media/image19.png"/><Relationship Id="rId6" Type="http://schemas.openxmlformats.org/officeDocument/2006/relationships/image" Target="../media/image13.png"/><Relationship Id="rId7"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3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23.png"/><Relationship Id="rId4" Type="http://schemas.openxmlformats.org/officeDocument/2006/relationships/image" Target="../media/image33.png"/><Relationship Id="rId5" Type="http://schemas.openxmlformats.org/officeDocument/2006/relationships/image" Target="../media/image16.png"/><Relationship Id="rId6" Type="http://schemas.openxmlformats.org/officeDocument/2006/relationships/image" Target="../media/image18.png"/><Relationship Id="rId7" Type="http://schemas.openxmlformats.org/officeDocument/2006/relationships/image" Target="../media/image37.png"/><Relationship Id="rId8" Type="http://schemas.openxmlformats.org/officeDocument/2006/relationships/image" Target="../media/image3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2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5.png"/><Relationship Id="rId5" Type="http://schemas.openxmlformats.org/officeDocument/2006/relationships/hyperlink" Target="mailto:membership@lfenergy.org" TargetMode="External"/><Relationship Id="rId6" Type="http://schemas.openxmlformats.org/officeDocument/2006/relationships/image" Target="../media/image31.png"/><Relationship Id="rId7" Type="http://schemas.openxmlformats.org/officeDocument/2006/relationships/image" Target="../media/image40.png"/><Relationship Id="rId8" Type="http://schemas.openxmlformats.org/officeDocument/2006/relationships/image" Target="../media/image3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{89B703F3-40C6-4D92-AEE0-E156CD23B329}</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{89B703F3-40C6-4D92-AEE0-E156CD23B329}</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{89B703F3-40C6-4D92-AEE0-E156CD23B329}</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{89B703F3-40C6-4D92-AEE0-E156CD23B329}</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{89B703F3-40C6-4D92-AEE0-E156CD23B329}</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{89B703F3-40C6-4D92-AEE0-E156CD23B329}</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