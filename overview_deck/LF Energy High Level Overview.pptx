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A4B50BF-0250-474A-9722-C93F0E7A2725}">
  <a:tblStyle styleId="{9A4B50BF-0250-474A-9722-C93F0E7A272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1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2.png"/><Relationship Id="rId7" Type="http://schemas.openxmlformats.org/officeDocument/2006/relationships/image" Target="../media/image32.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3.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{9A4B50BF-0250-474A-9722-C93F0E7A2725}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{9A4B50BF-0250-474A-9722-C93F0E7A2725}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{9A4B50BF-0250-474A-9722-C93F0E7A2725}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{9A4B50BF-0250-474A-9722-C93F0E7A2725}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{9A4B50BF-0250-474A-9722-C93F0E7A2725}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{9A4B50BF-0250-474A-9722-C93F0E7A2725}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