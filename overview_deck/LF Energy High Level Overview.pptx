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70D2A9A-DB5B-4839-BB9E-E9148F3EED12}">
  <a:tblStyle styleId="{270D2A9A-DB5B-4839-BB9E-E9148F3EED12}"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1.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3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14.png"/><Relationship Id="rId5" Type="http://schemas.openxmlformats.org/officeDocument/2006/relationships/image" Target="../media/image13.png"/><Relationship Id="rId6" Type="http://schemas.openxmlformats.org/officeDocument/2006/relationships/image" Target="../media/image15.png"/><Relationship Id="rId7" Type="http://schemas.openxmlformats.org/officeDocument/2006/relationships/image" Target="../media/image26.png"/><Relationship Id="rId8" Type="http://schemas.openxmlformats.org/officeDocument/2006/relationships/image" Target="../media/image3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2.png"/><Relationship Id="rId5" Type="http://schemas.openxmlformats.org/officeDocument/2006/relationships/hyperlink" Target="mailto:membership@lfenergy.org" TargetMode="External"/><Relationship Id="rId6" Type="http://schemas.openxmlformats.org/officeDocument/2006/relationships/image" Target="../media/image21.png"/><Relationship Id="rId7" Type="http://schemas.openxmlformats.org/officeDocument/2006/relationships/image" Target="../media/image25.png"/><Relationship Id="rId8"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{270D2A9A-DB5B-4839-BB9E-E9148F3EED12}</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{270D2A9A-DB5B-4839-BB9E-E9148F3EED12}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{270D2A9A-DB5B-4839-BB9E-E9148F3EED12}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{270D2A9A-DB5B-4839-BB9E-E9148F3EED12}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{270D2A9A-DB5B-4839-BB9E-E9148F3EED12}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{270D2A9A-DB5B-4839-BB9E-E9148F3EED12}</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