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322B408-CCFB-4453-A190-F6FEF7D54EA9}">
  <a:tblStyle styleId="{2322B408-CCFB-4453-A190-F6FEF7D54EA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26.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3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8.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5.png"/><Relationship Id="rId5" Type="http://schemas.openxmlformats.org/officeDocument/2006/relationships/hyperlink" Target="mailto:membership@lfenergy.org" TargetMode="External"/><Relationship Id="rId6" Type="http://schemas.openxmlformats.org/officeDocument/2006/relationships/image" Target="../media/image28.png"/><Relationship Id="rId7" Type="http://schemas.openxmlformats.org/officeDocument/2006/relationships/image" Target="../media/image22.png"/><Relationship Id="rId8"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{2322B408-CCFB-4453-A190-F6FEF7D54EA9}</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{2322B408-CCFB-4453-A190-F6FEF7D54EA9}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{2322B408-CCFB-4453-A190-F6FEF7D54EA9}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{2322B408-CCFB-4453-A190-F6FEF7D54EA9}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{2322B408-CCFB-4453-A190-F6FEF7D54EA9}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{2322B408-CCFB-4453-A190-F6FEF7D54EA9}</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