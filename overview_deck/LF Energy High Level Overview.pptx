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1043335-9176-4132-B228-1DF7EC033154}">
  <a:tblStyle styleId="{91043335-9176-4132-B228-1DF7EC03315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9.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0.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28.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{91043335-9176-4132-B228-1DF7EC033154}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{91043335-9176-4132-B228-1DF7EC033154}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{91043335-9176-4132-B228-1DF7EC033154}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{91043335-9176-4132-B228-1DF7EC033154}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{91043335-9176-4132-B228-1DF7EC033154}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{91043335-9176-4132-B228-1DF7EC033154}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