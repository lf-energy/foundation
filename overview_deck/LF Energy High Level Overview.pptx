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028559E-B2DC-4F7B-8613-E76878EE4700}">
  <a:tblStyle styleId="{6028559E-B2DC-4F7B-8613-E76878EE470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9.png"/><Relationship Id="rId4" Type="http://schemas.openxmlformats.org/officeDocument/2006/relationships/image" Target="../media/image18.png"/><Relationship Id="rId5" Type="http://schemas.openxmlformats.org/officeDocument/2006/relationships/image" Target="../media/image26.png"/><Relationship Id="rId6" Type="http://schemas.openxmlformats.org/officeDocument/2006/relationships/image" Target="../media/image17.png"/><Relationship Id="rId7"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34.png"/><Relationship Id="rId4" Type="http://schemas.openxmlformats.org/officeDocument/2006/relationships/image" Target="../media/image38.png"/><Relationship Id="rId5" Type="http://schemas.openxmlformats.org/officeDocument/2006/relationships/image" Target="../media/image28.png"/><Relationship Id="rId6" Type="http://schemas.openxmlformats.org/officeDocument/2006/relationships/image" Target="../media/image30.png"/><Relationship Id="rId7" Type="http://schemas.openxmlformats.org/officeDocument/2006/relationships/image" Target="../media/image22.png"/><Relationship Id="rId8"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3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1.png"/><Relationship Id="rId5" Type="http://schemas.openxmlformats.org/officeDocument/2006/relationships/hyperlink" Target="mailto:membership@lfenergy.org" TargetMode="External"/><Relationship Id="rId6" Type="http://schemas.openxmlformats.org/officeDocument/2006/relationships/image" Target="../media/image32.png"/><Relationship Id="rId7" Type="http://schemas.openxmlformats.org/officeDocument/2006/relationships/image" Target="../media/image35.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{6028559E-B2DC-4F7B-8613-E76878EE4700}</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{6028559E-B2DC-4F7B-8613-E76878EE4700}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{6028559E-B2DC-4F7B-8613-E76878EE4700}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{6028559E-B2DC-4F7B-8613-E76878EE4700}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{6028559E-B2DC-4F7B-8613-E76878EE4700}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{6028559E-B2DC-4F7B-8613-E76878EE4700}</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