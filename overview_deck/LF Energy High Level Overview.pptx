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B4F3FAC-FE64-48D5-8654-C4FFE2A79316}">
  <a:tblStyle styleId="{EB4F3FAC-FE64-48D5-8654-C4FFE2A79316}"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3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3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1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9.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35.png"/><Relationship Id="rId5" Type="http://schemas.openxmlformats.org/officeDocument/2006/relationships/image" Target="../media/image25.png"/><Relationship Id="rId6" Type="http://schemas.openxmlformats.org/officeDocument/2006/relationships/image" Target="../media/image37.png"/><Relationship Id="rId7" Type="http://schemas.openxmlformats.org/officeDocument/2006/relationships/image" Target="../media/image23.png"/><Relationship Id="rId8" Type="http://schemas.openxmlformats.org/officeDocument/2006/relationships/image" Target="../media/image3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6.png"/><Relationship Id="rId8"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{EB4F3FAC-FE64-48D5-8654-C4FFE2A79316}</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{EB4F3FAC-FE64-48D5-8654-C4FFE2A79316}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{EB4F3FAC-FE64-48D5-8654-C4FFE2A79316}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{EB4F3FAC-FE64-48D5-8654-C4FFE2A79316}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{EB4F3FAC-FE64-48D5-8654-C4FFE2A79316}</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{EB4F3FAC-FE64-48D5-8654-C4FFE2A79316}</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