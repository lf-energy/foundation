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CD82508-5127-438D-9AEE-4D4248C20734}">
  <a:tblStyle styleId="{7CD82508-5127-438D-9AEE-4D4248C20734}"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0.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3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9.png"/><Relationship Id="rId5" Type="http://schemas.openxmlformats.org/officeDocument/2006/relationships/image" Target="../media/image14.png"/><Relationship Id="rId6" Type="http://schemas.openxmlformats.org/officeDocument/2006/relationships/image" Target="../media/image11.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3.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7.png"/><Relationship Id="rId5" Type="http://schemas.openxmlformats.org/officeDocument/2006/relationships/hyperlink" Target="mailto:membership@lfenergy.org" TargetMode="External"/><Relationship Id="rId6" Type="http://schemas.openxmlformats.org/officeDocument/2006/relationships/image" Target="../media/image24.png"/><Relationship Id="rId7" Type="http://schemas.openxmlformats.org/officeDocument/2006/relationships/image" Target="../media/image23.png"/><Relationship Id="rId8"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{7CD82508-5127-438D-9AEE-4D4248C20734}</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{7CD82508-5127-438D-9AEE-4D4248C20734}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{7CD82508-5127-438D-9AEE-4D4248C20734}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{7CD82508-5127-438D-9AEE-4D4248C20734}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{7CD82508-5127-438D-9AEE-4D4248C20734}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{7CD82508-5127-438D-9AEE-4D4248C20734}</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