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295E2C9-484D-4009-BA48-58AF04F87CC1}">
  <a:tblStyle styleId="{6295E2C9-484D-4009-BA48-58AF04F87CC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4.png"/><Relationship Id="rId4"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25.png"/><Relationship Id="rId5" Type="http://schemas.openxmlformats.org/officeDocument/2006/relationships/image" Target="../media/image28.png"/><Relationship Id="rId6" Type="http://schemas.openxmlformats.org/officeDocument/2006/relationships/image" Target="../media/image16.png"/><Relationship Id="rId7"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19.png"/><Relationship Id="rId5" Type="http://schemas.openxmlformats.org/officeDocument/2006/relationships/image" Target="../media/image30.png"/><Relationship Id="rId6" Type="http://schemas.openxmlformats.org/officeDocument/2006/relationships/image" Target="../media/image18.png"/><Relationship Id="rId7" Type="http://schemas.openxmlformats.org/officeDocument/2006/relationships/image" Target="../media/image20.png"/><Relationship Id="rId8"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3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6.png"/><Relationship Id="rId7" Type="http://schemas.openxmlformats.org/officeDocument/2006/relationships/image" Target="../media/image31.png"/><Relationship Id="rId8"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{6295E2C9-484D-4009-BA48-58AF04F87CC1}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{6295E2C9-484D-4009-BA48-58AF04F87CC1}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{6295E2C9-484D-4009-BA48-58AF04F87CC1}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{6295E2C9-484D-4009-BA48-58AF04F87CC1}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{6295E2C9-484D-4009-BA48-58AF04F87CC1}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{6295E2C9-484D-4009-BA48-58AF04F87CC1}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