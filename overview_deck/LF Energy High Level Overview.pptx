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055FBE5-E7DB-4825-B173-92FA9CDC115A}">
  <a:tblStyle styleId="{C055FBE5-E7DB-4825-B173-92FA9CDC115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1.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30.png"/><Relationship Id="rId6" Type="http://schemas.openxmlformats.org/officeDocument/2006/relationships/image" Target="../media/image15.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9.png"/><Relationship Id="rId4" Type="http://schemas.openxmlformats.org/officeDocument/2006/relationships/image" Target="../media/image18.png"/><Relationship Id="rId5" Type="http://schemas.openxmlformats.org/officeDocument/2006/relationships/image" Target="../media/image20.png"/><Relationship Id="rId6" Type="http://schemas.openxmlformats.org/officeDocument/2006/relationships/image" Target="../media/image24.png"/><Relationship Id="rId7" Type="http://schemas.openxmlformats.org/officeDocument/2006/relationships/image" Target="../media/image38.png"/><Relationship Id="rId8" Type="http://schemas.openxmlformats.org/officeDocument/2006/relationships/image" Target="../media/image2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27.png"/><Relationship Id="rId8"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{C055FBE5-E7DB-4825-B173-92FA9CDC115A}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{C055FBE5-E7DB-4825-B173-92FA9CDC115A}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{C055FBE5-E7DB-4825-B173-92FA9CDC115A}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{C055FBE5-E7DB-4825-B173-92FA9CDC115A}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{C055FBE5-E7DB-4825-B173-92FA9CDC115A}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{C055FBE5-E7DB-4825-B173-92FA9CDC115A}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