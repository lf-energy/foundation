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9A307811-E172-4E01-96F1-1D3E465BE356}">
  <a:tblStyle styleId="{9A307811-E172-4E01-96F1-1D3E465BE356}"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2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2.png"/><Relationship Id="rId4"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2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5.png"/><Relationship Id="rId4" Type="http://schemas.openxmlformats.org/officeDocument/2006/relationships/image" Target="../media/image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8.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2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8.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2.png"/><Relationship Id="rId4" Type="http://schemas.openxmlformats.org/officeDocument/2006/relationships/image" Target="../media/image36.png"/><Relationship Id="rId5" Type="http://schemas.openxmlformats.org/officeDocument/2006/relationships/image" Target="../media/image17.png"/><Relationship Id="rId6" Type="http://schemas.openxmlformats.org/officeDocument/2006/relationships/image" Target="../media/image19.png"/><Relationship Id="rId7" Type="http://schemas.openxmlformats.org/officeDocument/2006/relationships/image" Target="../media/image2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0.png"/><Relationship Id="rId4" Type="http://schemas.openxmlformats.org/officeDocument/2006/relationships/image" Target="../media/image25.png"/><Relationship Id="rId5" Type="http://schemas.openxmlformats.org/officeDocument/2006/relationships/image" Target="../media/image23.png"/><Relationship Id="rId6" Type="http://schemas.openxmlformats.org/officeDocument/2006/relationships/image" Target="../media/image31.png"/><Relationship Id="rId7" Type="http://schemas.openxmlformats.org/officeDocument/2006/relationships/image" Target="../media/image24.png"/><Relationship Id="rId8" Type="http://schemas.openxmlformats.org/officeDocument/2006/relationships/image" Target="../media/image3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7.png"/><Relationship Id="rId5" Type="http://schemas.openxmlformats.org/officeDocument/2006/relationships/hyperlink" Target="mailto:membership@lfenergy.org" TargetMode="External"/><Relationship Id="rId6" Type="http://schemas.openxmlformats.org/officeDocument/2006/relationships/image" Target="../media/image34.png"/><Relationship Id="rId7" Type="http://schemas.openxmlformats.org/officeDocument/2006/relationships/image" Target="../media/image35.png"/><Relationship Id="rId8" Type="http://schemas.openxmlformats.org/officeDocument/2006/relationships/image" Target="../media/image3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{9A307811-E172-4E01-96F1-1D3E465BE356}</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{9A307811-E172-4E01-96F1-1D3E465BE356}</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{9A307811-E172-4E01-96F1-1D3E465BE356}</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{9A307811-E172-4E01-96F1-1D3E465BE356}</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{9A307811-E172-4E01-96F1-1D3E465BE356}</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{9A307811-E172-4E01-96F1-1D3E465BE356}</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