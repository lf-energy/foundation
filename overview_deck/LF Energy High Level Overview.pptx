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A47F3D6-3154-4157-A63C-3609D1A590BD}">
  <a:tblStyle styleId="{5A47F3D6-3154-4157-A63C-3609D1A590BD}"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7.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3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0.png"/><Relationship Id="rId6" Type="http://schemas.openxmlformats.org/officeDocument/2006/relationships/image" Target="../media/image13.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21.png"/><Relationship Id="rId6" Type="http://schemas.openxmlformats.org/officeDocument/2006/relationships/image" Target="../media/image19.png"/><Relationship Id="rId7" Type="http://schemas.openxmlformats.org/officeDocument/2006/relationships/image" Target="../media/image29.png"/><Relationship Id="rId8"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8.png"/><Relationship Id="rId5" Type="http://schemas.openxmlformats.org/officeDocument/2006/relationships/hyperlink" Target="mailto:membership@lfenergy.org" TargetMode="External"/><Relationship Id="rId6" Type="http://schemas.openxmlformats.org/officeDocument/2006/relationships/image" Target="../media/image31.png"/><Relationship Id="rId7" Type="http://schemas.openxmlformats.org/officeDocument/2006/relationships/image" Target="../media/image26.png"/><Relationship Id="rId8"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{5A47F3D6-3154-4157-A63C-3609D1A590BD}</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{5A47F3D6-3154-4157-A63C-3609D1A590BD}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{5A47F3D6-3154-4157-A63C-3609D1A590BD}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{5A47F3D6-3154-4157-A63C-3609D1A590BD}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{5A47F3D6-3154-4157-A63C-3609D1A590BD}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{5A47F3D6-3154-4157-A63C-3609D1A590BD}</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