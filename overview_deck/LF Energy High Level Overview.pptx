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67B29D1-1EAF-4148-AE9E-8FD3E082E354}">
  <a:tblStyle styleId="{267B29D1-1EAF-4148-AE9E-8FD3E082E354}"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14.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15.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20.png"/><Relationship Id="rId5" Type="http://schemas.openxmlformats.org/officeDocument/2006/relationships/image" Target="../media/image17.png"/><Relationship Id="rId6" Type="http://schemas.openxmlformats.org/officeDocument/2006/relationships/image" Target="../media/image27.png"/><Relationship Id="rId7" Type="http://schemas.openxmlformats.org/officeDocument/2006/relationships/image" Target="../media/image16.png"/><Relationship Id="rId8"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3.png"/><Relationship Id="rId5" Type="http://schemas.openxmlformats.org/officeDocument/2006/relationships/hyperlink" Target="mailto:membership@lfenergy.org" TargetMode="External"/><Relationship Id="rId6" Type="http://schemas.openxmlformats.org/officeDocument/2006/relationships/image" Target="../media/image22.png"/><Relationship Id="rId7" Type="http://schemas.openxmlformats.org/officeDocument/2006/relationships/image" Target="../media/image21.png"/><Relationship Id="rId8"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{267B29D1-1EAF-4148-AE9E-8FD3E082E354}</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{267B29D1-1EAF-4148-AE9E-8FD3E082E354}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{267B29D1-1EAF-4148-AE9E-8FD3E082E354}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{267B29D1-1EAF-4148-AE9E-8FD3E082E354}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{267B29D1-1EAF-4148-AE9E-8FD3E082E354}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{267B29D1-1EAF-4148-AE9E-8FD3E082E354}</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