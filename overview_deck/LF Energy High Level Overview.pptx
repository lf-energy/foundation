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A7D8068D-6A0B-4D2E-A288-A1728FB58EA5}">
  <a:tblStyle styleId="{A7D8068D-6A0B-4D2E-A288-A1728FB58EA5}"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9.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9.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9.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3.png"/><Relationship Id="rId4" Type="http://schemas.openxmlformats.org/officeDocument/2006/relationships/image" Target="../media/image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4.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8.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2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1.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2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34.png"/><Relationship Id="rId4" Type="http://schemas.openxmlformats.org/officeDocument/2006/relationships/image" Target="../media/image30.png"/><Relationship Id="rId5" Type="http://schemas.openxmlformats.org/officeDocument/2006/relationships/image" Target="../media/image23.png"/><Relationship Id="rId6" Type="http://schemas.openxmlformats.org/officeDocument/2006/relationships/image" Target="../media/image29.png"/><Relationship Id="rId7"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6.png"/><Relationship Id="rId4" Type="http://schemas.openxmlformats.org/officeDocument/2006/relationships/image" Target="../media/image32.png"/><Relationship Id="rId5" Type="http://schemas.openxmlformats.org/officeDocument/2006/relationships/image" Target="../media/image22.png"/><Relationship Id="rId6" Type="http://schemas.openxmlformats.org/officeDocument/2006/relationships/image" Target="../media/image35.png"/><Relationship Id="rId7" Type="http://schemas.openxmlformats.org/officeDocument/2006/relationships/image" Target="../media/image15.png"/><Relationship Id="rId8" Type="http://schemas.openxmlformats.org/officeDocument/2006/relationships/image" Target="../media/image3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7.png"/><Relationship Id="rId5" Type="http://schemas.openxmlformats.org/officeDocument/2006/relationships/hyperlink" Target="mailto:membership@lfenergy.org" TargetMode="External"/><Relationship Id="rId6" Type="http://schemas.openxmlformats.org/officeDocument/2006/relationships/image" Target="../media/image26.png"/><Relationship Id="rId7" Type="http://schemas.openxmlformats.org/officeDocument/2006/relationships/image" Target="../media/image31.png"/><Relationship Id="rId8" Type="http://schemas.openxmlformats.org/officeDocument/2006/relationships/image" Target="../media/image3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{A7D8068D-6A0B-4D2E-A288-A1728FB58EA5}</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{A7D8068D-6A0B-4D2E-A288-A1728FB58EA5}</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{A7D8068D-6A0B-4D2E-A288-A1728FB58EA5}</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{A7D8068D-6A0B-4D2E-A288-A1728FB58EA5}</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{A7D8068D-6A0B-4D2E-A288-A1728FB58EA5}</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{A7D8068D-6A0B-4D2E-A288-A1728FB58EA5}</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