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83F135-37BF-4D01-8559-FB1B940BD517}">
  <a:tblStyle styleId="{9A83F135-37BF-4D01-8559-FB1B940BD51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5.png"/><Relationship Id="rId7" Type="http://schemas.openxmlformats.org/officeDocument/2006/relationships/image" Target="../media/image34.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{9A83F135-37BF-4D01-8559-FB1B940BD517}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{9A83F135-37BF-4D01-8559-FB1B940BD517}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{9A83F135-37BF-4D01-8559-FB1B940BD517}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{9A83F135-37BF-4D01-8559-FB1B940BD517}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{9A83F135-37BF-4D01-8559-FB1B940BD517}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{9A83F135-37BF-4D01-8559-FB1B940BD517}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