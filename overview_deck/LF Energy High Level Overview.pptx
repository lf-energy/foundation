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45420FB6-9C73-43AA-BCE3-C5B82946E482}">
  <a:tblStyle styleId="{45420FB6-9C73-43AA-BCE3-C5B82946E48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29.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1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27.png"/><Relationship Id="rId5" Type="http://schemas.openxmlformats.org/officeDocument/2006/relationships/image" Target="../media/image16.png"/><Relationship Id="rId6" Type="http://schemas.openxmlformats.org/officeDocument/2006/relationships/image" Target="../media/image20.png"/><Relationship Id="rId7" Type="http://schemas.openxmlformats.org/officeDocument/2006/relationships/image" Target="../media/image2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36.png"/><Relationship Id="rId5" Type="http://schemas.openxmlformats.org/officeDocument/2006/relationships/image" Target="../media/image24.png"/><Relationship Id="rId6" Type="http://schemas.openxmlformats.org/officeDocument/2006/relationships/image" Target="../media/image33.png"/><Relationship Id="rId7" Type="http://schemas.openxmlformats.org/officeDocument/2006/relationships/image" Target="../media/image25.png"/><Relationship Id="rId8" Type="http://schemas.openxmlformats.org/officeDocument/2006/relationships/image" Target="../media/image2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{45420FB6-9C73-43AA-BCE3-C5B82946E482}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{45420FB6-9C73-43AA-BCE3-C5B82946E482}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{45420FB6-9C73-43AA-BCE3-C5B82946E482}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{45420FB6-9C73-43AA-BCE3-C5B82946E482}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{45420FB6-9C73-43AA-BCE3-C5B82946E482}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{45420FB6-9C73-43AA-BCE3-C5B82946E482}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