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87E6206-8176-49A7-AB09-DD68CC178CAA}">
  <a:tblStyle styleId="{F87E6206-8176-49A7-AB09-DD68CC178CAA}"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1.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3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3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8.png"/><Relationship Id="rId5" Type="http://schemas.openxmlformats.org/officeDocument/2006/relationships/image" Target="../media/image14.png"/><Relationship Id="rId6" Type="http://schemas.openxmlformats.org/officeDocument/2006/relationships/image" Target="../media/image11.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5.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7.png"/><Relationship Id="rId8"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7.png"/><Relationship Id="rId5" Type="http://schemas.openxmlformats.org/officeDocument/2006/relationships/hyperlink" Target="mailto:membership@lfenergy.org" TargetMode="External"/><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{F87E6206-8176-49A7-AB09-DD68CC178CAA}</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{F87E6206-8176-49A7-AB09-DD68CC178CAA}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{F87E6206-8176-49A7-AB09-DD68CC178CAA}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{F87E6206-8176-49A7-AB09-DD68CC178CAA}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{F87E6206-8176-49A7-AB09-DD68CC178CAA}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{F87E6206-8176-49A7-AB09-DD68CC178CAA}</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