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39FC892-5AD1-4072-830D-37D5711BD9DF}">
  <a:tblStyle styleId="{039FC892-5AD1-4072-830D-37D5711BD9D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6.png"/><Relationship Id="rId4"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23.png"/><Relationship Id="rId5" Type="http://schemas.openxmlformats.org/officeDocument/2006/relationships/image" Target="../media/image31.png"/><Relationship Id="rId6" Type="http://schemas.openxmlformats.org/officeDocument/2006/relationships/image" Target="../media/image18.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8.png"/><Relationship Id="rId4" Type="http://schemas.openxmlformats.org/officeDocument/2006/relationships/image" Target="../media/image32.png"/><Relationship Id="rId5" Type="http://schemas.openxmlformats.org/officeDocument/2006/relationships/image" Target="../media/image26.png"/><Relationship Id="rId6" Type="http://schemas.openxmlformats.org/officeDocument/2006/relationships/image" Target="../media/image36.png"/><Relationship Id="rId7" Type="http://schemas.openxmlformats.org/officeDocument/2006/relationships/image" Target="../media/image24.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9.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4.png"/><Relationship Id="rId8"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{039FC892-5AD1-4072-830D-37D5711BD9DF}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{039FC892-5AD1-4072-830D-37D5711BD9DF}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{039FC892-5AD1-4072-830D-37D5711BD9DF}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{039FC892-5AD1-4072-830D-37D5711BD9DF}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{039FC892-5AD1-4072-830D-37D5711BD9DF}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{039FC892-5AD1-4072-830D-37D5711BD9DF}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