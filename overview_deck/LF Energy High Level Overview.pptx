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80F4803-38A9-439F-AC43-2789F7BEB787}">
  <a:tblStyle styleId="{D80F4803-38A9-439F-AC43-2789F7BEB78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14.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9.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5.png"/><Relationship Id="rId6" Type="http://schemas.openxmlformats.org/officeDocument/2006/relationships/image" Target="../media/image13.png"/><Relationship Id="rId7" Type="http://schemas.openxmlformats.org/officeDocument/2006/relationships/image" Target="../media/image20.png"/><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30.png"/><Relationship Id="rId7" Type="http://schemas.openxmlformats.org/officeDocument/2006/relationships/image" Target="../media/image29.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{D80F4803-38A9-439F-AC43-2789F7BEB787}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{D80F4803-38A9-439F-AC43-2789F7BEB787}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{D80F4803-38A9-439F-AC43-2789F7BEB787}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{D80F4803-38A9-439F-AC43-2789F7BEB787}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{D80F4803-38A9-439F-AC43-2789F7BEB787}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{D80F4803-38A9-439F-AC43-2789F7BEB787}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