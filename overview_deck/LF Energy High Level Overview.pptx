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F6BE797-40FF-4D52-908A-4F3C3C9624B6}">
  <a:tblStyle styleId="{6F6BE797-40FF-4D52-908A-4F3C3C9624B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{6F6BE797-40FF-4D52-908A-4F3C3C9624B6}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{6F6BE797-40FF-4D52-908A-4F3C3C9624B6}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{6F6BE797-40FF-4D52-908A-4F3C3C9624B6}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{6F6BE797-40FF-4D52-908A-4F3C3C9624B6}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{6F6BE797-40FF-4D52-908A-4F3C3C9624B6}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{6F6BE797-40FF-4D52-908A-4F3C3C9624B6}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