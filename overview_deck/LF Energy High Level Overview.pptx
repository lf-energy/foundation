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2B1AA3B-366C-454D-A50D-306E6059CFBE}">
  <a:tblStyle styleId="{92B1AA3B-366C-454D-A50D-306E6059CFB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32.png"/><Relationship Id="rId6" Type="http://schemas.openxmlformats.org/officeDocument/2006/relationships/image" Target="../media/image17.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4.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{92B1AA3B-366C-454D-A50D-306E6059CFBE}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{92B1AA3B-366C-454D-A50D-306E6059CFBE}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{92B1AA3B-366C-454D-A50D-306E6059CFBE}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{92B1AA3B-366C-454D-A50D-306E6059CFBE}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{92B1AA3B-366C-454D-A50D-306E6059CFBE}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{92B1AA3B-366C-454D-A50D-306E6059CFBE}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