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EDFE585-F619-4C22-A26E-5E40783F167C}">
  <a:tblStyle styleId="{5EDFE585-F619-4C22-A26E-5E40783F167C}"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9.png"/><Relationship Id="rId4"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3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3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9.png"/><Relationship Id="rId5" Type="http://schemas.openxmlformats.org/officeDocument/2006/relationships/image" Target="../media/image16.png"/><Relationship Id="rId6" Type="http://schemas.openxmlformats.org/officeDocument/2006/relationships/image" Target="../media/image12.png"/><Relationship Id="rId7"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4.png"/><Relationship Id="rId4" Type="http://schemas.openxmlformats.org/officeDocument/2006/relationships/image" Target="../media/image15.png"/><Relationship Id="rId5" Type="http://schemas.openxmlformats.org/officeDocument/2006/relationships/image" Target="../media/image27.png"/><Relationship Id="rId6" Type="http://schemas.openxmlformats.org/officeDocument/2006/relationships/image" Target="../media/image26.png"/><Relationship Id="rId7" Type="http://schemas.openxmlformats.org/officeDocument/2006/relationships/image" Target="../media/image35.png"/><Relationship Id="rId8" Type="http://schemas.openxmlformats.org/officeDocument/2006/relationships/image" Target="../media/image3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5.png"/><Relationship Id="rId5" Type="http://schemas.openxmlformats.org/officeDocument/2006/relationships/hyperlink" Target="mailto:membership@lfenergy.org" TargetMode="External"/><Relationship Id="rId6" Type="http://schemas.openxmlformats.org/officeDocument/2006/relationships/image" Target="../media/image33.png"/><Relationship Id="rId7" Type="http://schemas.openxmlformats.org/officeDocument/2006/relationships/image" Target="../media/image30.png"/><Relationship Id="rId8" Type="http://schemas.openxmlformats.org/officeDocument/2006/relationships/image" Target="../media/image2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{5EDFE585-F619-4C22-A26E-5E40783F167C}</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{5EDFE585-F619-4C22-A26E-5E40783F167C}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{5EDFE585-F619-4C22-A26E-5E40783F167C}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{5EDFE585-F619-4C22-A26E-5E40783F167C}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{5EDFE585-F619-4C22-A26E-5E40783F167C}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{5EDFE585-F619-4C22-A26E-5E40783F167C}</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