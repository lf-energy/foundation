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E67995A-638B-42D5-9D7F-B0D75F3B4303}">
  <a:tblStyle styleId="{7E67995A-638B-42D5-9D7F-B0D75F3B430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4.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{7E67995A-638B-42D5-9D7F-B0D75F3B4303}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{7E67995A-638B-42D5-9D7F-B0D75F3B4303}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{7E67995A-638B-42D5-9D7F-B0D75F3B4303}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{7E67995A-638B-42D5-9D7F-B0D75F3B4303}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{7E67995A-638B-42D5-9D7F-B0D75F3B4303}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{7E67995A-638B-42D5-9D7F-B0D75F3B4303}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