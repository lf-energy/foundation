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71EDFD0-617F-4EDE-847F-655EA4D159C2}">
  <a:tblStyle styleId="{771EDFD0-617F-4EDE-847F-655EA4D159C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2.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image" Target="../media/image13.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33.png"/><Relationship Id="rId7" Type="http://schemas.openxmlformats.org/officeDocument/2006/relationships/image" Target="../media/image29.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25.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{771EDFD0-617F-4EDE-847F-655EA4D159C2}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{771EDFD0-617F-4EDE-847F-655EA4D159C2}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{771EDFD0-617F-4EDE-847F-655EA4D159C2}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{771EDFD0-617F-4EDE-847F-655EA4D159C2}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{771EDFD0-617F-4EDE-847F-655EA4D159C2}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{771EDFD0-617F-4EDE-847F-655EA4D159C2}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