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4A8FF48-090B-4E13-9691-8B75080533AB}">
  <a:tblStyle styleId="{C4A8FF48-090B-4E13-9691-8B75080533A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33.png"/><Relationship Id="rId6" Type="http://schemas.openxmlformats.org/officeDocument/2006/relationships/image" Target="../media/image22.png"/><Relationship Id="rId7"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6.png"/><Relationship Id="rId5" Type="http://schemas.openxmlformats.org/officeDocument/2006/relationships/image" Target="../media/image30.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6.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{C4A8FF48-090B-4E13-9691-8B75080533AB}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{C4A8FF48-090B-4E13-9691-8B75080533AB}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{C4A8FF48-090B-4E13-9691-8B75080533AB}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{C4A8FF48-090B-4E13-9691-8B75080533AB}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{C4A8FF48-090B-4E13-9691-8B75080533AB}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{C4A8FF48-090B-4E13-9691-8B75080533AB}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