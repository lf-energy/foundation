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8338D13-A9CA-4A3B-89B7-9073ACB4FE37}">
  <a:tblStyle styleId="{48338D13-A9CA-4A3B-89B7-9073ACB4FE37}"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3.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7.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2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2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3"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image" Target="../media/image35.png"/><Relationship Id="rId6" Type="http://schemas.openxmlformats.org/officeDocument/2006/relationships/image" Target="../media/image13.png"/><Relationship Id="rId7" Type="http://schemas.openxmlformats.org/officeDocument/2006/relationships/image" Target="../media/image1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1.png"/><Relationship Id="rId4" Type="http://schemas.openxmlformats.org/officeDocument/2006/relationships/image" Target="../media/image27.png"/><Relationship Id="rId5" Type="http://schemas.openxmlformats.org/officeDocument/2006/relationships/image" Target="../media/image22.png"/><Relationship Id="rId6" Type="http://schemas.openxmlformats.org/officeDocument/2006/relationships/image" Target="../media/image28.png"/><Relationship Id="rId7" Type="http://schemas.openxmlformats.org/officeDocument/2006/relationships/image" Target="../media/image30.png"/><Relationship Id="rId8" Type="http://schemas.openxmlformats.org/officeDocument/2006/relationships/image" Target="../media/image3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3.png"/><Relationship Id="rId5" Type="http://schemas.openxmlformats.org/officeDocument/2006/relationships/hyperlink" Target="mailto:membership@lfenergy.org" TargetMode="External"/><Relationship Id="rId6" Type="http://schemas.openxmlformats.org/officeDocument/2006/relationships/image" Target="../media/image38.png"/><Relationship Id="rId7" Type="http://schemas.openxmlformats.org/officeDocument/2006/relationships/image" Target="../media/image20.png"/><Relationship Id="rId8" Type="http://schemas.openxmlformats.org/officeDocument/2006/relationships/image" Target="../media/image3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1" l="4553" r="4371" t="23658"/>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{48338D13-A9CA-4A3B-89B7-9073ACB4FE37}</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{48338D13-A9CA-4A3B-89B7-9073ACB4FE37}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{48338D13-A9CA-4A3B-89B7-9073ACB4FE37}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{48338D13-A9CA-4A3B-89B7-9073ACB4FE37}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{48338D13-A9CA-4A3B-89B7-9073ACB4FE37}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{48338D13-A9CA-4A3B-89B7-9073ACB4FE37}</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