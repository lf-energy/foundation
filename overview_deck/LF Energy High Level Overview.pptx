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40AEBC9-87E4-4428-9DDF-1EEAF08DAFCE}">
  <a:tblStyle styleId="{640AEBC9-87E4-4428-9DDF-1EEAF08DAFC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1.png"/><Relationship Id="rId4"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9.png"/><Relationship Id="rId6" Type="http://schemas.openxmlformats.org/officeDocument/2006/relationships/image" Target="../media/image23.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37.png"/><Relationship Id="rId5" Type="http://schemas.openxmlformats.org/officeDocument/2006/relationships/image" Target="../media/image34.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29.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{640AEBC9-87E4-4428-9DDF-1EEAF08DAFCE}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{640AEBC9-87E4-4428-9DDF-1EEAF08DAFCE}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{640AEBC9-87E4-4428-9DDF-1EEAF08DAFCE}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{640AEBC9-87E4-4428-9DDF-1EEAF08DAFCE}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{640AEBC9-87E4-4428-9DDF-1EEAF08DAFCE}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{640AEBC9-87E4-4428-9DDF-1EEAF08DAFCE}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