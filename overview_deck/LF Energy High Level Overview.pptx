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7BC0B50-8682-4DBE-ABBF-6812B576BD67}">
  <a:tblStyle styleId="{A7BC0B50-8682-4DBE-ABBF-6812B576BD6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1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image" Target="../media/image24.png"/><Relationship Id="rId5" Type="http://schemas.openxmlformats.org/officeDocument/2006/relationships/image" Target="../media/image32.png"/><Relationship Id="rId6" Type="http://schemas.openxmlformats.org/officeDocument/2006/relationships/image" Target="../media/image12.png"/><Relationship Id="rId7"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20.png"/><Relationship Id="rId5" Type="http://schemas.openxmlformats.org/officeDocument/2006/relationships/image" Target="../media/image19.png"/><Relationship Id="rId6" Type="http://schemas.openxmlformats.org/officeDocument/2006/relationships/image" Target="../media/image30.png"/><Relationship Id="rId7" Type="http://schemas.openxmlformats.org/officeDocument/2006/relationships/image" Target="../media/image39.png"/><Relationship Id="rId8"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6.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31.png"/><Relationship Id="rId8"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{A7BC0B50-8682-4DBE-ABBF-6812B576BD67}</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{A7BC0B50-8682-4DBE-ABBF-6812B576BD67}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{A7BC0B50-8682-4DBE-ABBF-6812B576BD67}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{A7BC0B50-8682-4DBE-ABBF-6812B576BD67}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{A7BC0B50-8682-4DBE-ABBF-6812B576BD67}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{A7BC0B50-8682-4DBE-ABBF-6812B576BD67}</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