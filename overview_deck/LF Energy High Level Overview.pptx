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289C08-CF15-491A-8822-D43BBF4E125C}">
  <a:tblStyle styleId="{08289C08-CF15-491A-8822-D43BBF4E125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1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37.png"/><Relationship Id="rId5" Type="http://schemas.openxmlformats.org/officeDocument/2006/relationships/image" Target="../media/image23.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{08289C08-CF15-491A-8822-D43BBF4E125C}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{08289C08-CF15-491A-8822-D43BBF4E125C}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{08289C08-CF15-491A-8822-D43BBF4E125C}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{08289C08-CF15-491A-8822-D43BBF4E125C}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{08289C08-CF15-491A-8822-D43BBF4E125C}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{08289C08-CF15-491A-8822-D43BBF4E125C}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