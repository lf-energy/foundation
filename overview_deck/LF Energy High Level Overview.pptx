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389E967-EFE1-442D-8BCE-7D4FBE1E07D9}">
  <a:tblStyle styleId="{3389E967-EFE1-442D-8BCE-7D4FBE1E07D9}"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3.png"/><Relationship Id="rId4" Type="http://schemas.openxmlformats.org/officeDocument/2006/relationships/image" Target="../media/image15.png"/><Relationship Id="rId5" Type="http://schemas.openxmlformats.org/officeDocument/2006/relationships/image" Target="../media/image26.png"/><Relationship Id="rId6" Type="http://schemas.openxmlformats.org/officeDocument/2006/relationships/image" Target="../media/image21.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24.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3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30.png"/><Relationship Id="rId7" Type="http://schemas.openxmlformats.org/officeDocument/2006/relationships/image" Target="../media/image34.png"/><Relationship Id="rId8"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{3389E967-EFE1-442D-8BCE-7D4FBE1E07D9}</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{3389E967-EFE1-442D-8BCE-7D4FBE1E07D9}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{3389E967-EFE1-442D-8BCE-7D4FBE1E07D9}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{3389E967-EFE1-442D-8BCE-7D4FBE1E07D9}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{3389E967-EFE1-442D-8BCE-7D4FBE1E07D9}</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{3389E967-EFE1-442D-8BCE-7D4FBE1E07D9}</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