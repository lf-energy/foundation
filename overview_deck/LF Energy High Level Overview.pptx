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B0857D8-D25D-42B0-AEDE-B53B6070DFA3}">
  <a:tblStyle styleId="{AB0857D8-D25D-42B0-AEDE-B53B6070DFA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image" Target="../media/image33.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17.png"/><Relationship Id="rId5" Type="http://schemas.openxmlformats.org/officeDocument/2006/relationships/image" Target="../media/image34.png"/><Relationship Id="rId6" Type="http://schemas.openxmlformats.org/officeDocument/2006/relationships/image" Target="../media/image20.png"/><Relationship Id="rId7" Type="http://schemas.openxmlformats.org/officeDocument/2006/relationships/image" Target="../media/image18.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{AB0857D8-D25D-42B0-AEDE-B53B6070DFA3}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{AB0857D8-D25D-42B0-AEDE-B53B6070DFA3}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{AB0857D8-D25D-42B0-AEDE-B53B6070DFA3}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{AB0857D8-D25D-42B0-AEDE-B53B6070DFA3}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{AB0857D8-D25D-42B0-AEDE-B53B6070DFA3}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{AB0857D8-D25D-42B0-AEDE-B53B6070DFA3}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