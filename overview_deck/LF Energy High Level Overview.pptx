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6A1A7EE-9A7A-468C-9D75-9378E41A33B2}">
  <a:tblStyle styleId="{86A1A7EE-9A7A-468C-9D75-9378E41A33B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28.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9.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{86A1A7EE-9A7A-468C-9D75-9378E41A33B2}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{86A1A7EE-9A7A-468C-9D75-9378E41A33B2}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{86A1A7EE-9A7A-468C-9D75-9378E41A33B2}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{86A1A7EE-9A7A-468C-9D75-9378E41A33B2}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{86A1A7EE-9A7A-468C-9D75-9378E41A33B2}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{86A1A7EE-9A7A-468C-9D75-9378E41A33B2}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