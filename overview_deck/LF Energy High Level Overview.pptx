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0523DD2-9876-4D51-94C6-156E98CF0EDC}">
  <a:tblStyle styleId="{B0523DD2-9876-4D51-94C6-156E98CF0ED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14.png"/><Relationship Id="rId7" Type="http://schemas.openxmlformats.org/officeDocument/2006/relationships/image" Target="../media/image19.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23.png"/><Relationship Id="rId7" Type="http://schemas.openxmlformats.org/officeDocument/2006/relationships/image" Target="../media/image26.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{B0523DD2-9876-4D51-94C6-156E98CF0EDC}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{B0523DD2-9876-4D51-94C6-156E98CF0EDC}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{B0523DD2-9876-4D51-94C6-156E98CF0EDC}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{B0523DD2-9876-4D51-94C6-156E98CF0EDC}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{B0523DD2-9876-4D51-94C6-156E98CF0EDC}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{B0523DD2-9876-4D51-94C6-156E98CF0EDC}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