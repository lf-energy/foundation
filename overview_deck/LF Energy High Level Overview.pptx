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E5C38FDD-9D7A-4442-8B50-22DE10CD4EBA}">
  <a:tblStyle styleId="{E5C38FDD-9D7A-4442-8B50-22DE10CD4EBA}"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33.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3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3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9.png"/><Relationship Id="rId5" Type="http://schemas.openxmlformats.org/officeDocument/2006/relationships/image" Target="../media/image13.png"/><Relationship Id="rId6" Type="http://schemas.openxmlformats.org/officeDocument/2006/relationships/image" Target="../media/image12.png"/><Relationship Id="rId7"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7.png"/><Relationship Id="rId5" Type="http://schemas.openxmlformats.org/officeDocument/2006/relationships/hyperlink" Target="mailto:membership@lfenergy.org" TargetMode="External"/><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{E5C38FDD-9D7A-4442-8B50-22DE10CD4EBA}</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{E5C38FDD-9D7A-4442-8B50-22DE10CD4EBA}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{E5C38FDD-9D7A-4442-8B50-22DE10CD4EBA}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{E5C38FDD-9D7A-4442-8B50-22DE10CD4EBA}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{E5C38FDD-9D7A-4442-8B50-22DE10CD4EBA}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{E5C38FDD-9D7A-4442-8B50-22DE10CD4EBA}</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