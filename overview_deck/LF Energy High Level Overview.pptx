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9A30131-E8E4-4B6C-90F9-5DCF57069F2F}">
  <a:tblStyle styleId="{79A30131-E8E4-4B6C-90F9-5DCF57069F2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36.png"/><Relationship Id="rId5" Type="http://schemas.openxmlformats.org/officeDocument/2006/relationships/image" Target="../media/image23.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{79A30131-E8E4-4B6C-90F9-5DCF57069F2F}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{79A30131-E8E4-4B6C-90F9-5DCF57069F2F}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{79A30131-E8E4-4B6C-90F9-5DCF57069F2F}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{79A30131-E8E4-4B6C-90F9-5DCF57069F2F}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{79A30131-E8E4-4B6C-90F9-5DCF57069F2F}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{79A30131-E8E4-4B6C-90F9-5DCF57069F2F}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