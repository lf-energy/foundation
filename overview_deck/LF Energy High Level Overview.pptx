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8CA7F79-8A00-4241-845A-D4E07F7970B9}">
  <a:tblStyle styleId="{78CA7F79-8A00-4241-845A-D4E07F7970B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2.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32.png"/><Relationship Id="rId4" Type="http://schemas.openxmlformats.org/officeDocument/2006/relationships/image" Target="../media/image13.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33.png"/><Relationship Id="rId4" Type="http://schemas.openxmlformats.org/officeDocument/2006/relationships/image" Target="../media/image38.png"/><Relationship Id="rId5" Type="http://schemas.openxmlformats.org/officeDocument/2006/relationships/image" Target="../media/image25.png"/><Relationship Id="rId6" Type="http://schemas.openxmlformats.org/officeDocument/2006/relationships/image" Target="../media/image15.png"/><Relationship Id="rId7" Type="http://schemas.openxmlformats.org/officeDocument/2006/relationships/image" Target="../media/image23.png"/><Relationship Id="rId8"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3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29.png"/><Relationship Id="rId8"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{78CA7F79-8A00-4241-845A-D4E07F7970B9}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{78CA7F79-8A00-4241-845A-D4E07F7970B9}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{78CA7F79-8A00-4241-845A-D4E07F7970B9}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{78CA7F79-8A00-4241-845A-D4E07F7970B9}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{78CA7F79-8A00-4241-845A-D4E07F7970B9}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{78CA7F79-8A00-4241-845A-D4E07F7970B9}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