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99EF5FB-BB30-4E55-B11A-AAA520FF901D}">
  <a:tblStyle styleId="{A99EF5FB-BB30-4E55-B11A-AAA520FF901D}"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6.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3.png"/><Relationship Id="rId6" Type="http://schemas.openxmlformats.org/officeDocument/2006/relationships/image" Target="../media/image10.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23.png"/><Relationship Id="rId7" Type="http://schemas.openxmlformats.org/officeDocument/2006/relationships/image" Target="../media/image25.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{A99EF5FB-BB30-4E55-B11A-AAA520FF901D}</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{A99EF5FB-BB30-4E55-B11A-AAA520FF901D}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{A99EF5FB-BB30-4E55-B11A-AAA520FF901D}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{A99EF5FB-BB30-4E55-B11A-AAA520FF901D}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{A99EF5FB-BB30-4E55-B11A-AAA520FF901D}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{A99EF5FB-BB30-4E55-B11A-AAA520FF901D}</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