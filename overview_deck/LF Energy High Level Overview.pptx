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B8D10C9-63EE-42E7-9B6B-D9FF4769300C}">
  <a:tblStyle styleId="{6B8D10C9-63EE-42E7-9B6B-D9FF4769300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35.png"/><Relationship Id="rId7" Type="http://schemas.openxmlformats.org/officeDocument/2006/relationships/image" Target="../media/image27.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3.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{6B8D10C9-63EE-42E7-9B6B-D9FF4769300C}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{6B8D10C9-63EE-42E7-9B6B-D9FF4769300C}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{6B8D10C9-63EE-42E7-9B6B-D9FF4769300C}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{6B8D10C9-63EE-42E7-9B6B-D9FF4769300C}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{6B8D10C9-63EE-42E7-9B6B-D9FF4769300C}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{6B8D10C9-63EE-42E7-9B6B-D9FF4769300C}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