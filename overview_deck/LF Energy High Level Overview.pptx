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2DF6AFC-3C68-4948-8565-01B62AB4916D}">
  <a:tblStyle styleId="{72DF6AFC-3C68-4948-8565-01B62AB4916D}"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34.png"/><Relationship Id="rId4" Type="http://schemas.openxmlformats.org/officeDocument/2006/relationships/image" Target="../media/image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6.png"/><Relationship Id="rId6" Type="http://schemas.openxmlformats.org/officeDocument/2006/relationships/image" Target="../media/image35.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4.png"/><Relationship Id="rId5" Type="http://schemas.openxmlformats.org/officeDocument/2006/relationships/image" Target="../media/image18.png"/><Relationship Id="rId6" Type="http://schemas.openxmlformats.org/officeDocument/2006/relationships/image" Target="../media/image25.png"/><Relationship Id="rId7" Type="http://schemas.openxmlformats.org/officeDocument/2006/relationships/image" Target="../media/image17.png"/><Relationship Id="rId8" Type="http://schemas.openxmlformats.org/officeDocument/2006/relationships/image" Target="../media/image2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6.png"/><Relationship Id="rId5" Type="http://schemas.openxmlformats.org/officeDocument/2006/relationships/hyperlink" Target="mailto:membership@lfenergy.org" TargetMode="External"/><Relationship Id="rId6" Type="http://schemas.openxmlformats.org/officeDocument/2006/relationships/image" Target="../media/image29.png"/><Relationship Id="rId7" Type="http://schemas.openxmlformats.org/officeDocument/2006/relationships/image" Target="../media/image31.png"/><Relationship Id="rId8"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{72DF6AFC-3C68-4948-8565-01B62AB4916D}</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{72DF6AFC-3C68-4948-8565-01B62AB4916D}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{72DF6AFC-3C68-4948-8565-01B62AB4916D}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{72DF6AFC-3C68-4948-8565-01B62AB4916D}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{72DF6AFC-3C68-4948-8565-01B62AB4916D}</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{72DF6AFC-3C68-4948-8565-01B62AB4916D}</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