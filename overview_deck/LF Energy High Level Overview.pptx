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62D59AC-B552-4475-B42D-0F1F6A6BA9A4}">
  <a:tblStyle styleId="{062D59AC-B552-4475-B42D-0F1F6A6BA9A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28.png"/><Relationship Id="rId5" Type="http://schemas.openxmlformats.org/officeDocument/2006/relationships/image" Target="../media/image18.png"/><Relationship Id="rId6" Type="http://schemas.openxmlformats.org/officeDocument/2006/relationships/image" Target="../media/image32.png"/><Relationship Id="rId7"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1.png"/><Relationship Id="rId5" Type="http://schemas.openxmlformats.org/officeDocument/2006/relationships/image" Target="../media/image24.png"/><Relationship Id="rId6" Type="http://schemas.openxmlformats.org/officeDocument/2006/relationships/image" Target="../media/image34.png"/><Relationship Id="rId7" Type="http://schemas.openxmlformats.org/officeDocument/2006/relationships/image" Target="../media/image25.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3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{062D59AC-B552-4475-B42D-0F1F6A6BA9A4}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{062D59AC-B552-4475-B42D-0F1F6A6BA9A4}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{062D59AC-B552-4475-B42D-0F1F6A6BA9A4}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{062D59AC-B552-4475-B42D-0F1F6A6BA9A4}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{062D59AC-B552-4475-B42D-0F1F6A6BA9A4}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{062D59AC-B552-4475-B42D-0F1F6A6BA9A4}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