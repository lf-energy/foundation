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E93AFCB-CE41-4904-A3B4-622FDDF35B7C}">
  <a:tblStyle styleId="{4E93AFCB-CE41-4904-A3B4-622FDDF35B7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33.png"/><Relationship Id="rId6" Type="http://schemas.openxmlformats.org/officeDocument/2006/relationships/image" Target="../media/image30.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24.png"/><Relationship Id="rId7" Type="http://schemas.openxmlformats.org/officeDocument/2006/relationships/image" Target="../media/image21.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8.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{4E93AFCB-CE41-4904-A3B4-622FDDF35B7C}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{4E93AFCB-CE41-4904-A3B4-622FDDF35B7C}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{4E93AFCB-CE41-4904-A3B4-622FDDF35B7C}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{4E93AFCB-CE41-4904-A3B4-622FDDF35B7C}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{4E93AFCB-CE41-4904-A3B4-622FDDF35B7C}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{4E93AFCB-CE41-4904-A3B4-622FDDF35B7C}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