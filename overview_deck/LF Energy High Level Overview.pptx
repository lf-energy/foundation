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FFCC2A0-FE19-463C-B21C-48441FC79E0C}">
  <a:tblStyle styleId="{BFFCC2A0-FE19-463C-B21C-48441FC79E0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2.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13.png"/><Relationship Id="rId6" Type="http://schemas.openxmlformats.org/officeDocument/2006/relationships/image" Target="../media/image10.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22.png"/><Relationship Id="rId7" Type="http://schemas.openxmlformats.org/officeDocument/2006/relationships/image" Target="../media/image18.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{BFFCC2A0-FE19-463C-B21C-48441FC79E0C}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{BFFCC2A0-FE19-463C-B21C-48441FC79E0C}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{BFFCC2A0-FE19-463C-B21C-48441FC79E0C}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{BFFCC2A0-FE19-463C-B21C-48441FC79E0C}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{BFFCC2A0-FE19-463C-B21C-48441FC79E0C}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{BFFCC2A0-FE19-463C-B21C-48441FC79E0C}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