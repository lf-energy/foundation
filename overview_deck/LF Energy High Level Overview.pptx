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D664B82-0D84-4530-8F7F-E16A540A8586}">
  <a:tblStyle styleId="{5D664B82-0D84-4530-8F7F-E16A540A858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23.png"/><Relationship Id="rId6" Type="http://schemas.openxmlformats.org/officeDocument/2006/relationships/image" Target="../media/image9.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1.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{5D664B82-0D84-4530-8F7F-E16A540A8586}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{5D664B82-0D84-4530-8F7F-E16A540A8586}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{5D664B82-0D84-4530-8F7F-E16A540A8586}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{5D664B82-0D84-4530-8F7F-E16A540A8586}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{5D664B82-0D84-4530-8F7F-E16A540A8586}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{5D664B82-0D84-4530-8F7F-E16A540A8586}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