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6E5ADE8E-6630-4EA3-99C8-5FA4D6AC2806}">
  <a:tblStyle styleId="{6E5ADE8E-6630-4EA3-99C8-5FA4D6AC2806}"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5.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9.png"/><Relationship Id="rId4"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27.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9.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5.png"/><Relationship Id="rId4" Type="http://schemas.openxmlformats.org/officeDocument/2006/relationships/image" Target="../media/image17.png"/><Relationship Id="rId5" Type="http://schemas.openxmlformats.org/officeDocument/2006/relationships/image" Target="../media/image24.png"/><Relationship Id="rId6" Type="http://schemas.openxmlformats.org/officeDocument/2006/relationships/image" Target="../media/image20.png"/><Relationship Id="rId7"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9.png"/><Relationship Id="rId4" Type="http://schemas.openxmlformats.org/officeDocument/2006/relationships/image" Target="../media/image23.png"/><Relationship Id="rId5" Type="http://schemas.openxmlformats.org/officeDocument/2006/relationships/image" Target="../media/image26.png"/><Relationship Id="rId6" Type="http://schemas.openxmlformats.org/officeDocument/2006/relationships/image" Target="../media/image28.png"/><Relationship Id="rId7" Type="http://schemas.openxmlformats.org/officeDocument/2006/relationships/image" Target="../media/image35.png"/><Relationship Id="rId8" Type="http://schemas.openxmlformats.org/officeDocument/2006/relationships/image" Target="../media/image3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8.png"/><Relationship Id="rId5" Type="http://schemas.openxmlformats.org/officeDocument/2006/relationships/hyperlink" Target="mailto:membership@lfenergy.org" TargetMode="External"/><Relationship Id="rId6" Type="http://schemas.openxmlformats.org/officeDocument/2006/relationships/image" Target="../media/image33.png"/><Relationship Id="rId7" Type="http://schemas.openxmlformats.org/officeDocument/2006/relationships/image" Target="../media/image34.png"/><Relationship Id="rId8" Type="http://schemas.openxmlformats.org/officeDocument/2006/relationships/image" Target="../media/image3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{6E5ADE8E-6630-4EA3-99C8-5FA4D6AC2806}</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{6E5ADE8E-6630-4EA3-99C8-5FA4D6AC2806}</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{6E5ADE8E-6630-4EA3-99C8-5FA4D6AC2806}</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{6E5ADE8E-6630-4EA3-99C8-5FA4D6AC2806}</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{6E5ADE8E-6630-4EA3-99C8-5FA4D6AC2806}</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{6E5ADE8E-6630-4EA3-99C8-5FA4D6AC2806}</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