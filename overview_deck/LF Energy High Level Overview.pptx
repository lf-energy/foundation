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9088218-25D2-4562-8BF4-D656BFE5B352}">
  <a:tblStyle styleId="{39088218-25D2-4562-8BF4-D656BFE5B35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1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26.png"/><Relationship Id="rId5" Type="http://schemas.openxmlformats.org/officeDocument/2006/relationships/image" Target="../media/image34.png"/><Relationship Id="rId6" Type="http://schemas.openxmlformats.org/officeDocument/2006/relationships/image" Target="../media/image16.png"/><Relationship Id="rId7"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2.png"/><Relationship Id="rId5" Type="http://schemas.openxmlformats.org/officeDocument/2006/relationships/image" Target="../media/image31.png"/><Relationship Id="rId6" Type="http://schemas.openxmlformats.org/officeDocument/2006/relationships/image" Target="../media/image29.png"/><Relationship Id="rId7" Type="http://schemas.openxmlformats.org/officeDocument/2006/relationships/image" Target="../media/image18.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39.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{39088218-25D2-4562-8BF4-D656BFE5B352}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{39088218-25D2-4562-8BF4-D656BFE5B352}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{39088218-25D2-4562-8BF4-D656BFE5B352}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{39088218-25D2-4562-8BF4-D656BFE5B352}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{39088218-25D2-4562-8BF4-D656BFE5B352}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{39088218-25D2-4562-8BF4-D656BFE5B352}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