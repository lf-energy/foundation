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55D87D-01EB-44F1-8FB5-D73D399F89C3}">
  <a:tblStyle styleId="{5055D87D-01EB-44F1-8FB5-D73D399F89C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7.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{5055D87D-01EB-44F1-8FB5-D73D399F89C3}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{5055D87D-01EB-44F1-8FB5-D73D399F89C3}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{5055D87D-01EB-44F1-8FB5-D73D399F89C3}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{5055D87D-01EB-44F1-8FB5-D73D399F89C3}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{5055D87D-01EB-44F1-8FB5-D73D399F89C3}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{5055D87D-01EB-44F1-8FB5-D73D399F89C3}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