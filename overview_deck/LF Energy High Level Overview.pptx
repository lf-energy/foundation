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DEA0249-7DC8-44A4-83F6-F890911F1D76}">
  <a:tblStyle styleId="{7DEA0249-7DC8-44A4-83F6-F890911F1D7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19.png"/><Relationship Id="rId7" Type="http://schemas.openxmlformats.org/officeDocument/2006/relationships/image" Target="../media/image29.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{7DEA0249-7DC8-44A4-83F6-F890911F1D76}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{7DEA0249-7DC8-44A4-83F6-F890911F1D76}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{7DEA0249-7DC8-44A4-83F6-F890911F1D76}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{7DEA0249-7DC8-44A4-83F6-F890911F1D76}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{7DEA0249-7DC8-44A4-83F6-F890911F1D76}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{7DEA0249-7DC8-44A4-83F6-F890911F1D76}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