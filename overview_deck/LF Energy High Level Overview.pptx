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EF41BEE-268C-4A67-9A61-857A1ECA2566}">
  <a:tblStyle styleId="{2EF41BEE-268C-4A67-9A61-857A1ECA256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20.png"/><Relationship Id="rId6" Type="http://schemas.openxmlformats.org/officeDocument/2006/relationships/image" Target="../media/image13.png"/><Relationship Id="rId7" Type="http://schemas.openxmlformats.org/officeDocument/2006/relationships/image" Target="../media/image2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3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35.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1.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{2EF41BEE-268C-4A67-9A61-857A1ECA2566}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{2EF41BEE-268C-4A67-9A61-857A1ECA2566}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{2EF41BEE-268C-4A67-9A61-857A1ECA2566}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{2EF41BEE-268C-4A67-9A61-857A1ECA2566}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{2EF41BEE-268C-4A67-9A61-857A1ECA2566}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{2EF41BEE-268C-4A67-9A61-857A1ECA2566}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