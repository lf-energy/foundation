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CF06BBC-EA2E-435E-B43B-C4AFDB318BD6}">
  <a:tblStyle styleId="{ACF06BBC-EA2E-435E-B43B-C4AFDB318BD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28.png"/><Relationship Id="rId5" Type="http://schemas.openxmlformats.org/officeDocument/2006/relationships/image" Target="../media/image15.png"/><Relationship Id="rId6" Type="http://schemas.openxmlformats.org/officeDocument/2006/relationships/image" Target="../media/image26.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16.png"/><Relationship Id="rId6" Type="http://schemas.openxmlformats.org/officeDocument/2006/relationships/image" Target="../media/image21.png"/><Relationship Id="rId7" Type="http://schemas.openxmlformats.org/officeDocument/2006/relationships/image" Target="../media/image37.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1.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{ACF06BBC-EA2E-435E-B43B-C4AFDB318BD6}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{ACF06BBC-EA2E-435E-B43B-C4AFDB318BD6}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{ACF06BBC-EA2E-435E-B43B-C4AFDB318BD6}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{ACF06BBC-EA2E-435E-B43B-C4AFDB318BD6}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{ACF06BBC-EA2E-435E-B43B-C4AFDB318BD6}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{ACF06BBC-EA2E-435E-B43B-C4AFDB318BD6}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