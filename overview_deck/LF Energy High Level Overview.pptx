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9145D0C-FFB7-4329-9AD6-17DDB7A5F2BF}">
  <a:tblStyle styleId="{E9145D0C-FFB7-4329-9AD6-17DDB7A5F2B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1.png"/><Relationship Id="rId6" Type="http://schemas.openxmlformats.org/officeDocument/2006/relationships/image" Target="../media/image23.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7.png"/><Relationship Id="rId7" Type="http://schemas.openxmlformats.org/officeDocument/2006/relationships/image" Target="../media/image36.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{E9145D0C-FFB7-4329-9AD6-17DDB7A5F2BF}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{E9145D0C-FFB7-4329-9AD6-17DDB7A5F2BF}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{E9145D0C-FFB7-4329-9AD6-17DDB7A5F2BF}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{E9145D0C-FFB7-4329-9AD6-17DDB7A5F2BF}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{E9145D0C-FFB7-4329-9AD6-17DDB7A5F2BF}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{E9145D0C-FFB7-4329-9AD6-17DDB7A5F2BF}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