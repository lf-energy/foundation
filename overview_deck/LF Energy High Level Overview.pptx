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AC9365D-00CD-4125-976C-CE6B70115B59}">
  <a:tblStyle styleId="{DAC9365D-00CD-4125-976C-CE6B70115B5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4.png"/><Relationship Id="rId6" Type="http://schemas.openxmlformats.org/officeDocument/2006/relationships/image" Target="../media/image21.png"/><Relationship Id="rId7" Type="http://schemas.openxmlformats.org/officeDocument/2006/relationships/image" Target="../media/image19.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0.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{DAC9365D-00CD-4125-976C-CE6B70115B59}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{DAC9365D-00CD-4125-976C-CE6B70115B59}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{DAC9365D-00CD-4125-976C-CE6B70115B59}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{DAC9365D-00CD-4125-976C-CE6B70115B59}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{DAC9365D-00CD-4125-976C-CE6B70115B59}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{DAC9365D-00CD-4125-976C-CE6B70115B59}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