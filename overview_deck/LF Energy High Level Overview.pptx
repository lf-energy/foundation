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C4AA444-EC47-4A99-B93C-6C587F4C46CE}">
  <a:tblStyle styleId="{4C4AA444-EC47-4A99-B93C-6C587F4C46C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0.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3.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9.png"/><Relationship Id="rId8"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29.png"/><Relationship Id="rId7" Type="http://schemas.openxmlformats.org/officeDocument/2006/relationships/image" Target="../media/image28.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{4C4AA444-EC47-4A99-B93C-6C587F4C46CE}</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{4C4AA444-EC47-4A99-B93C-6C587F4C46CE}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{4C4AA444-EC47-4A99-B93C-6C587F4C46CE}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{4C4AA444-EC47-4A99-B93C-6C587F4C46CE}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{4C4AA444-EC47-4A99-B93C-6C587F4C46CE}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{4C4AA444-EC47-4A99-B93C-6C587F4C46CE}</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