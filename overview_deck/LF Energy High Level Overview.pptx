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0A0B1D36-AC9A-444D-8C0F-6343025B33BB}">
  <a:tblStyle styleId="{0A0B1D36-AC9A-444D-8C0F-6343025B33BB}"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1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8.png"/><Relationship Id="rId4" Type="http://schemas.openxmlformats.org/officeDocument/2006/relationships/image" Target="../media/image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1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3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7.png"/><Relationship Id="rId4" Type="http://schemas.openxmlformats.org/officeDocument/2006/relationships/image" Target="../media/image30.png"/><Relationship Id="rId5" Type="http://schemas.openxmlformats.org/officeDocument/2006/relationships/image" Target="../media/image29.png"/><Relationship Id="rId6" Type="http://schemas.openxmlformats.org/officeDocument/2006/relationships/image" Target="../media/image31.png"/><Relationship Id="rId7"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5.png"/><Relationship Id="rId4" Type="http://schemas.openxmlformats.org/officeDocument/2006/relationships/image" Target="../media/image24.png"/><Relationship Id="rId5" Type="http://schemas.openxmlformats.org/officeDocument/2006/relationships/image" Target="../media/image16.png"/><Relationship Id="rId6" Type="http://schemas.openxmlformats.org/officeDocument/2006/relationships/image" Target="../media/image23.png"/><Relationship Id="rId7" Type="http://schemas.openxmlformats.org/officeDocument/2006/relationships/image" Target="../media/image14.png"/><Relationship Id="rId8" Type="http://schemas.openxmlformats.org/officeDocument/2006/relationships/image" Target="../media/image2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9.png"/><Relationship Id="rId5" Type="http://schemas.openxmlformats.org/officeDocument/2006/relationships/hyperlink" Target="mailto:membership@lfenergy.org" TargetMode="External"/><Relationship Id="rId6" Type="http://schemas.openxmlformats.org/officeDocument/2006/relationships/image" Target="../media/image22.png"/><Relationship Id="rId7" Type="http://schemas.openxmlformats.org/officeDocument/2006/relationships/image" Target="../media/image36.png"/><Relationship Id="rId8"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{0A0B1D36-AC9A-444D-8C0F-6343025B33BB}</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{0A0B1D36-AC9A-444D-8C0F-6343025B33BB}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{0A0B1D36-AC9A-444D-8C0F-6343025B33BB}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{0A0B1D36-AC9A-444D-8C0F-6343025B33BB}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{0A0B1D36-AC9A-444D-8C0F-6343025B33BB}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{0A0B1D36-AC9A-444D-8C0F-6343025B33BB}</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