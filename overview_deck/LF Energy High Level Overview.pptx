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D3E67DC-7664-4D72-9394-26F2834BD407}">
  <a:tblStyle styleId="{8D3E67DC-7664-4D72-9394-26F2834BD40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6.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image" Target="../media/image18.png"/><Relationship Id="rId7" Type="http://schemas.openxmlformats.org/officeDocument/2006/relationships/image" Target="../media/image21.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9.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{8D3E67DC-7664-4D72-9394-26F2834BD407}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{8D3E67DC-7664-4D72-9394-26F2834BD407}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{8D3E67DC-7664-4D72-9394-26F2834BD407}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{8D3E67DC-7664-4D72-9394-26F2834BD407}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{8D3E67DC-7664-4D72-9394-26F2834BD407}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{8D3E67DC-7664-4D72-9394-26F2834BD407}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