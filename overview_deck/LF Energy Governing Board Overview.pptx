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1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2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2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png"/><Relationship Id="rId3" Type="http://schemas.openxmlformats.org/officeDocument/2006/relationships/image" Target="../media/image33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png"/><Relationship Id="rId3" Type="http://schemas.openxmlformats.org/officeDocument/2006/relationships/image" Target="../media/image33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24.png"/><Relationship Id="rId4" Type="http://schemas.openxmlformats.org/officeDocument/2006/relationships/image" Target="../media/image33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Relationship Id="rId3" Type="http://schemas.openxmlformats.org/officeDocument/2006/relationships/image" Target="../media/image33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Relationship Id="rId3" Type="http://schemas.openxmlformats.org/officeDocument/2006/relationships/image" Target="../media/image33.png"/><Relationship Id="rId4" Type="http://schemas.openxmlformats.org/officeDocument/2006/relationships/image" Target="../media/image27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png"/><Relationship Id="rId3" Type="http://schemas.openxmlformats.org/officeDocument/2006/relationships/image" Target="../media/image33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Relationship Id="rId3" Type="http://schemas.openxmlformats.org/officeDocument/2006/relationships/image" Target="../media/image24.png"/><Relationship Id="rId4" Type="http://schemas.openxmlformats.org/officeDocument/2006/relationships/image" Target="../media/image40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png"/><Relationship Id="rId3" Type="http://schemas.openxmlformats.org/officeDocument/2006/relationships/image" Target="../media/image33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Relationship Id="rId3" Type="http://schemas.openxmlformats.org/officeDocument/2006/relationships/image" Target="../media/image12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12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2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5.png"/><Relationship Id="rId3" Type="http://schemas.openxmlformats.org/officeDocument/2006/relationships/image" Target="../media/image43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7.png"/><Relationship Id="rId3" Type="http://schemas.openxmlformats.org/officeDocument/2006/relationships/image" Target="../media/image57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7.png"/><Relationship Id="rId3" Type="http://schemas.openxmlformats.org/officeDocument/2006/relationships/image" Target="../media/image4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7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5.png"/><Relationship Id="rId3" Type="http://schemas.openxmlformats.org/officeDocument/2006/relationships/image" Target="../media/image61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7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4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8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7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64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8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9.png"/><Relationship Id="rId3" Type="http://schemas.openxmlformats.org/officeDocument/2006/relationships/image" Target="../media/image12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12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12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9.png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1.png"/><Relationship Id="rId3" Type="http://schemas.openxmlformats.org/officeDocument/2006/relationships/image" Target="../media/image76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66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78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0.png"/><Relationship Id="rId3" Type="http://schemas.openxmlformats.org/officeDocument/2006/relationships/image" Target="../media/image66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3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4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3.png"/><Relationship Id="rId4" Type="http://schemas.openxmlformats.org/officeDocument/2006/relationships/image" Target="../media/image86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5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2.jpg"/><Relationship Id="rId8" Type="http://schemas.openxmlformats.org/officeDocument/2006/relationships/image" Target="../media/image74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9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