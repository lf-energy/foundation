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36.png"/><Relationship Id="rId4" Type="http://schemas.openxmlformats.org/officeDocument/2006/relationships/image" Target="../media/image2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36.png"/><Relationship Id="rId4" Type="http://schemas.openxmlformats.org/officeDocument/2006/relationships/image" Target="../media/image3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5.png"/><Relationship Id="rId3" Type="http://schemas.openxmlformats.org/officeDocument/2006/relationships/image" Target="../media/image4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7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4.png"/><Relationship Id="rId3" Type="http://schemas.openxmlformats.org/officeDocument/2006/relationships/image" Target="../media/image6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9.png"/><Relationship Id="rId3" Type="http://schemas.openxmlformats.org/officeDocument/2006/relationships/image" Target="../media/image61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6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png"/><Relationship Id="rId3" Type="http://schemas.openxmlformats.org/officeDocument/2006/relationships/image" Target="../media/image6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2.png"/><Relationship Id="rId4" Type="http://schemas.openxmlformats.org/officeDocument/2006/relationships/image" Target="../media/image8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3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79.jpg"/><Relationship Id="rId8" Type="http://schemas.openxmlformats.org/officeDocument/2006/relationships/image" Target="../media/image70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8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