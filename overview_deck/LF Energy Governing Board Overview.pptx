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2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25.png"/><Relationship Id="rId4" Type="http://schemas.openxmlformats.org/officeDocument/2006/relationships/image" Target="../media/image17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1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17.png"/><Relationship Id="rId4" Type="http://schemas.openxmlformats.org/officeDocument/2006/relationships/image" Target="../media/image3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Relationship Id="rId3" Type="http://schemas.openxmlformats.org/officeDocument/2006/relationships/image" Target="../media/image25.png"/><Relationship Id="rId4" Type="http://schemas.openxmlformats.org/officeDocument/2006/relationships/image" Target="../media/image30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56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49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3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2.png"/><Relationship Id="rId3" Type="http://schemas.openxmlformats.org/officeDocument/2006/relationships/image" Target="../media/image60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8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0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0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8.png"/><Relationship Id="rId3" Type="http://schemas.openxmlformats.org/officeDocument/2006/relationships/image" Target="../media/image72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71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5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9.png"/><Relationship Id="rId3" Type="http://schemas.openxmlformats.org/officeDocument/2006/relationships/image" Target="../media/image71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1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2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6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7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5.jpg"/><Relationship Id="rId8" Type="http://schemas.openxmlformats.org/officeDocument/2006/relationships/image" Target="../media/image84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9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