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0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Relationship Id="rId4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50.png"/><Relationship Id="rId4" Type="http://schemas.openxmlformats.org/officeDocument/2006/relationships/image" Target="../media/image5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5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4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7.jpg"/><Relationship Id="rId8" Type="http://schemas.openxmlformats.org/officeDocument/2006/relationships/image" Target="../media/image77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