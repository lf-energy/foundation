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5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60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16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16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60.png"/><Relationship Id="rId4" Type="http://schemas.openxmlformats.org/officeDocument/2006/relationships/image" Target="../media/image16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Relationship Id="rId3" Type="http://schemas.openxmlformats.org/officeDocument/2006/relationships/image" Target="../media/image16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Relationship Id="rId3" Type="http://schemas.openxmlformats.org/officeDocument/2006/relationships/image" Target="../media/image16.png"/><Relationship Id="rId4" Type="http://schemas.openxmlformats.org/officeDocument/2006/relationships/image" Target="../media/image24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16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60.png"/><Relationship Id="rId4" Type="http://schemas.openxmlformats.org/officeDocument/2006/relationships/image" Target="../media/image35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16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5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5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8.png"/><Relationship Id="rId3" Type="http://schemas.openxmlformats.org/officeDocument/2006/relationships/image" Target="../media/image57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8.png"/><Relationship Id="rId3" Type="http://schemas.openxmlformats.org/officeDocument/2006/relationships/image" Target="../media/image1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8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4.png"/><Relationship Id="rId3" Type="http://schemas.openxmlformats.org/officeDocument/2006/relationships/image" Target="../media/image63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7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3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8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3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5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Relationship Id="rId3" Type="http://schemas.openxmlformats.org/officeDocument/2006/relationships/image" Target="../media/image5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5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9.png"/><Relationship Id="rId3" Type="http://schemas.openxmlformats.org/officeDocument/2006/relationships/image" Target="../media/image77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66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78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Relationship Id="rId3" Type="http://schemas.openxmlformats.org/officeDocument/2006/relationships/image" Target="../media/image66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1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4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6.png"/><Relationship Id="rId4" Type="http://schemas.openxmlformats.org/officeDocument/2006/relationships/image" Target="../media/image8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2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0.jpg"/><Relationship Id="rId8" Type="http://schemas.openxmlformats.org/officeDocument/2006/relationships/image" Target="../media/image74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8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