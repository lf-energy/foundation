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4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19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9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9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9.png"/><Relationship Id="rId4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Relationship Id="rId3" Type="http://schemas.openxmlformats.org/officeDocument/2006/relationships/image" Target="../media/image2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2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2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Relationship Id="rId3" Type="http://schemas.openxmlformats.org/officeDocument/2006/relationships/image" Target="../media/image24.png"/><Relationship Id="rId4" Type="http://schemas.openxmlformats.org/officeDocument/2006/relationships/image" Target="../media/image12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png"/><Relationship Id="rId3" Type="http://schemas.openxmlformats.org/officeDocument/2006/relationships/image" Target="../media/image12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png"/><Relationship Id="rId3" Type="http://schemas.openxmlformats.org/officeDocument/2006/relationships/image" Target="../media/image12.png"/><Relationship Id="rId4" Type="http://schemas.openxmlformats.org/officeDocument/2006/relationships/image" Target="../media/image37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2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Relationship Id="rId3" Type="http://schemas.openxmlformats.org/officeDocument/2006/relationships/image" Target="../media/image24.png"/><Relationship Id="rId4" Type="http://schemas.openxmlformats.org/officeDocument/2006/relationships/image" Target="../media/image43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2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19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9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9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9.png"/><Relationship Id="rId4" Type="http://schemas.openxmlformats.org/officeDocument/2006/relationships/image" Target="../media/image2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5.png"/><Relationship Id="rId3" Type="http://schemas.openxmlformats.org/officeDocument/2006/relationships/image" Target="../media/image54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4.png"/><Relationship Id="rId3" Type="http://schemas.openxmlformats.org/officeDocument/2006/relationships/image" Target="../media/image70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4.png"/><Relationship Id="rId3" Type="http://schemas.openxmlformats.org/officeDocument/2006/relationships/image" Target="../media/image2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6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7.png"/><Relationship Id="rId3" Type="http://schemas.openxmlformats.org/officeDocument/2006/relationships/image" Target="../media/image56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9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4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2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4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77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3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19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9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19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9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9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9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19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9.png"/><Relationship Id="rId4" Type="http://schemas.openxmlformats.org/officeDocument/2006/relationships/image" Target="../media/image2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9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0.png"/><Relationship Id="rId3" Type="http://schemas.openxmlformats.org/officeDocument/2006/relationships/image" Target="../media/image61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78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74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9.png"/><Relationship Id="rId3" Type="http://schemas.openxmlformats.org/officeDocument/2006/relationships/image" Target="../media/image78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0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4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2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3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0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5.png"/><Relationship Id="rId4" Type="http://schemas.openxmlformats.org/officeDocument/2006/relationships/image" Target="../media/image87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8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2.jpg"/><Relationship Id="rId8" Type="http://schemas.openxmlformats.org/officeDocument/2006/relationships/image" Target="../media/image76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6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