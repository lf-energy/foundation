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2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42.png"/><Relationship Id="rId4" Type="http://schemas.openxmlformats.org/officeDocument/2006/relationships/image" Target="../media/image1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Relationship Id="rId3" Type="http://schemas.openxmlformats.org/officeDocument/2006/relationships/image" Target="../media/image42.png"/><Relationship Id="rId4" Type="http://schemas.openxmlformats.org/officeDocument/2006/relationships/image" Target="../media/image31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2.png"/><Relationship Id="rId3" Type="http://schemas.openxmlformats.org/officeDocument/2006/relationships/image" Target="../media/image81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51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39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Relationship Id="rId3" Type="http://schemas.openxmlformats.org/officeDocument/2006/relationships/image" Target="../media/image6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7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1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4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0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