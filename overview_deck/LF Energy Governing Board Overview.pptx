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46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27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27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46.png"/><Relationship Id="rId4" Type="http://schemas.openxmlformats.org/officeDocument/2006/relationships/image" Target="../media/image27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27.png"/><Relationship Id="rId4" Type="http://schemas.openxmlformats.org/officeDocument/2006/relationships/image" Target="../media/image24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27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8.png"/><Relationship Id="rId3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Relationship Id="rId3" Type="http://schemas.openxmlformats.org/officeDocument/2006/relationships/image" Target="../media/image27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4.png"/><Relationship Id="rId3" Type="http://schemas.openxmlformats.org/officeDocument/2006/relationships/image" Target="../media/image4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5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image" Target="../media/image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7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6.png"/><Relationship Id="rId3" Type="http://schemas.openxmlformats.org/officeDocument/2006/relationships/image" Target="../media/image55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9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5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78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4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Relationship Id="rId3" Type="http://schemas.openxmlformats.org/officeDocument/2006/relationships/image" Target="../media/image65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Relationship Id="rId3" Type="http://schemas.openxmlformats.org/officeDocument/2006/relationships/image" Target="../media/image66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69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1.png"/><Relationship Id="rId3" Type="http://schemas.openxmlformats.org/officeDocument/2006/relationships/image" Target="../media/image66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7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3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2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5.png"/><Relationship Id="rId4" Type="http://schemas.openxmlformats.org/officeDocument/2006/relationships/image" Target="../media/image8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6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4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7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