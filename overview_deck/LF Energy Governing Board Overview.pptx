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39" r:id="rId4"/>
    <p:sldMasterId id="2147483740" r:id="rId5"/>
    <p:sldMasterId id="214748374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11" Type="http://schemas.openxmlformats.org/officeDocument/2006/relationships/slide" Target="slides/slide4.xml"/><Relationship Id="rId33" Type="http://schemas.openxmlformats.org/officeDocument/2006/relationships/slide" Target="slides/slide26.xml"/><Relationship Id="rId10" Type="http://schemas.openxmlformats.org/officeDocument/2006/relationships/slide" Target="slides/slide3.xml"/><Relationship Id="rId32" Type="http://schemas.openxmlformats.org/officeDocument/2006/relationships/slide" Target="slides/slide25.xml"/><Relationship Id="rId13" Type="http://schemas.openxmlformats.org/officeDocument/2006/relationships/slide" Target="slides/slide6.xml"/><Relationship Id="rId35" Type="http://schemas.openxmlformats.org/officeDocument/2006/relationships/slide" Target="slides/slide28.xml"/><Relationship Id="rId12" Type="http://schemas.openxmlformats.org/officeDocument/2006/relationships/slide" Target="slides/slide5.xml"/><Relationship Id="rId34" Type="http://schemas.openxmlformats.org/officeDocument/2006/relationships/slide" Target="slides/slide27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36" Type="http://schemas.openxmlformats.org/officeDocument/2006/relationships/slide" Target="slides/slide29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lf-energy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2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4" name="Google Shape;55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9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5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g3063cad80a5_0_1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7" name="Google Shape;567;g3063cad80a5_0_1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g3063cad80a5_0_5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3" name="Google Shape;573;g3063cad80a5_0_51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Source: 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</a:t>
            </a:r>
            <a:r>
              <a:rPr lang="en"/>
              <a:t> </a:t>
            </a:r>
            <a:endParaRPr/>
          </a:p>
        </p:txBody>
      </p:sp>
      <p:sp>
        <p:nvSpPr>
          <p:cNvPr id="574" name="Google Shape;574;g3063cad80a5_0_51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0" name="Google Shape;580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5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g3063cad80a5_0_87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7" name="Google Shape;587;g3063cad80a5_0_87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8" name="Google Shape;588;g3063cad80a5_0_87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0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2" name="Google Shape;61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7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3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5" name="Google Shape;625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0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2" name="Google Shape;632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7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g26afaf563bb_2_3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9" name="Google Shape;639;g26afaf563bb_2_3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4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6" name="Google Shape;646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2" name="Google Shape;652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7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3063cad80a5_0_12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9" name="Google Shape;659;g3063cad80a5_0_123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u="sng">
                <a:solidFill>
                  <a:srgbClr val="2200CC"/>
                </a:solidFill>
                <a:latin typeface="Arial"/>
                <a:ea typeface="Arial"/>
                <a:cs typeface="Arial"/>
                <a:sym typeface="Arial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https://jmertic.github.io/committee-gallery/lf-energy-foundation-governing-board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latin typeface="Arial"/>
                <a:ea typeface="Arial"/>
                <a:cs typeface="Arial"/>
                <a:sym typeface="Arial"/>
              </a:rPr>
              <a:t>Zoom to fit</a:t>
            </a:r>
            <a:endParaRPr/>
          </a:p>
        </p:txBody>
      </p:sp>
      <p:sp>
        <p:nvSpPr>
          <p:cNvPr id="660" name="Google Shape;660;g3063cad80a5_0_123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5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7" name="Google Shape;667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3" name="Google Shape;673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8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0" name="Google Shape;680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7" name="Google Shape;6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2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4" name="Google Shape;694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9" name="Shape 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1" name="Google Shape;701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7" name="Shape 7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Google Shape;708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9" name="Google Shape;709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3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Google Shape;714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5" name="Google Shape;715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0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2" name="Google Shape;722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Google Shape;728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9" name="Google Shape;729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3" name="Shape 7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Google Shape;734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5" name="Google Shape;735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0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Google Shape;741;g2e8fda0b16a_0_7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2" name="Google Shape;742;g2e8fda0b16a_0_7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e8fda0b16a_0_10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e8fda0b16a_0_10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8" name="Shape 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Google Shape;75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0" name="Google Shape;76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5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7" name="Google Shape;76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4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2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15.png"/><Relationship Id="rId4" Type="http://schemas.openxmlformats.org/officeDocument/2006/relationships/image" Target="../media/image4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7.png"/><Relationship Id="rId3" Type="http://schemas.openxmlformats.org/officeDocument/2006/relationships/image" Target="../media/image42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2.png"/><Relationship Id="rId3" Type="http://schemas.openxmlformats.org/officeDocument/2006/relationships/image" Target="../media/image30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2.png"/><Relationship Id="rId3" Type="http://schemas.openxmlformats.org/officeDocument/2006/relationships/image" Target="../media/image30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7.png"/><Relationship Id="rId3" Type="http://schemas.openxmlformats.org/officeDocument/2006/relationships/image" Target="../media/image42.png"/><Relationship Id="rId4" Type="http://schemas.openxmlformats.org/officeDocument/2006/relationships/image" Target="../media/image30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30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30.png"/><Relationship Id="rId4" Type="http://schemas.openxmlformats.org/officeDocument/2006/relationships/image" Target="../media/image23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2.png"/><Relationship Id="rId3" Type="http://schemas.openxmlformats.org/officeDocument/2006/relationships/image" Target="../media/image30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5.png"/><Relationship Id="rId3" Type="http://schemas.openxmlformats.org/officeDocument/2006/relationships/image" Target="../media/image42.png"/><Relationship Id="rId4" Type="http://schemas.openxmlformats.org/officeDocument/2006/relationships/image" Target="../media/image29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2.png"/><Relationship Id="rId3" Type="http://schemas.openxmlformats.org/officeDocument/2006/relationships/image" Target="../media/image30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2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4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2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15.png"/><Relationship Id="rId4" Type="http://schemas.openxmlformats.org/officeDocument/2006/relationships/image" Target="../media/image4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jp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0.png"/><Relationship Id="rId3" Type="http://schemas.openxmlformats.org/officeDocument/2006/relationships/image" Target="../media/image67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5.png"/><Relationship Id="rId3" Type="http://schemas.openxmlformats.org/officeDocument/2006/relationships/image" Target="../media/image54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5.png"/><Relationship Id="rId3" Type="http://schemas.openxmlformats.org/officeDocument/2006/relationships/image" Target="../media/image4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8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8.png"/><Relationship Id="rId3" Type="http://schemas.openxmlformats.org/officeDocument/2006/relationships/image" Target="../media/image51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2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8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4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5.png"/><Relationship Id="rId3" Type="http://schemas.openxmlformats.org/officeDocument/2006/relationships/hyperlink" Target="https://lfenergy.org/" TargetMode="External"/><Relationship Id="rId4" Type="http://schemas.openxmlformats.org/officeDocument/2006/relationships/hyperlink" Target="https://www.lfenergy.org/join/" TargetMode="External"/><Relationship Id="rId5" Type="http://schemas.openxmlformats.org/officeDocument/2006/relationships/hyperlink" Target="https://www.lfenergy.org/join/" TargetMode="External"/><Relationship Id="rId6" Type="http://schemas.openxmlformats.org/officeDocument/2006/relationships/hyperlink" Target="https://lists.lfenergy.org/" TargetMode="External"/><Relationship Id="rId7" Type="http://schemas.openxmlformats.org/officeDocument/2006/relationships/image" Target="../media/image71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9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2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4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5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2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15.png"/><Relationship Id="rId4" Type="http://schemas.openxmlformats.org/officeDocument/2006/relationships/image" Target="../media/image4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6.png"/><Relationship Id="rId3" Type="http://schemas.openxmlformats.org/officeDocument/2006/relationships/image" Target="../media/image74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65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81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0.png"/><Relationship Id="rId3" Type="http://schemas.openxmlformats.org/officeDocument/2006/relationships/image" Target="../media/image65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6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" name="Google Shape;15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" name="Google Shape;17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" name="Google Shape;20;p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1" name="Google Shape;21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" name="Google Shape;23;p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" name="Google Shape;24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5" name="Google Shape;25;p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8" name="Google Shape;28;p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9" name="Google Shape;29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3" name="Google Shape;33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9" name="Google Shape;39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3" name="Google Shape;43;p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4" name="Google Shape;44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9" name="Google Shape;49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3" name="Google Shape;53;p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4" name="Google Shape;54;p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55" name="Google Shape;55;p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56" name="Google Shape;56;p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" name="Google Shape;57;p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" name="Google Shape;58;p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" name="Google Shape;59;p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0" name="Google Shape;60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1" name="Google Shape;61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7" name="Google Shape;67;p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69" name="Google Shape;69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73" name="Google Shape;73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1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1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77" name="Google Shape;77;p11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78" name="Google Shape;78;p11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9" name="Google Shape;79;p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80" name="Google Shape;80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Google Shape;83;p12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84" name="Google Shape;84;p1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1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" name="Google Shape;86;p1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" name="Google Shape;87;p1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8" name="Google Shape;88;p12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9" name="Google Shape;89;p12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1" name="Google Shape;91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4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4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14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14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14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1" name="Google Shape;101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5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106" name="Google Shape;106;p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6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9" name="Google Shape;109;p16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7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12" name="Google Shape;112;p17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3" name="Google Shape;113;p17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8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16" name="Google Shape;116;p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18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8" name="Google Shape;118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9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21" name="Google Shape;121;p19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19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0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20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6" name="Google Shape;126;p20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127" name="Google Shape;127;p20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128" name="Google Shape;128;p20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129" name="Google Shape;129;p20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130" name="Google Shape;130;p20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131" name="Google Shape;131;p20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132" name="Google Shape;132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1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35" name="Google Shape;135;p21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2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3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0" name="Google Shape;140;p23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43" name="Google Shape;143;p2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4" name="Google Shape;144;p24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8" name="Google Shape;14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51" name="Google Shape;151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">
  <p:cSld name="8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55" name="Google Shape;155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9" name="Google Shape;159;p29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29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2" name="Google Shape;162;p3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3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4" name="Google Shape;164;p30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5" name="Google Shape;165;p30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7" name="Google Shape;167;p3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3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69" name="Google Shape;169;p31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_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1" name="Google Shape;171;p3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3" name="Google Shape;173;p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Google Shape;175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7468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3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8" name="Google Shape;178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 1">
  <p:cSld name="8_Title and Content_4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1" name="Google Shape;181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6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6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36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36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6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3" name="Google Shape;193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36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5" name="Google Shape;195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7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98" name="Google Shape;198;p37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99" name="Google Shape;199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3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1" name="Google Shape;201;p37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2" name="Google Shape;202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38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6" name="Google Shape;206;p38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07" name="Google Shape;207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3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9" name="Google Shape;209;p3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38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1" name="Google Shape;211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9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39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5" name="Google Shape;215;p39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6" name="Google Shape;216;p3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17" name="Google Shape;217;p3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40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40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1" name="Google Shape;221;p4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2" name="Google Shape;222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41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41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6" name="Google Shape;226;p4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7" name="Google Shape;227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42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30" name="Google Shape;230;p42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1" name="Google Shape;231;p42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2" name="Google Shape;232;p4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233" name="Google Shape;233;p42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234" name="Google Shape;234;p4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" name="Google Shape;235;p4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" name="Google Shape;236;p4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" name="Google Shape;237;p4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238" name="Google Shape;238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43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43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4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44" name="Google Shape;244;p4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45" name="Google Shape;245;p43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4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247" name="Google Shape;247;p4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50" name="Google Shape;250;p4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1" name="Google Shape;251;p4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5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45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55" name="Google Shape;255;p45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56" name="Google Shape;256;p45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7" name="Google Shape;257;p4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8" name="Google Shape;258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1" name="Google Shape;261;p46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262" name="Google Shape;262;p46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" name="Google Shape;263;p46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46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" name="Google Shape;265;p46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66" name="Google Shape;266;p46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67" name="Google Shape;267;p46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68" name="Google Shape;268;p4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69" name="Google Shape;269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4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4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48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48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48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48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48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9" name="Google Shape;27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280" name="Google Shape;28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1" name="Google Shape;281;p4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49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284" name="Google Shape;284;p4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5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7" name="Google Shape;287;p5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51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0" name="Google Shape;290;p51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91" name="Google Shape;291;p51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5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94" name="Google Shape;294;p5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95" name="Google Shape;295;p5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96" name="Google Shape;296;p5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53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9" name="Google Shape;299;p53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0" name="Google Shape;300;p53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54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54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4" name="Google Shape;304;p54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305" name="Google Shape;305;p54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306" name="Google Shape;306;p54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307" name="Google Shape;307;p54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308" name="Google Shape;308;p54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309" name="Google Shape;309;p54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310" name="Google Shape;310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5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313" name="Google Shape;313;p55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56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57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8" name="Google Shape;318;p57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58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21" name="Google Shape;321;p58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22" name="Google Shape;322;p5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59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326" name="Google Shape;326;p59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27" name="Google Shape;327;p59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8" name="Google Shape;328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29" name="Google Shape;329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330" name="Google Shape;330;p59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6"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6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33" name="Google Shape;333;p6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34" name="Google Shape;334;p6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CUSTOM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61"/>
          <p:cNvSpPr txBox="1"/>
          <p:nvPr>
            <p:ph type="title"/>
          </p:nvPr>
        </p:nvSpPr>
        <p:spPr>
          <a:xfrm>
            <a:off x="481950" y="3069326"/>
            <a:ext cx="8180100" cy="45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337" name="Google Shape;337;p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35325" y="1822605"/>
            <a:ext cx="6558350" cy="859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9" name="Google Shape;339;p6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56624" y="3502204"/>
            <a:ext cx="2830750" cy="432670"/>
          </a:xfrm>
          <a:prstGeom prst="rect">
            <a:avLst/>
          </a:prstGeom>
          <a:noFill/>
          <a:ln>
            <a:noFill/>
          </a:ln>
        </p:spPr>
      </p:pic>
      <p:sp>
        <p:nvSpPr>
          <p:cNvPr id="340" name="Google Shape;340;p62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1">
  <p:cSld name="Title"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2" name="Google Shape;342;p6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324763" y="1846221"/>
            <a:ext cx="4471615" cy="584529"/>
          </a:xfrm>
          <a:prstGeom prst="rect">
            <a:avLst/>
          </a:prstGeom>
          <a:noFill/>
          <a:ln>
            <a:noFill/>
          </a:ln>
        </p:spPr>
      </p:pic>
      <p:sp>
        <p:nvSpPr>
          <p:cNvPr id="343" name="Google Shape;343;p63"/>
          <p:cNvSpPr txBox="1"/>
          <p:nvPr>
            <p:ph type="title"/>
          </p:nvPr>
        </p:nvSpPr>
        <p:spPr>
          <a:xfrm>
            <a:off x="342900" y="2753591"/>
            <a:ext cx="8435100" cy="170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764"/>
              </a:buClr>
              <a:buSzPts val="2700"/>
              <a:buFont typeface="Century Gothic"/>
              <a:buNone/>
              <a:defRPr b="0" i="0" sz="2700" cap="none">
                <a:solidFill>
                  <a:srgbClr val="003764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2">
  <p:cSld name="TITLE_7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64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46" name="Google Shape;346;p64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347" name="Google Shape;347;p6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65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0" name="Google Shape;350;p65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51" name="Google Shape;351;p65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352" name="Google Shape;352;p6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6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68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None/>
              <a:defRPr i="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8" name="Google Shape;358;p68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9" name="Google Shape;359;p6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60" name="Google Shape;360;p68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361" name="Google Shape;361;p68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62" name="Google Shape;362;p6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urther Information">
  <p:cSld name="CUSTOM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69"/>
          <p:cNvSpPr txBox="1"/>
          <p:nvPr/>
        </p:nvSpPr>
        <p:spPr>
          <a:xfrm>
            <a:off x="467969" y="428687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For Further Information</a:t>
            </a:r>
            <a:endParaRPr sz="48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5" name="Google Shape;365;p69"/>
          <p:cNvSpPr txBox="1"/>
          <p:nvPr/>
        </p:nvSpPr>
        <p:spPr>
          <a:xfrm>
            <a:off x="497200" y="1870828"/>
            <a:ext cx="3999000" cy="12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en" sz="21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Shuli Goodman</a:t>
            </a:r>
            <a:endParaRPr b="0" i="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Font typeface="Arial"/>
              <a:buNone/>
            </a:pP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Executive Director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Linux Foundation Energy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sgoodman@lfenergy.org</a:t>
            </a:r>
            <a:endParaRPr b="0" i="0" sz="21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6" name="Google Shape;366;p69"/>
          <p:cNvSpPr txBox="1"/>
          <p:nvPr/>
        </p:nvSpPr>
        <p:spPr>
          <a:xfrm>
            <a:off x="497200" y="3348559"/>
            <a:ext cx="4836900" cy="148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Website: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https://lfenergy.org</a:t>
            </a: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Membership: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https://www.lfenergy.org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/join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Mailing Lists: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https://lists.lfenergy.org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" sz="15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Wiki: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https://wiki.lfenergy.org 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367" name="Google Shape;367;p6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156437" y="4430992"/>
            <a:ext cx="2715155" cy="3592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- Blue">
  <p:cSld name="Titl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7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70" name="Google Shape;370;p7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entury Gothic"/>
              <a:buNone/>
              <a:defRPr b="0" i="0" sz="3000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7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7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7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7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7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1" name="Google Shape;381;p7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382" name="Google Shape;382;p7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3" name="Google Shape;383;p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7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6" name="Google Shape;386;p7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87" name="Google Shape;387;p7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7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89" name="Google Shape;389;p7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0" name="Google Shape;390;p7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391" name="Google Shape;391;p7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7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4" name="Google Shape;394;p7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95" name="Google Shape;395;p7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Google Shape;396;p7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97" name="Google Shape;397;p7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7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9" name="Google Shape;399;p7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7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7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3" name="Google Shape;403;p7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4" name="Google Shape;404;p7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05" name="Google Shape;405;p7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7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7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9" name="Google Shape;409;p7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0" name="Google Shape;410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7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7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4" name="Google Shape;414;p7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5" name="Google Shape;415;p7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7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18" name="Google Shape;418;p7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19" name="Google Shape;419;p7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20" name="Google Shape;420;p7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421" name="Google Shape;421;p7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422" name="Google Shape;422;p7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3" name="Google Shape;423;p7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4" name="Google Shape;424;p7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5" name="Google Shape;425;p7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26" name="Google Shape;426;p7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27" name="Google Shape;427;p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7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7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7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32" name="Google Shape;432;p7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33" name="Google Shape;433;p7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7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35" name="Google Shape;435;p7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Update">
  <p:cSld name="TITLE_AND_BODY_1"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80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80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8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40" name="Google Shape;440;p80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80"/>
          <p:cNvSpPr txBox="1"/>
          <p:nvPr>
            <p:ph idx="1" type="body"/>
          </p:nvPr>
        </p:nvSpPr>
        <p:spPr>
          <a:xfrm>
            <a:off x="280350" y="360000"/>
            <a:ext cx="3704700" cy="424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42" name="Google Shape;442;p8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443" name="Google Shape;443;p80"/>
          <p:cNvSpPr/>
          <p:nvPr/>
        </p:nvSpPr>
        <p:spPr>
          <a:xfrm>
            <a:off x="40852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80"/>
          <p:cNvSpPr/>
          <p:nvPr/>
        </p:nvSpPr>
        <p:spPr>
          <a:xfrm>
            <a:off x="578547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5" name="Google Shape;445;p80"/>
          <p:cNvSpPr/>
          <p:nvPr/>
        </p:nvSpPr>
        <p:spPr>
          <a:xfrm>
            <a:off x="74857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" name="Google Shape;446;p80"/>
          <p:cNvSpPr txBox="1"/>
          <p:nvPr/>
        </p:nvSpPr>
        <p:spPr>
          <a:xfrm>
            <a:off x="4085225" y="2753450"/>
            <a:ext cx="1600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Contributors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7" name="Google Shape;447;p80"/>
          <p:cNvSpPr txBox="1"/>
          <p:nvPr/>
        </p:nvSpPr>
        <p:spPr>
          <a:xfrm>
            <a:off x="5785475" y="2753450"/>
            <a:ext cx="16002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Organizations</a:t>
            </a:r>
            <a:endParaRPr sz="11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8" name="Google Shape;448;p80"/>
          <p:cNvSpPr txBox="1"/>
          <p:nvPr/>
        </p:nvSpPr>
        <p:spPr>
          <a:xfrm>
            <a:off x="7541825" y="2753450"/>
            <a:ext cx="1488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Total Commits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9" name="Google Shape;449;p80"/>
          <p:cNvSpPr txBox="1"/>
          <p:nvPr/>
        </p:nvSpPr>
        <p:spPr>
          <a:xfrm>
            <a:off x="4085225" y="4340375"/>
            <a:ext cx="5000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>
                <a:solidFill>
                  <a:srgbClr val="696464"/>
                </a:solidFill>
                <a:latin typeface="Roboto Slab Thin"/>
                <a:ea typeface="Roboto Slab Thin"/>
                <a:cs typeface="Roboto Slab Thin"/>
                <a:sym typeface="Roboto Slab Thin"/>
              </a:rPr>
              <a:t>Stats from the last 90 days</a:t>
            </a:r>
            <a:endParaRPr i="1" sz="1200">
              <a:solidFill>
                <a:srgbClr val="696464"/>
              </a:solidFill>
              <a:latin typeface="Roboto Slab Thin"/>
              <a:ea typeface="Roboto Slab Thin"/>
              <a:cs typeface="Roboto Slab Thin"/>
              <a:sym typeface="Roboto Slab Thin"/>
            </a:endParaRPr>
          </a:p>
        </p:txBody>
      </p:sp>
      <p:sp>
        <p:nvSpPr>
          <p:cNvPr id="450" name="Google Shape;450;p80"/>
          <p:cNvSpPr txBox="1"/>
          <p:nvPr>
            <p:ph idx="2" type="subTitle"/>
          </p:nvPr>
        </p:nvSpPr>
        <p:spPr>
          <a:xfrm>
            <a:off x="4201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1" name="Google Shape;451;p80"/>
          <p:cNvSpPr txBox="1"/>
          <p:nvPr>
            <p:ph idx="3" type="subTitle"/>
          </p:nvPr>
        </p:nvSpPr>
        <p:spPr>
          <a:xfrm>
            <a:off x="5907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2" name="Google Shape;452;p80"/>
          <p:cNvSpPr txBox="1"/>
          <p:nvPr>
            <p:ph idx="4" type="subTitle"/>
          </p:nvPr>
        </p:nvSpPr>
        <p:spPr>
          <a:xfrm>
            <a:off x="7613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3" name="Google Shape;453;p80"/>
          <p:cNvSpPr txBox="1"/>
          <p:nvPr>
            <p:ph idx="5" type="subTitle"/>
          </p:nvPr>
        </p:nvSpPr>
        <p:spPr>
          <a:xfrm>
            <a:off x="4201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4" name="Google Shape;454;p80"/>
          <p:cNvSpPr txBox="1"/>
          <p:nvPr>
            <p:ph idx="6" type="subTitle"/>
          </p:nvPr>
        </p:nvSpPr>
        <p:spPr>
          <a:xfrm>
            <a:off x="5907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5" name="Google Shape;455;p80"/>
          <p:cNvSpPr txBox="1"/>
          <p:nvPr>
            <p:ph idx="7" type="subTitle"/>
          </p:nvPr>
        </p:nvSpPr>
        <p:spPr>
          <a:xfrm>
            <a:off x="760812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6" name="Google Shape;456;p80"/>
          <p:cNvSpPr/>
          <p:nvPr>
            <p:ph idx="8" type="pic"/>
          </p:nvPr>
        </p:nvSpPr>
        <p:spPr>
          <a:xfrm>
            <a:off x="4085225" y="828775"/>
            <a:ext cx="5000700" cy="17256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8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59" name="Google Shape;459;p8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0" name="Google Shape;460;p8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8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p82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64" name="Google Shape;464;p82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65" name="Google Shape;465;p82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66" name="Google Shape;466;p8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7" name="Google Shape;467;p8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8" name="Google Shape;468;p8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69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0" name="Google Shape;470;p83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471" name="Google Shape;471;p83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2" name="Google Shape;472;p83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3" name="Google Shape;473;p83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4" name="Google Shape;474;p83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5" name="Google Shape;475;p83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476" name="Google Shape;476;p83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7" name="Google Shape;477;p8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78" name="Google Shape;478;p8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85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85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85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85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" name="Google Shape;486;p85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" name="Google Shape;487;p85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8" name="Google Shape;488;p8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9" name="Google Shape;48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90" name="Google Shape;490;p8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86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93" name="Google Shape;493;p8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87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6" name="Google Shape;496;p87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97" name="Google Shape;497;p87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498" name="Google Shape;498;p87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499" name="Google Shape;499;p87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500" name="Google Shape;500;p87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501" name="Google Shape;501;p87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502" name="Google Shape;502;p87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503" name="Google Shape;503;p8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spTree>
      <p:nvGrpSpPr>
        <p:cNvPr id="504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p88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506" name="Google Shape;506;p88"/>
          <p:cNvPicPr preferRelativeResize="0"/>
          <p:nvPr/>
        </p:nvPicPr>
        <p:blipFill rotWithShape="1">
          <a:blip r:embed="rId2">
            <a:alphaModFix/>
          </a:blip>
          <a:srcRect b="7244" l="0" r="0" t="7235"/>
          <a:stretch/>
        </p:blipFill>
        <p:spPr>
          <a:xfrm>
            <a:off x="3158302" y="3533522"/>
            <a:ext cx="2830735" cy="370034"/>
          </a:xfrm>
          <a:prstGeom prst="rect">
            <a:avLst/>
          </a:prstGeom>
          <a:noFill/>
          <a:ln>
            <a:noFill/>
          </a:ln>
        </p:spPr>
      </p:pic>
      <p:sp>
        <p:nvSpPr>
          <p:cNvPr id="507" name="Google Shape;507;p8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 1">
  <p:cSld name="Text Full Width_1">
    <p:spTree>
      <p:nvGrpSpPr>
        <p:cNvPr id="508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89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Gill Sans"/>
              <a:buNone/>
              <a:defRPr b="0" i="0" sz="2700" u="none" cap="none" strike="noStrike">
                <a:solidFill>
                  <a:srgbClr val="168FD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9pPr>
          </a:lstStyle>
          <a:p/>
        </p:txBody>
      </p:sp>
      <p:sp>
        <p:nvSpPr>
          <p:cNvPr id="510" name="Google Shape;510;p89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2100"/>
              <a:buFont typeface="Helvetica Neue"/>
              <a:buChar char="›"/>
              <a:defRPr b="0" i="0" sz="21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556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2000"/>
              <a:buFont typeface="Helvetica Neue"/>
              <a:buChar char="›"/>
              <a:defRPr b="0" i="0" sz="20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429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Helvetica Neue"/>
              <a:buChar char="›"/>
              <a:defRPr b="0" i="0" sz="1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65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Helvetica Neue"/>
              <a:buChar char="›"/>
              <a:defRPr b="0" i="0" sz="17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238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Helvetica Neue"/>
              <a:buChar char="›"/>
              <a:defRPr b="0" i="0" sz="15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/>
        </p:txBody>
      </p:sp>
      <p:cxnSp>
        <p:nvCxnSpPr>
          <p:cNvPr id="511" name="Google Shape;511;p89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12" name="Google Shape;512;p8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8864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3" name="Google Shape;513;p8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14" name="Google Shape;514;p8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44775" y="4868118"/>
            <a:ext cx="1213351" cy="157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5">
  <p:cSld name="TITLE_5"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9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17" name="Google Shape;517;p9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18" name="Google Shape;518;p9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text with LF Image">
  <p:cSld name="BIG_NUMBER_1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519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0" name="Google Shape;520;p91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521" name="Google Shape;521;p91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2" name="Google Shape;522;p91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3" name="Google Shape;523;p91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4" name="Google Shape;524;p91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25" name="Google Shape;525;p91"/>
          <p:cNvSpPr txBox="1"/>
          <p:nvPr>
            <p:ph hasCustomPrompt="1" type="title"/>
          </p:nvPr>
        </p:nvSpPr>
        <p:spPr>
          <a:xfrm>
            <a:off x="311700" y="1102894"/>
            <a:ext cx="8520600" cy="280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26" name="Google Shape;526;p9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27" name="Google Shape;527;p9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picture containing thing&#10;&#10;Description generated with high confidence" id="528" name="Google Shape;528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32056" y="4251166"/>
            <a:ext cx="5879885" cy="3509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FESS Overview">
  <p:cSld name="SECTION_TITLE_AND_DESCRIPTION_1"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p9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1" name="Google Shape;531;p92"/>
          <p:cNvSpPr txBox="1"/>
          <p:nvPr>
            <p:ph idx="1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32" name="Google Shape;532;p9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33" name="Google Shape;533;p9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4" name="Google Shape;534;p9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7397" y="431518"/>
            <a:ext cx="3901483" cy="1022188"/>
          </a:xfrm>
          <a:prstGeom prst="rect">
            <a:avLst/>
          </a:prstGeom>
          <a:noFill/>
          <a:ln>
            <a:noFill/>
          </a:ln>
        </p:spPr>
      </p:pic>
      <p:sp>
        <p:nvSpPr>
          <p:cNvPr id="535" name="Google Shape;535;p92"/>
          <p:cNvSpPr txBox="1"/>
          <p:nvPr/>
        </p:nvSpPr>
        <p:spPr>
          <a:xfrm>
            <a:off x="337397" y="1697494"/>
            <a:ext cx="39015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 Slab Light"/>
                <a:ea typeface="Roboto Slab Light"/>
                <a:cs typeface="Roboto Slab Light"/>
                <a:sym typeface="Roboto Slab Light"/>
              </a:rPr>
              <a:t>Current Working Groups include</a:t>
            </a:r>
            <a:endParaRPr sz="16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536" name="Google Shape;536;p92"/>
          <p:cNvSpPr/>
          <p:nvPr>
            <p:ph idx="2" type="pic"/>
          </p:nvPr>
        </p:nvSpPr>
        <p:spPr>
          <a:xfrm>
            <a:off x="337406" y="2569706"/>
            <a:ext cx="3901500" cy="1463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_6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37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93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Open Sans"/>
              <a:buNone/>
              <a:defRPr sz="33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39" name="Google Shape;539;p93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1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pic>
        <p:nvPicPr>
          <p:cNvPr descr="A picture containing thing&#10;&#10;Description generated with high confidence" id="540" name="Google Shape;540;p9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8650" y="4376968"/>
            <a:ext cx="3771903" cy="225131"/>
          </a:xfrm>
          <a:prstGeom prst="rect">
            <a:avLst/>
          </a:prstGeom>
          <a:noFill/>
          <a:ln>
            <a:noFill/>
          </a:ln>
        </p:spPr>
      </p:pic>
      <p:sp>
        <p:nvSpPr>
          <p:cNvPr id="541" name="Google Shape;541;p93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42" name="Google Shape;542;p93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3" name="Google Shape;543;p93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_2">
    <p:spTree>
      <p:nvGrpSpPr>
        <p:cNvPr id="544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p94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Open Sans"/>
              <a:buNone/>
              <a:defRPr>
                <a:solidFill>
                  <a:srgbClr val="168FDF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46" name="Google Shape;546;p94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Char char="●"/>
              <a:defRPr sz="2100">
                <a:latin typeface="Open Sans"/>
                <a:ea typeface="Open Sans"/>
                <a:cs typeface="Open Sans"/>
                <a:sym typeface="Open Sans"/>
              </a:defRPr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○"/>
              <a:defRPr sz="2000">
                <a:latin typeface="Open Sans"/>
                <a:ea typeface="Open Sans"/>
                <a:cs typeface="Open Sans"/>
                <a:sym typeface="Open Sans"/>
              </a:defRPr>
            </a:lvl2pPr>
            <a:lvl3pPr indent="-3429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>
                <a:latin typeface="Open Sans"/>
                <a:ea typeface="Open Sans"/>
                <a:cs typeface="Open Sans"/>
                <a:sym typeface="Open Sans"/>
              </a:defRPr>
            </a:lvl3pPr>
            <a:lvl4pPr indent="-33655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700"/>
              <a:buChar char="●"/>
              <a:defRPr sz="1700">
                <a:latin typeface="Open Sans"/>
                <a:ea typeface="Open Sans"/>
                <a:cs typeface="Open Sans"/>
                <a:sym typeface="Open Sans"/>
              </a:defRPr>
            </a:lvl4pPr>
            <a:lvl5pPr indent="-3238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○"/>
              <a:defRPr sz="1500"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/>
        </p:txBody>
      </p:sp>
      <p:cxnSp>
        <p:nvCxnSpPr>
          <p:cNvPr id="547" name="Google Shape;547;p94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48" name="Google Shape;548;p9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49" name="Google Shape;549;p94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50" name="Google Shape;550;p94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51" name="Google Shape;551;p94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34" Type="http://schemas.openxmlformats.org/officeDocument/2006/relationships/theme" Target="../theme/theme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53.xml"/><Relationship Id="rId22" Type="http://schemas.openxmlformats.org/officeDocument/2006/relationships/slideLayout" Target="../slideLayouts/slideLayout55.xml"/><Relationship Id="rId21" Type="http://schemas.openxmlformats.org/officeDocument/2006/relationships/slideLayout" Target="../slideLayouts/slideLayout54.xml"/><Relationship Id="rId24" Type="http://schemas.openxmlformats.org/officeDocument/2006/relationships/slideLayout" Target="../slideLayouts/slideLayout57.xml"/><Relationship Id="rId23" Type="http://schemas.openxmlformats.org/officeDocument/2006/relationships/slideLayout" Target="../slideLayouts/slideLayout56.xml"/><Relationship Id="rId1" Type="http://schemas.openxmlformats.org/officeDocument/2006/relationships/slideLayout" Target="../slideLayouts/slideLayout34.xml"/><Relationship Id="rId2" Type="http://schemas.openxmlformats.org/officeDocument/2006/relationships/slideLayout" Target="../slideLayouts/slideLayout35.xml"/><Relationship Id="rId3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7.xml"/><Relationship Id="rId9" Type="http://schemas.openxmlformats.org/officeDocument/2006/relationships/slideLayout" Target="../slideLayouts/slideLayout42.xml"/><Relationship Id="rId26" Type="http://schemas.openxmlformats.org/officeDocument/2006/relationships/slideLayout" Target="../slideLayouts/slideLayout59.xml"/><Relationship Id="rId25" Type="http://schemas.openxmlformats.org/officeDocument/2006/relationships/slideLayout" Target="../slideLayouts/slideLayout58.xml"/><Relationship Id="rId28" Type="http://schemas.openxmlformats.org/officeDocument/2006/relationships/slideLayout" Target="../slideLayouts/slideLayout61.xml"/><Relationship Id="rId27" Type="http://schemas.openxmlformats.org/officeDocument/2006/relationships/slideLayout" Target="../slideLayouts/slideLayout60.xml"/><Relationship Id="rId5" Type="http://schemas.openxmlformats.org/officeDocument/2006/relationships/slideLayout" Target="../slideLayouts/slideLayout38.xml"/><Relationship Id="rId6" Type="http://schemas.openxmlformats.org/officeDocument/2006/relationships/slideLayout" Target="../slideLayouts/slideLayout39.xml"/><Relationship Id="rId29" Type="http://schemas.openxmlformats.org/officeDocument/2006/relationships/slideLayout" Target="../slideLayouts/slideLayout62.xml"/><Relationship Id="rId7" Type="http://schemas.openxmlformats.org/officeDocument/2006/relationships/slideLayout" Target="../slideLayouts/slideLayout40.xml"/><Relationship Id="rId8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64.xml"/><Relationship Id="rId30" Type="http://schemas.openxmlformats.org/officeDocument/2006/relationships/slideLayout" Target="../slideLayouts/slideLayout63.xml"/><Relationship Id="rId11" Type="http://schemas.openxmlformats.org/officeDocument/2006/relationships/slideLayout" Target="../slideLayouts/slideLayout44.xml"/><Relationship Id="rId33" Type="http://schemas.openxmlformats.org/officeDocument/2006/relationships/slideLayout" Target="../slideLayouts/slideLayout66.xml"/><Relationship Id="rId10" Type="http://schemas.openxmlformats.org/officeDocument/2006/relationships/slideLayout" Target="../slideLayouts/slideLayout43.xml"/><Relationship Id="rId32" Type="http://schemas.openxmlformats.org/officeDocument/2006/relationships/slideLayout" Target="../slideLayouts/slideLayout65.xml"/><Relationship Id="rId13" Type="http://schemas.openxmlformats.org/officeDocument/2006/relationships/slideLayout" Target="../slideLayouts/slideLayout46.xml"/><Relationship Id="rId35" Type="http://schemas.openxmlformats.org/officeDocument/2006/relationships/slideLayout" Target="../slideLayouts/slideLayout68.xml"/><Relationship Id="rId12" Type="http://schemas.openxmlformats.org/officeDocument/2006/relationships/slideLayout" Target="../slideLayouts/slideLayout45.xml"/><Relationship Id="rId34" Type="http://schemas.openxmlformats.org/officeDocument/2006/relationships/slideLayout" Target="../slideLayouts/slideLayout67.xml"/><Relationship Id="rId15" Type="http://schemas.openxmlformats.org/officeDocument/2006/relationships/slideLayout" Target="../slideLayouts/slideLayout48.xml"/><Relationship Id="rId14" Type="http://schemas.openxmlformats.org/officeDocument/2006/relationships/slideLayout" Target="../slideLayouts/slideLayout47.xml"/><Relationship Id="rId36" Type="http://schemas.openxmlformats.org/officeDocument/2006/relationships/theme" Target="../theme/theme4.xml"/><Relationship Id="rId17" Type="http://schemas.openxmlformats.org/officeDocument/2006/relationships/slideLayout" Target="../slideLayouts/slideLayout50.xml"/><Relationship Id="rId16" Type="http://schemas.openxmlformats.org/officeDocument/2006/relationships/slideLayout" Target="../slideLayouts/slideLayout49.xml"/><Relationship Id="rId19" Type="http://schemas.openxmlformats.org/officeDocument/2006/relationships/slideLayout" Target="../slideLayouts/slideLayout52.xml"/><Relationship Id="rId18" Type="http://schemas.openxmlformats.org/officeDocument/2006/relationships/slideLayout" Target="../slideLayouts/slideLayout51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88.xml"/><Relationship Id="rId22" Type="http://schemas.openxmlformats.org/officeDocument/2006/relationships/slideLayout" Target="../slideLayouts/slideLayout90.xml"/><Relationship Id="rId21" Type="http://schemas.openxmlformats.org/officeDocument/2006/relationships/slideLayout" Target="../slideLayouts/slideLayout89.xml"/><Relationship Id="rId24" Type="http://schemas.openxmlformats.org/officeDocument/2006/relationships/theme" Target="../theme/theme1.xml"/><Relationship Id="rId23" Type="http://schemas.openxmlformats.org/officeDocument/2006/relationships/slideLayout" Target="../slideLayouts/slideLayout91.xml"/><Relationship Id="rId1" Type="http://schemas.openxmlformats.org/officeDocument/2006/relationships/slideLayout" Target="../slideLayouts/slideLayout69.xml"/><Relationship Id="rId2" Type="http://schemas.openxmlformats.org/officeDocument/2006/relationships/slideLayout" Target="../slideLayouts/slideLayout70.xml"/><Relationship Id="rId3" Type="http://schemas.openxmlformats.org/officeDocument/2006/relationships/slideLayout" Target="../slideLayouts/slideLayout71.xml"/><Relationship Id="rId4" Type="http://schemas.openxmlformats.org/officeDocument/2006/relationships/slideLayout" Target="../slideLayouts/slideLayout72.xml"/><Relationship Id="rId9" Type="http://schemas.openxmlformats.org/officeDocument/2006/relationships/slideLayout" Target="../slideLayouts/slideLayout77.xml"/><Relationship Id="rId5" Type="http://schemas.openxmlformats.org/officeDocument/2006/relationships/slideLayout" Target="../slideLayouts/slideLayout73.xml"/><Relationship Id="rId6" Type="http://schemas.openxmlformats.org/officeDocument/2006/relationships/slideLayout" Target="../slideLayouts/slideLayout74.xml"/><Relationship Id="rId7" Type="http://schemas.openxmlformats.org/officeDocument/2006/relationships/slideLayout" Target="../slideLayouts/slideLayout75.xml"/><Relationship Id="rId8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9.xml"/><Relationship Id="rId10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81.xml"/><Relationship Id="rId12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3.xml"/><Relationship Id="rId14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5.xml"/><Relationship Id="rId16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7.xml"/><Relationship Id="rId18" Type="http://schemas.openxmlformats.org/officeDocument/2006/relationships/slideLayout" Target="../slideLayouts/slideLayout86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85" name="Google Shape;185;p35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186" name="Google Shape;186;p3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86" r:id="rId6"/>
    <p:sldLayoutId id="2147483687" r:id="rId7"/>
    <p:sldLayoutId id="2147483688" r:id="rId8"/>
    <p:sldLayoutId id="2147483689" r:id="rId9"/>
    <p:sldLayoutId id="2147483690" r:id="rId10"/>
    <p:sldLayoutId id="2147483691" r:id="rId11"/>
    <p:sldLayoutId id="2147483692" r:id="rId12"/>
    <p:sldLayoutId id="2147483693" r:id="rId13"/>
    <p:sldLayoutId id="2147483694" r:id="rId14"/>
    <p:sldLayoutId id="2147483695" r:id="rId15"/>
    <p:sldLayoutId id="2147483696" r:id="rId16"/>
    <p:sldLayoutId id="2147483697" r:id="rId17"/>
    <p:sldLayoutId id="2147483698" r:id="rId18"/>
    <p:sldLayoutId id="2147483699" r:id="rId19"/>
    <p:sldLayoutId id="2147483700" r:id="rId20"/>
    <p:sldLayoutId id="2147483701" r:id="rId21"/>
    <p:sldLayoutId id="2147483702" r:id="rId22"/>
    <p:sldLayoutId id="2147483703" r:id="rId23"/>
    <p:sldLayoutId id="2147483704" r:id="rId24"/>
    <p:sldLayoutId id="2147483705" r:id="rId25"/>
    <p:sldLayoutId id="2147483706" r:id="rId26"/>
    <p:sldLayoutId id="2147483707" r:id="rId27"/>
    <p:sldLayoutId id="2147483708" r:id="rId28"/>
    <p:sldLayoutId id="2147483709" r:id="rId29"/>
    <p:sldLayoutId id="2147483710" r:id="rId30"/>
    <p:sldLayoutId id="2147483711" r:id="rId31"/>
    <p:sldLayoutId id="2147483712" r:id="rId32"/>
    <p:sldLayoutId id="2147483713" r:id="rId33"/>
    <p:sldLayoutId id="2147483714" r:id="rId34"/>
    <p:sldLayoutId id="2147483715" r:id="rId35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7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373" name="Google Shape;373;p7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374" name="Google Shape;374;p7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16" r:id="rId1"/>
    <p:sldLayoutId id="2147483717" r:id="rId2"/>
    <p:sldLayoutId id="2147483718" r:id="rId3"/>
    <p:sldLayoutId id="2147483719" r:id="rId4"/>
    <p:sldLayoutId id="2147483720" r:id="rId5"/>
    <p:sldLayoutId id="2147483721" r:id="rId6"/>
    <p:sldLayoutId id="2147483722" r:id="rId7"/>
    <p:sldLayoutId id="2147483723" r:id="rId8"/>
    <p:sldLayoutId id="2147483724" r:id="rId9"/>
    <p:sldLayoutId id="2147483725" r:id="rId10"/>
    <p:sldLayoutId id="2147483726" r:id="rId11"/>
    <p:sldLayoutId id="2147483727" r:id="rId12"/>
    <p:sldLayoutId id="2147483728" r:id="rId13"/>
    <p:sldLayoutId id="2147483729" r:id="rId14"/>
    <p:sldLayoutId id="2147483730" r:id="rId15"/>
    <p:sldLayoutId id="2147483731" r:id="rId16"/>
    <p:sldLayoutId id="2147483732" r:id="rId17"/>
    <p:sldLayoutId id="2147483733" r:id="rId18"/>
    <p:sldLayoutId id="2147483734" r:id="rId19"/>
    <p:sldLayoutId id="2147483735" r:id="rId20"/>
    <p:sldLayoutId id="2147483736" r:id="rId21"/>
    <p:sldLayoutId id="2147483737" r:id="rId22"/>
    <p:sldLayoutId id="2147483738" r:id="rId2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lfenergy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8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wiki.lfenergy.org/pages/viewpage.action?pageId=56380542#MarketingAdvisoryCommittee(MAC)-LFEnergyMarketingAdvisoryCommittee" TargetMode="External"/><Relationship Id="rId4" Type="http://schemas.openxmlformats.org/officeDocument/2006/relationships/hyperlink" Target="https://tac.lfenergy.org/" TargetMode="External"/><Relationship Id="rId5" Type="http://schemas.openxmlformats.org/officeDocument/2006/relationships/hyperlink" Target="https://zoom-lfx.platform.linuxfoundation.org/meetings/lfenergy?view=week" TargetMode="External"/><Relationship Id="rId6" Type="http://schemas.openxmlformats.org/officeDocument/2006/relationships/hyperlink" Target="https://lists.lfenergy.org/g/tac" TargetMode="External"/><Relationship Id="rId7" Type="http://schemas.openxmlformats.org/officeDocument/2006/relationships/hyperlink" Target="https://tac.lfenergy.org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lfenergy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lfenergy.org/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charter.lfenergy.org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dn.platform.linuxfoundation.org/agreements/lfenergy.pdf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4.png"/><Relationship Id="rId4" Type="http://schemas.openxmlformats.org/officeDocument/2006/relationships/image" Target="../media/image87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lists.lfenergy.org/g/board/files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hyperlink" Target="mailto:board@lists.lfenergy.org" TargetMode="External"/><Relationship Id="rId4" Type="http://schemas.openxmlformats.org/officeDocument/2006/relationships/hyperlink" Target="mailto:tac@lists.lfenergy.org" TargetMode="External"/><Relationship Id="rId5" Type="http://schemas.openxmlformats.org/officeDocument/2006/relationships/hyperlink" Target="http://budget@lists.lfenergy.org" TargetMode="External"/><Relationship Id="rId6" Type="http://schemas.openxmlformats.org/officeDocument/2006/relationships/hyperlink" Target="mailto:mac@lists.lfenergy.org" TargetMode="External"/><Relationship Id="rId7" Type="http://schemas.openxmlformats.org/officeDocument/2006/relationships/hyperlink" Target="https://slack.lfenergy.org" TargetMode="External"/><Relationship Id="rId8" Type="http://schemas.openxmlformats.org/officeDocument/2006/relationships/hyperlink" Target="https://helpcenter.linuxfoundation.org/en/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members.lfenergy.org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charter.lfenergy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docs.google.com/presentation/d/11QLF2Pu-yni1wU3srPLhDpYPDVzVr0RSbVFBtp9f78Y/edit#slide=id.g26a96a28b13_0_6" TargetMode="External"/><Relationship Id="rId5" Type="http://schemas.openxmlformats.org/officeDocument/2006/relationships/hyperlink" Target="https://github.com/lf-energy" TargetMode="External"/><Relationship Id="rId6" Type="http://schemas.openxmlformats.org/officeDocument/2006/relationships/hyperlink" Target="https://github.com/lf-energy/foundation/blob/main/elections.md" TargetMode="External"/><Relationship Id="rId7" Type="http://schemas.openxmlformats.org/officeDocument/2006/relationships/hyperlink" Target="https://github.com/lf-energy/foundation/tree/main/project_charters" TargetMode="External"/><Relationship Id="rId8" Type="http://schemas.openxmlformats.org/officeDocument/2006/relationships/hyperlink" Target="https://landscape.lfenergy.org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26.xml"/><Relationship Id="rId3" Type="http://schemas.openxmlformats.org/officeDocument/2006/relationships/hyperlink" Target="mailto:athornton@linuxfoundation.org" TargetMode="External"/><Relationship Id="rId4" Type="http://schemas.openxmlformats.org/officeDocument/2006/relationships/hyperlink" Target="mailto:dbrown@linuxfoundation.org" TargetMode="External"/><Relationship Id="rId9" Type="http://schemas.openxmlformats.org/officeDocument/2006/relationships/image" Target="../media/image86.jpg"/><Relationship Id="rId5" Type="http://schemas.openxmlformats.org/officeDocument/2006/relationships/hyperlink" Target="mailto:jmertic@linuxfoundation.org" TargetMode="External"/><Relationship Id="rId6" Type="http://schemas.openxmlformats.org/officeDocument/2006/relationships/hyperlink" Target="mailto:yortiz@linuxfoundation.org" TargetMode="External"/><Relationship Id="rId7" Type="http://schemas.openxmlformats.org/officeDocument/2006/relationships/image" Target="../media/image83.jpg"/><Relationship Id="rId8" Type="http://schemas.openxmlformats.org/officeDocument/2006/relationships/image" Target="../media/image72.jpg"/><Relationship Id="rId11" Type="http://schemas.openxmlformats.org/officeDocument/2006/relationships/hyperlink" Target="http://support.lfenergy.org" TargetMode="External"/><Relationship Id="rId10" Type="http://schemas.openxmlformats.org/officeDocument/2006/relationships/image" Target="../media/image85.jp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lfenergy.org/about/members/" TargetMode="External"/><Relationship Id="rId4" Type="http://schemas.openxmlformats.org/officeDocument/2006/relationships/hyperlink" Target="https://lfenergy.org/about/people/#executive-leadership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lfenergy.org/about/people/#governing-board" TargetMode="External"/><Relationship Id="rId7" Type="http://schemas.openxmlformats.org/officeDocument/2006/relationships/hyperlink" Target="https://lfenergy.org/about/people/#technical-advisory-council" TargetMode="External"/><Relationship Id="rId8" Type="http://schemas.openxmlformats.org/officeDocument/2006/relationships/hyperlink" Target="https://tac.lfenergy.org/" TargetMode="Externa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lfenergy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5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9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557" name="Google Shape;557;p9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</a:t>
            </a:r>
            <a:endParaRPr/>
          </a:p>
        </p:txBody>
      </p:sp>
      <p:sp>
        <p:nvSpPr>
          <p:cNvPr id="558" name="Google Shape;558;p9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2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9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Overview and Governance</a:t>
            </a:r>
            <a:endParaRPr/>
          </a:p>
        </p:txBody>
      </p:sp>
      <p:sp>
        <p:nvSpPr>
          <p:cNvPr id="564" name="Google Shape;564;p9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8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p9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LF Energy?</a:t>
            </a:r>
            <a:endParaRPr/>
          </a:p>
        </p:txBody>
      </p:sp>
      <p:sp>
        <p:nvSpPr>
          <p:cNvPr id="570" name="Google Shape;570;p9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is the community for digital experts to collaborate on open industrial-grade technology platforms and agile standards that accelerate the energy transition.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are part of the Linux Foundation, the largest shared technology investment in the world.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5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98"/>
          <p:cNvSpPr txBox="1"/>
          <p:nvPr>
            <p:ph type="ctrTitle"/>
          </p:nvPr>
        </p:nvSpPr>
        <p:spPr>
          <a:xfrm>
            <a:off x="302566" y="1322006"/>
            <a:ext cx="31983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800"/>
              <a:t>Members</a:t>
            </a:r>
            <a:endParaRPr sz="3800"/>
          </a:p>
        </p:txBody>
      </p:sp>
      <p:pic>
        <p:nvPicPr>
          <p:cNvPr id="577" name="Google Shape;577;p98" title="landscape.lfenergy.org_embed_embed.html_base-path=&amp;classify=category&amp;key=lf-energy-member&amp;headers=true&amp;category-header=false&amp;category-in-subcategory=false&amp;title-uppercase=false&amp;title-alignment=left&amp;title-font-family=sans-serif&amp;title-font-si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82880" y="0"/>
            <a:ext cx="5161119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9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583" name="Google Shape;583;p9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LF Energy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Therefore, the LF Energy</a:t>
            </a:r>
            <a:r>
              <a:rPr lang="en"/>
              <a:t>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Charter</a:t>
            </a:r>
            <a:endParaRPr/>
          </a:p>
        </p:txBody>
      </p:sp>
      <p:sp>
        <p:nvSpPr>
          <p:cNvPr id="584" name="Google Shape;584;p9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9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p100"/>
          <p:cNvSpPr txBox="1"/>
          <p:nvPr>
            <p:ph type="title"/>
          </p:nvPr>
        </p:nvSpPr>
        <p:spPr>
          <a:xfrm>
            <a:off x="233775" y="307500"/>
            <a:ext cx="6390600" cy="4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Governance at a Glance</a:t>
            </a:r>
            <a:endParaRPr/>
          </a:p>
        </p:txBody>
      </p:sp>
      <p:sp>
        <p:nvSpPr>
          <p:cNvPr id="591" name="Google Shape;591;p100"/>
          <p:cNvSpPr/>
          <p:nvPr/>
        </p:nvSpPr>
        <p:spPr>
          <a:xfrm>
            <a:off x="5458940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Advisory Council (TAC)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2" name="Google Shape;592;p100"/>
          <p:cNvSpPr/>
          <p:nvPr/>
        </p:nvSpPr>
        <p:spPr>
          <a:xfrm>
            <a:off x="1918347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Governing Board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3" name="Google Shape;593;p100"/>
          <p:cNvSpPr/>
          <p:nvPr/>
        </p:nvSpPr>
        <p:spPr>
          <a:xfrm>
            <a:off x="10731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Budget Committee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4" name="Google Shape;594;p100"/>
          <p:cNvSpPr/>
          <p:nvPr/>
        </p:nvSpPr>
        <p:spPr>
          <a:xfrm>
            <a:off x="1073093" y="344780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Marketing Advisory Committee (MAC)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5" name="Google Shape;595;p100"/>
          <p:cNvSpPr/>
          <p:nvPr/>
        </p:nvSpPr>
        <p:spPr>
          <a:xfrm>
            <a:off x="46137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Projects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6" name="Google Shape;596;p100"/>
          <p:cNvSpPr/>
          <p:nvPr/>
        </p:nvSpPr>
        <p:spPr>
          <a:xfrm>
            <a:off x="6304193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Groups/SIGs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597" name="Google Shape;597;p100"/>
          <p:cNvCxnSpPr>
            <a:stCxn id="592" idx="3"/>
            <a:endCxn id="591" idx="1"/>
          </p:cNvCxnSpPr>
          <p:nvPr/>
        </p:nvCxnSpPr>
        <p:spPr>
          <a:xfrm>
            <a:off x="3456447" y="2000301"/>
            <a:ext cx="2002500" cy="6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8" name="Google Shape;598;p100"/>
          <p:cNvCxnSpPr>
            <a:stCxn id="592" idx="2"/>
            <a:endCxn id="594" idx="0"/>
          </p:cNvCxnSpPr>
          <p:nvPr/>
        </p:nvCxnSpPr>
        <p:spPr>
          <a:xfrm rot="5400000">
            <a:off x="1651497" y="2412051"/>
            <a:ext cx="1226400" cy="845400"/>
          </a:xfrm>
          <a:prstGeom prst="bentConnector3">
            <a:avLst>
              <a:gd fmla="val 87222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9" name="Google Shape;599;p100"/>
          <p:cNvCxnSpPr>
            <a:stCxn id="593" idx="0"/>
            <a:endCxn id="592" idx="2"/>
          </p:cNvCxnSpPr>
          <p:nvPr/>
        </p:nvCxnSpPr>
        <p:spPr>
          <a:xfrm rot="-5400000">
            <a:off x="20361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0" name="Google Shape;600;p100"/>
          <p:cNvCxnSpPr>
            <a:stCxn id="591" idx="2"/>
            <a:endCxn id="596" idx="0"/>
          </p:cNvCxnSpPr>
          <p:nvPr/>
        </p:nvCxnSpPr>
        <p:spPr>
          <a:xfrm flipH="1" rot="-5400000">
            <a:off x="6422090" y="2027451"/>
            <a:ext cx="457200" cy="8454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1" name="Google Shape;601;p100"/>
          <p:cNvCxnSpPr>
            <a:stCxn id="595" idx="0"/>
            <a:endCxn id="591" idx="2"/>
          </p:cNvCxnSpPr>
          <p:nvPr/>
        </p:nvCxnSpPr>
        <p:spPr>
          <a:xfrm rot="-5400000">
            <a:off x="55767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02" name="Google Shape;602;p100"/>
          <p:cNvSpPr/>
          <p:nvPr/>
        </p:nvSpPr>
        <p:spPr>
          <a:xfrm>
            <a:off x="2783381" y="2678756"/>
            <a:ext cx="1538100" cy="899700"/>
          </a:xfrm>
          <a:prstGeom prst="roundRect">
            <a:avLst>
              <a:gd fmla="val 25575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LF Energy Standards and Specifications (LFESS)</a:t>
            </a:r>
            <a:endParaRPr b="1"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Steering Committee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3" name="Google Shape;603;p100"/>
          <p:cNvSpPr/>
          <p:nvPr/>
        </p:nvSpPr>
        <p:spPr>
          <a:xfrm>
            <a:off x="5458931" y="35784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Standards 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604" name="Google Shape;604;p100"/>
          <p:cNvCxnSpPr>
            <a:stCxn id="602" idx="0"/>
          </p:cNvCxnSpPr>
          <p:nvPr/>
        </p:nvCxnSpPr>
        <p:spPr>
          <a:xfrm flipH="1" rot="5400000">
            <a:off x="2960531" y="2086856"/>
            <a:ext cx="318600" cy="8652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5" name="Google Shape;605;p100"/>
          <p:cNvCxnSpPr>
            <a:stCxn id="603" idx="1"/>
            <a:endCxn id="602" idx="2"/>
          </p:cNvCxnSpPr>
          <p:nvPr/>
        </p:nvCxnSpPr>
        <p:spPr>
          <a:xfrm rot="10800000">
            <a:off x="3552431" y="3578603"/>
            <a:ext cx="1906500" cy="2211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6" name="Google Shape;606;p100"/>
          <p:cNvCxnSpPr>
            <a:stCxn id="603" idx="0"/>
          </p:cNvCxnSpPr>
          <p:nvPr/>
        </p:nvCxnSpPr>
        <p:spPr>
          <a:xfrm rot="-5400000">
            <a:off x="5674481" y="3018053"/>
            <a:ext cx="1113900" cy="69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lgDashDot"/>
            <a:round/>
            <a:headEnd len="sm" w="sm" type="none"/>
            <a:tailEnd len="sm" w="sm" type="none"/>
          </a:ln>
        </p:spPr>
      </p:cxnSp>
      <p:cxnSp>
        <p:nvCxnSpPr>
          <p:cNvPr id="607" name="Google Shape;607;p100"/>
          <p:cNvCxnSpPr/>
          <p:nvPr/>
        </p:nvCxnSpPr>
        <p:spPr>
          <a:xfrm>
            <a:off x="4471275" y="1094344"/>
            <a:ext cx="0" cy="34062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08" name="Google Shape;608;p100"/>
          <p:cNvSpPr txBox="1"/>
          <p:nvPr/>
        </p:nvSpPr>
        <p:spPr>
          <a:xfrm>
            <a:off x="588469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Fiduciary Governance - Membership driven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609" name="Google Shape;609;p100"/>
          <p:cNvSpPr txBox="1"/>
          <p:nvPr/>
        </p:nvSpPr>
        <p:spPr>
          <a:xfrm>
            <a:off x="4621106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Technical Governance - Open to all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3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p10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Advisory Committee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615" name="Google Shape;615;p10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6" name="Google Shape;616;p10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0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p102"/>
          <p:cNvSpPr txBox="1"/>
          <p:nvPr>
            <p:ph type="ctrTitle"/>
          </p:nvPr>
        </p:nvSpPr>
        <p:spPr>
          <a:xfrm>
            <a:off x="598100" y="1792953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  <p:sp>
        <p:nvSpPr>
          <p:cNvPr id="622" name="Google Shape;622;p10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6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10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LF Energy budget, directing the use of funds to advance the mission of the LF Energy Foundation;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LF Energy Foundation Charter.</a:t>
            </a:r>
            <a:endParaRPr sz="1700"/>
          </a:p>
        </p:txBody>
      </p:sp>
      <p:sp>
        <p:nvSpPr>
          <p:cNvPr id="628" name="Google Shape;628;p10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629" name="Google Shape;629;p10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3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10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635" name="Google Shape;635;p104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does </a:t>
            </a:r>
            <a:r>
              <a:rPr b="1" lang="en"/>
              <a:t>not</a:t>
            </a:r>
            <a:r>
              <a:rPr lang="en"/>
              <a:t> make technical decisions for LF Energy Foundation other than working with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/>
              <a:t> to set the overall scope for the LF Energy Foundation.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is </a:t>
            </a:r>
            <a:r>
              <a:rPr b="1" lang="en"/>
              <a:t>not</a:t>
            </a:r>
            <a:r>
              <a:rPr lang="en"/>
              <a:t> responsible for overseeing day-to-day operations of LF Energy Foundation. This is the responsibility of the foundation staff.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6" name="Google Shape;636;p10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0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p10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642" name="Google Shape;642;p105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Duties of the Governing Board Chairperson include: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Oversee the day-to-day operational decisions of the LF Energy Foundation.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Be a spokesperson for the LF Energy Foundation and the Governing Board, as needed</a:t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3(d)</a:t>
            </a:r>
            <a:r>
              <a:rPr lang="en" sz="1500"/>
              <a:t> of the LF Energy Foundation Charter for more information about the chairperson role.</a:t>
            </a:r>
            <a:endParaRPr sz="1500"/>
          </a:p>
        </p:txBody>
      </p:sp>
      <p:sp>
        <p:nvSpPr>
          <p:cNvPr id="643" name="Google Shape;643;p10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10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  <p:sp>
        <p:nvSpPr>
          <p:cNvPr id="649" name="Google Shape;649;p10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3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p10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One representative appointed from each Strategic member; and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TAC Chairperson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LF Energy Foundation Charter for more information about composition.</a:t>
            </a:r>
            <a:endParaRPr/>
          </a:p>
        </p:txBody>
      </p:sp>
      <p:sp>
        <p:nvSpPr>
          <p:cNvPr id="655" name="Google Shape;655;p10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656" name="Google Shape;656;p10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p108"/>
          <p:cNvSpPr txBox="1"/>
          <p:nvPr>
            <p:ph type="ctrTitle"/>
          </p:nvPr>
        </p:nvSpPr>
        <p:spPr>
          <a:xfrm>
            <a:off x="312650" y="1894500"/>
            <a:ext cx="4013100" cy="135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/>
              <a:t>voting representatives</a:t>
            </a:r>
            <a:endParaRPr sz="3000"/>
          </a:p>
        </p:txBody>
      </p:sp>
      <p:pic>
        <p:nvPicPr>
          <p:cNvPr id="663" name="Google Shape;663;p108" title="Screenshot 2026-07-02 at 8.56.50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91054" y="0"/>
            <a:ext cx="3652946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664" name="Google Shape;664;p108" title="Screenshot 2026-07-02 at 8.56.14 AM.png"/>
          <p:cNvPicPr preferRelativeResize="0"/>
          <p:nvPr/>
        </p:nvPicPr>
        <p:blipFill rotWithShape="1">
          <a:blip r:embed="rId4">
            <a:alphaModFix/>
          </a:blip>
          <a:srcRect b="0" l="0" r="0" t="8046"/>
          <a:stretch/>
        </p:blipFill>
        <p:spPr>
          <a:xfrm>
            <a:off x="5643650" y="1719850"/>
            <a:ext cx="593700" cy="6153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8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p109"/>
          <p:cNvSpPr txBox="1"/>
          <p:nvPr>
            <p:ph type="ctrTitle"/>
          </p:nvPr>
        </p:nvSpPr>
        <p:spPr>
          <a:xfrm>
            <a:off x="60495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  <p:sp>
        <p:nvSpPr>
          <p:cNvPr id="670" name="Google Shape;670;p10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4" name="Shape 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p110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The Governing Board has monthly virtual regular meetings, generally on the first Wednesday of each month.</a:t>
            </a:r>
            <a:endParaRPr sz="1500"/>
          </a:p>
          <a:p>
            <a:pPr indent="-323850" lvl="0" marL="457200" rtl="0" algn="l">
              <a:spcBef>
                <a:spcPts val="10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In rare and exceptional circumstances (e.g., in an emergency situation), an additional ad hoc </a:t>
            </a:r>
            <a:r>
              <a:rPr lang="en" sz="1500"/>
              <a:t>special meeting</a:t>
            </a:r>
            <a:r>
              <a:rPr lang="en" sz="1500"/>
              <a:t> of the Governing Board may be convened. 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To request a special meeting, please email your request the Executive Director and Governing Board Chair, and they will decide whether a special meeting is necessary or the proposed agenda item can be discussed by email or at the next regular meeting.</a:t>
            </a:r>
            <a:endParaRPr sz="1200"/>
          </a:p>
        </p:txBody>
      </p:sp>
      <p:sp>
        <p:nvSpPr>
          <p:cNvPr id="676" name="Google Shape;676;p1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677" name="Google Shape;677;p1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1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LF Energy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683" name="Google Shape;683;p11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684" name="Google Shape;684;p1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8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11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690" name="Google Shape;690;p11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691" name="Google Shape;691;p1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5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p11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Agendas and Exhibits for Governing Board meetings will be made available one week prior to the scheduled meeting.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697" name="Google Shape;697;p11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698" name="Google Shape;698;p1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2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p114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Marketing Advisory Committee:</a:t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6"/>
              </a:rPr>
              <a:t>mac@lists.lfenergy.org</a:t>
            </a:r>
            <a:r>
              <a:rPr lang="en"/>
              <a:t>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4" name="Google Shape;704;p114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705" name="Google Shape;705;p114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LF Energy slack here</a:t>
            </a:r>
            <a:r>
              <a:rPr lang="en"/>
              <a:t>. 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members.lfenergy.org</a:t>
            </a:r>
            <a:r>
              <a:rPr lang="en"/>
              <a:t>.</a:t>
            </a:r>
            <a:endParaRPr/>
          </a:p>
        </p:txBody>
      </p:sp>
      <p:sp>
        <p:nvSpPr>
          <p:cNvPr id="706" name="Google Shape;706;p11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>
                <a:solidFill>
                  <a:schemeClr val="dk2"/>
                </a:solidFill>
              </a:rPr>
              <a:t>‹#›</a:t>
            </a:fld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0" name="Shape 7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Google Shape;711;p115"/>
          <p:cNvSpPr txBox="1"/>
          <p:nvPr>
            <p:ph type="ctrTitle"/>
          </p:nvPr>
        </p:nvSpPr>
        <p:spPr>
          <a:xfrm>
            <a:off x="6255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  <p:sp>
        <p:nvSpPr>
          <p:cNvPr id="712" name="Google Shape;712;p1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6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p116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8" name="Google Shape;718;p116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LF Energy Foundation staff to develop and review the LF Energy budget.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quarterly on the Wednesday of the week before the Governing Board meeting</a:t>
            </a:r>
            <a:br>
              <a:rPr lang="en" sz="1900"/>
            </a:b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b="1" lang="en" sz="1900"/>
              <a:t>.</a:t>
            </a:r>
            <a:endParaRPr b="1" sz="1900"/>
          </a:p>
        </p:txBody>
      </p:sp>
      <p:sp>
        <p:nvSpPr>
          <p:cNvPr id="719" name="Google Shape;719;p11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11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LF Energy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LF Energy and does not have an attorney-client relationship with LF Energy Foundation.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725" name="Google Shape;725;p11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6" name="Google Shape;726;p11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0" name="Shape 7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Google Shape;731;p118"/>
          <p:cNvSpPr txBox="1"/>
          <p:nvPr>
            <p:ph type="ctrTitle"/>
          </p:nvPr>
        </p:nvSpPr>
        <p:spPr>
          <a:xfrm>
            <a:off x="598100" y="150762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Policies and Other Resources</a:t>
            </a:r>
            <a:endParaRPr/>
          </a:p>
        </p:txBody>
      </p:sp>
      <p:sp>
        <p:nvSpPr>
          <p:cNvPr id="732" name="Google Shape;732;p1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6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p11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LF Energy Foundation Policies and Resources</a:t>
            </a:r>
            <a:endParaRPr sz="2200"/>
          </a:p>
        </p:txBody>
      </p:sp>
      <p:sp>
        <p:nvSpPr>
          <p:cNvPr id="738" name="Google Shape;738;p11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LF Energy Foundation Charter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LF Energy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LF Energy Landscape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739" name="Google Shape;739;p11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3" name="Shape 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Google Shape;744;p120"/>
          <p:cNvSpPr txBox="1"/>
          <p:nvPr>
            <p:ph type="title"/>
          </p:nvPr>
        </p:nvSpPr>
        <p:spPr>
          <a:xfrm>
            <a:off x="208700" y="41645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staff</a:t>
            </a:r>
            <a:endParaRPr/>
          </a:p>
        </p:txBody>
      </p:sp>
      <p:sp>
        <p:nvSpPr>
          <p:cNvPr id="745" name="Google Shape;745;p120"/>
          <p:cNvSpPr txBox="1"/>
          <p:nvPr>
            <p:ph idx="1" type="body"/>
          </p:nvPr>
        </p:nvSpPr>
        <p:spPr>
          <a:xfrm>
            <a:off x="163075" y="1229975"/>
            <a:ext cx="4818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3"/>
              </a:rPr>
              <a:t>Alex Thornton</a:t>
            </a:r>
            <a:r>
              <a:rPr lang="en" sz="1700"/>
              <a:t>, LF Energy Executive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4"/>
              </a:rPr>
              <a:t>Dan Brown</a:t>
            </a:r>
            <a:r>
              <a:rPr lang="en" sz="1700"/>
              <a:t>, Marketing Director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5"/>
              </a:rPr>
              <a:t>John Mertic</a:t>
            </a:r>
            <a:r>
              <a:rPr lang="en" sz="1700"/>
              <a:t>, Program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6"/>
              </a:rPr>
              <a:t>Yarille Ortiz</a:t>
            </a:r>
            <a:r>
              <a:rPr lang="en" sz="1700"/>
              <a:t>, Associate Program Manager</a:t>
            </a:r>
            <a:endParaRPr i="1" sz="2100">
              <a:solidFill>
                <a:srgbClr val="000000"/>
              </a:solidFill>
            </a:endParaRPr>
          </a:p>
        </p:txBody>
      </p:sp>
      <p:pic>
        <p:nvPicPr>
          <p:cNvPr id="746" name="Google Shape;746;p120"/>
          <p:cNvPicPr preferRelativeResize="0"/>
          <p:nvPr/>
        </p:nvPicPr>
        <p:blipFill rotWithShape="1">
          <a:blip r:embed="rId7">
            <a:alphaModFix/>
          </a:blip>
          <a:srcRect b="0" l="16667" r="16667" t="0"/>
          <a:stretch/>
        </p:blipFill>
        <p:spPr>
          <a:xfrm>
            <a:off x="5122275" y="2514850"/>
            <a:ext cx="1667407" cy="16674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47" name="Google Shape;747;p12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786725" y="850588"/>
            <a:ext cx="1667449" cy="1667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748" name="Google Shape;748;p120" title="IMG_0161.jpg"/>
          <p:cNvPicPr preferRelativeResize="0"/>
          <p:nvPr/>
        </p:nvPicPr>
        <p:blipFill rotWithShape="1">
          <a:blip r:embed="rId9">
            <a:alphaModFix/>
          </a:blip>
          <a:srcRect b="31516" l="0" r="0" t="0"/>
          <a:stretch/>
        </p:blipFill>
        <p:spPr>
          <a:xfrm>
            <a:off x="6789700" y="2518025"/>
            <a:ext cx="1661501" cy="1661098"/>
          </a:xfrm>
          <a:prstGeom prst="rect">
            <a:avLst/>
          </a:prstGeom>
          <a:noFill/>
          <a:ln>
            <a:noFill/>
          </a:ln>
        </p:spPr>
      </p:pic>
      <p:pic>
        <p:nvPicPr>
          <p:cNvPr id="749" name="Google Shape;749;p120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5125224" y="853550"/>
            <a:ext cx="1661501" cy="1661527"/>
          </a:xfrm>
          <a:prstGeom prst="rect">
            <a:avLst/>
          </a:prstGeom>
          <a:noFill/>
          <a:ln>
            <a:noFill/>
          </a:ln>
        </p:spPr>
      </p:pic>
      <p:sp>
        <p:nvSpPr>
          <p:cNvPr id="750" name="Google Shape;750;p120"/>
          <p:cNvSpPr txBox="1"/>
          <p:nvPr/>
        </p:nvSpPr>
        <p:spPr>
          <a:xfrm>
            <a:off x="5122200" y="4233000"/>
            <a:ext cx="3329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S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upport requests for the staff can be made at </a:t>
            </a:r>
            <a:r>
              <a:rPr i="1" lang="en" sz="1100" u="sng">
                <a:solidFill>
                  <a:schemeClr val="hlink"/>
                </a:solidFill>
                <a:latin typeface="Roboto Slab Light"/>
                <a:ea typeface="Roboto Slab Light"/>
                <a:cs typeface="Roboto Slab Light"/>
                <a:sym typeface="Roboto Slab Light"/>
                <a:hlinkClick r:id="rId11"/>
              </a:rPr>
              <a:t>support.lfenergy.org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.</a:t>
            </a:r>
            <a:endParaRPr i="1"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21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Membership details ( look under ‘Membership’ &gt; ‘LF Energy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Insights on contributors from your organization ( look under the ‘Project Contributors’ tab )</a:t>
            </a:r>
            <a:br>
              <a:rPr lang="en" sz="1200"/>
            </a:b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756" name="Google Shape;756;p12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757" name="Google Shape;757;p12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p12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LF Energy</a:t>
            </a:r>
            <a:r>
              <a:rPr lang="en" sz="2200"/>
              <a:t> Foundation</a:t>
            </a:r>
            <a:endParaRPr sz="2200"/>
          </a:p>
        </p:txBody>
      </p:sp>
      <p:sp>
        <p:nvSpPr>
          <p:cNvPr id="763" name="Google Shape;763;p12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LF Energy Foundation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LF Energy Project and Working Group Leads</a:t>
            </a:r>
            <a:endParaRPr/>
          </a:p>
        </p:txBody>
      </p:sp>
      <p:sp>
        <p:nvSpPr>
          <p:cNvPr id="764" name="Google Shape;764;p12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8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p123"/>
          <p:cNvSpPr txBox="1"/>
          <p:nvPr>
            <p:ph idx="4294967295" type="title"/>
          </p:nvPr>
        </p:nvSpPr>
        <p:spPr>
          <a:xfrm>
            <a:off x="1119525" y="3321275"/>
            <a:ext cx="2675400" cy="87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Thank you!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770" name="Google Shape;770;p123"/>
          <p:cNvSpPr txBox="1"/>
          <p:nvPr>
            <p:ph idx="4294967295" type="subTitle"/>
          </p:nvPr>
        </p:nvSpPr>
        <p:spPr>
          <a:xfrm>
            <a:off x="4320275" y="3412769"/>
            <a:ext cx="4535400" cy="69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lang="en">
                <a:solidFill>
                  <a:schemeClr val="lt1"/>
                </a:solidFill>
              </a:rPr>
              <a:t>.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