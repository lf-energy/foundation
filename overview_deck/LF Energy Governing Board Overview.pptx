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4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6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6.png"/><Relationship Id="rId4" Type="http://schemas.openxmlformats.org/officeDocument/2006/relationships/image" Target="../media/image19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19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19.png"/><Relationship Id="rId4" Type="http://schemas.openxmlformats.org/officeDocument/2006/relationships/image" Target="../media/image29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Relationship Id="rId3" Type="http://schemas.openxmlformats.org/officeDocument/2006/relationships/image" Target="../media/image16.png"/><Relationship Id="rId4" Type="http://schemas.openxmlformats.org/officeDocument/2006/relationships/image" Target="../media/image34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1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9.png"/><Relationship Id="rId3" Type="http://schemas.openxmlformats.org/officeDocument/2006/relationships/image" Target="../media/image48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7.png"/><Relationship Id="rId3" Type="http://schemas.openxmlformats.org/officeDocument/2006/relationships/image" Target="../media/image52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7.png"/><Relationship Id="rId3" Type="http://schemas.openxmlformats.org/officeDocument/2006/relationships/image" Target="../media/image5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0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6.png"/><Relationship Id="rId3" Type="http://schemas.openxmlformats.org/officeDocument/2006/relationships/image" Target="../media/image54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4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6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5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7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57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9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1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5.png"/><Relationship Id="rId3" Type="http://schemas.openxmlformats.org/officeDocument/2006/relationships/image" Target="../media/image73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77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79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0.png"/><Relationship Id="rId3" Type="http://schemas.openxmlformats.org/officeDocument/2006/relationships/image" Target="../media/image77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5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4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3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4.png"/><Relationship Id="rId4" Type="http://schemas.openxmlformats.org/officeDocument/2006/relationships/image" Target="../media/image87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8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5.jpg"/><Relationship Id="rId8" Type="http://schemas.openxmlformats.org/officeDocument/2006/relationships/image" Target="../media/image86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9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