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7.png"/><Relationship Id="rId4" Type="http://schemas.openxmlformats.org/officeDocument/2006/relationships/image" Target="../media/image4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Relationship Id="rId3" Type="http://schemas.openxmlformats.org/officeDocument/2006/relationships/image" Target="../media/image38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6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6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Relationship Id="rId3" Type="http://schemas.openxmlformats.org/officeDocument/2006/relationships/image" Target="../media/image38.png"/><Relationship Id="rId4" Type="http://schemas.openxmlformats.org/officeDocument/2006/relationships/image" Target="../media/image16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16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16.png"/><Relationship Id="rId4" Type="http://schemas.openxmlformats.org/officeDocument/2006/relationships/image" Target="../media/image22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6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Relationship Id="rId3" Type="http://schemas.openxmlformats.org/officeDocument/2006/relationships/image" Target="../media/image38.png"/><Relationship Id="rId4" Type="http://schemas.openxmlformats.org/officeDocument/2006/relationships/image" Target="../media/image33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6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2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4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7.png"/><Relationship Id="rId4" Type="http://schemas.openxmlformats.org/officeDocument/2006/relationships/image" Target="../media/image4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5.png"/><Relationship Id="rId3" Type="http://schemas.openxmlformats.org/officeDocument/2006/relationships/image" Target="../media/image55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2.png"/><Relationship Id="rId3" Type="http://schemas.openxmlformats.org/officeDocument/2006/relationships/image" Target="../media/image58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2.png"/><Relationship Id="rId3" Type="http://schemas.openxmlformats.org/officeDocument/2006/relationships/image" Target="../media/image4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4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9.png"/><Relationship Id="rId3" Type="http://schemas.openxmlformats.org/officeDocument/2006/relationships/image" Target="../media/image57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9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8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2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2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79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4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7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2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4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17.png"/><Relationship Id="rId4" Type="http://schemas.openxmlformats.org/officeDocument/2006/relationships/image" Target="../media/image4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6.png"/><Relationship Id="rId3" Type="http://schemas.openxmlformats.org/officeDocument/2006/relationships/image" Target="../media/image67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4.png"/><Relationship Id="rId3" Type="http://schemas.openxmlformats.org/officeDocument/2006/relationships/image" Target="../media/image76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73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0.png"/><Relationship Id="rId3" Type="http://schemas.openxmlformats.org/officeDocument/2006/relationships/image" Target="../media/image76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6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3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2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5.png"/><Relationship Id="rId4" Type="http://schemas.openxmlformats.org/officeDocument/2006/relationships/image" Target="../media/image86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3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2.jpg"/><Relationship Id="rId8" Type="http://schemas.openxmlformats.org/officeDocument/2006/relationships/image" Target="../media/image75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7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