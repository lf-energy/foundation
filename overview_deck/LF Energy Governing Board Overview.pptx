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3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39.png"/><Relationship Id="rId4" Type="http://schemas.openxmlformats.org/officeDocument/2006/relationships/image" Target="../media/image2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5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5.png"/><Relationship Id="rId4" Type="http://schemas.openxmlformats.org/officeDocument/2006/relationships/image" Target="../media/image2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9.png"/><Relationship Id="rId4" Type="http://schemas.openxmlformats.org/officeDocument/2006/relationships/image" Target="../media/image1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6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5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5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6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6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6.png"/><Relationship Id="rId3" Type="http://schemas.openxmlformats.org/officeDocument/2006/relationships/image" Target="../media/image7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0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7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83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5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