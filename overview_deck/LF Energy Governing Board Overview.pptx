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5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39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26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26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39.png"/><Relationship Id="rId4" Type="http://schemas.openxmlformats.org/officeDocument/2006/relationships/image" Target="../media/image26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Relationship Id="rId3" Type="http://schemas.openxmlformats.org/officeDocument/2006/relationships/image" Target="../media/image26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Relationship Id="rId3" Type="http://schemas.openxmlformats.org/officeDocument/2006/relationships/image" Target="../media/image26.png"/><Relationship Id="rId4" Type="http://schemas.openxmlformats.org/officeDocument/2006/relationships/image" Target="../media/image17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26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Relationship Id="rId3" Type="http://schemas.openxmlformats.org/officeDocument/2006/relationships/image" Target="../media/image39.png"/><Relationship Id="rId4" Type="http://schemas.openxmlformats.org/officeDocument/2006/relationships/image" Target="../media/image32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26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5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5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0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9.png"/><Relationship Id="rId3" Type="http://schemas.openxmlformats.org/officeDocument/2006/relationships/image" Target="../media/image75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6.png"/><Relationship Id="rId3" Type="http://schemas.openxmlformats.org/officeDocument/2006/relationships/image" Target="../media/image66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6.png"/><Relationship Id="rId3" Type="http://schemas.openxmlformats.org/officeDocument/2006/relationships/image" Target="../media/image6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4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1.png"/><Relationship Id="rId3" Type="http://schemas.openxmlformats.org/officeDocument/2006/relationships/image" Target="../media/image54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8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9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1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6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76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7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5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5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9.png"/><Relationship Id="rId3" Type="http://schemas.openxmlformats.org/officeDocument/2006/relationships/image" Target="../media/image68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63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72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0.png"/><Relationship Id="rId3" Type="http://schemas.openxmlformats.org/officeDocument/2006/relationships/image" Target="../media/image63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3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4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3.png"/><Relationship Id="rId4" Type="http://schemas.openxmlformats.org/officeDocument/2006/relationships/image" Target="../media/image85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4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2.jpg"/><Relationship Id="rId8" Type="http://schemas.openxmlformats.org/officeDocument/2006/relationships/image" Target="../media/image71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6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