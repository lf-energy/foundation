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9.png"/><Relationship Id="rId4" Type="http://schemas.openxmlformats.org/officeDocument/2006/relationships/image" Target="../media/image2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29.png"/><Relationship Id="rId4" Type="http://schemas.openxmlformats.org/officeDocument/2006/relationships/image" Target="../media/image3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2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8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8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4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6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image" Target="../media/image18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5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8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.png"/><Relationship Id="rId4" Type="http://schemas.openxmlformats.org/officeDocument/2006/relationships/image" Target="../media/image1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3.png"/><Relationship Id="rId3" Type="http://schemas.openxmlformats.org/officeDocument/2006/relationships/image" Target="../media/image7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6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7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Relationship Id="rId3" Type="http://schemas.openxmlformats.org/officeDocument/2006/relationships/image" Target="../media/image6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7.png"/><Relationship Id="rId4" Type="http://schemas.openxmlformats.org/officeDocument/2006/relationships/image" Target="../media/image8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5.jpg"/><Relationship Id="rId8" Type="http://schemas.openxmlformats.org/officeDocument/2006/relationships/image" Target="../media/image81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