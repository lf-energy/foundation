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9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9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png"/><Relationship Id="rId3" Type="http://schemas.openxmlformats.org/officeDocument/2006/relationships/image" Target="../media/image29.png"/><Relationship Id="rId4" Type="http://schemas.openxmlformats.org/officeDocument/2006/relationships/image" Target="../media/image2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9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27.png"/><Relationship Id="rId4" Type="http://schemas.openxmlformats.org/officeDocument/2006/relationships/image" Target="../media/image3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4.png"/><Relationship Id="rId3" Type="http://schemas.openxmlformats.org/officeDocument/2006/relationships/image" Target="../media/image29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5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68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9.png"/><Relationship Id="rId3" Type="http://schemas.openxmlformats.org/officeDocument/2006/relationships/image" Target="../media/image5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0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3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59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Relationship Id="rId3" Type="http://schemas.openxmlformats.org/officeDocument/2006/relationships/image" Target="../media/image74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5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1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7.png"/><Relationship Id="rId4" Type="http://schemas.openxmlformats.org/officeDocument/2006/relationships/image" Target="../media/image88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5.jpg"/><Relationship Id="rId8" Type="http://schemas.openxmlformats.org/officeDocument/2006/relationships/image" Target="../media/image83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9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