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8.png"/><Relationship Id="rId4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4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5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44.png"/><Relationship Id="rId4" Type="http://schemas.openxmlformats.org/officeDocument/2006/relationships/image" Target="../media/image15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15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15.png"/><Relationship Id="rId4" Type="http://schemas.openxmlformats.org/officeDocument/2006/relationships/image" Target="../media/image30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5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44.png"/><Relationship Id="rId4" Type="http://schemas.openxmlformats.org/officeDocument/2006/relationships/image" Target="../media/image32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5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8.png"/><Relationship Id="rId4" Type="http://schemas.openxmlformats.org/officeDocument/2006/relationships/image" Target="../media/image2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3.png"/><Relationship Id="rId3" Type="http://schemas.openxmlformats.org/officeDocument/2006/relationships/image" Target="../media/image51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1.png"/><Relationship Id="rId3" Type="http://schemas.openxmlformats.org/officeDocument/2006/relationships/image" Target="../media/image58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1.png"/><Relationship Id="rId3" Type="http://schemas.openxmlformats.org/officeDocument/2006/relationships/image" Target="../media/image2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1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0.png"/><Relationship Id="rId3" Type="http://schemas.openxmlformats.org/officeDocument/2006/relationships/image" Target="../media/image66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7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7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1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9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1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18.png"/><Relationship Id="rId4" Type="http://schemas.openxmlformats.org/officeDocument/2006/relationships/image" Target="../media/image2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5.png"/><Relationship Id="rId3" Type="http://schemas.openxmlformats.org/officeDocument/2006/relationships/image" Target="../media/image76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78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4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78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4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1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3.png"/><Relationship Id="rId4" Type="http://schemas.openxmlformats.org/officeDocument/2006/relationships/image" Target="../media/image8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4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2.jpg"/><Relationship Id="rId8" Type="http://schemas.openxmlformats.org/officeDocument/2006/relationships/image" Target="../media/image72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5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