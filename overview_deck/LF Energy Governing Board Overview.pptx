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5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25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6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6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25.png"/><Relationship Id="rId4" Type="http://schemas.openxmlformats.org/officeDocument/2006/relationships/image" Target="../media/image16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Relationship Id="rId3" Type="http://schemas.openxmlformats.org/officeDocument/2006/relationships/image" Target="../media/image16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Relationship Id="rId3" Type="http://schemas.openxmlformats.org/officeDocument/2006/relationships/image" Target="../media/image16.png"/><Relationship Id="rId4" Type="http://schemas.openxmlformats.org/officeDocument/2006/relationships/image" Target="../media/image32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6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Relationship Id="rId3" Type="http://schemas.openxmlformats.org/officeDocument/2006/relationships/image" Target="../media/image25.png"/><Relationship Id="rId4" Type="http://schemas.openxmlformats.org/officeDocument/2006/relationships/image" Target="../media/image40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6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5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6.png"/><Relationship Id="rId3" Type="http://schemas.openxmlformats.org/officeDocument/2006/relationships/image" Target="../media/image71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7.png"/><Relationship Id="rId3" Type="http://schemas.openxmlformats.org/officeDocument/2006/relationships/image" Target="../media/image53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7.png"/><Relationship Id="rId3" Type="http://schemas.openxmlformats.org/officeDocument/2006/relationships/image" Target="../media/image10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9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0.png"/><Relationship Id="rId3" Type="http://schemas.openxmlformats.org/officeDocument/2006/relationships/image" Target="../media/image48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5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9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6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7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66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8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5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4.png"/><Relationship Id="rId3" Type="http://schemas.openxmlformats.org/officeDocument/2006/relationships/image" Target="../media/image74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70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75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0.png"/><Relationship Id="rId3" Type="http://schemas.openxmlformats.org/officeDocument/2006/relationships/image" Target="../media/image70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4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1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2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3.png"/><Relationship Id="rId4" Type="http://schemas.openxmlformats.org/officeDocument/2006/relationships/image" Target="../media/image86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4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2.jpg"/><Relationship Id="rId8" Type="http://schemas.openxmlformats.org/officeDocument/2006/relationships/image" Target="../media/image78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7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