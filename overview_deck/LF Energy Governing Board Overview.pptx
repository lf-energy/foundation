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3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3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3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35.png"/><Relationship Id="rId4" Type="http://schemas.openxmlformats.org/officeDocument/2006/relationships/image" Target="../media/image3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3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32.png"/><Relationship Id="rId4" Type="http://schemas.openxmlformats.org/officeDocument/2006/relationships/image" Target="../media/image1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3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35.png"/><Relationship Id="rId4" Type="http://schemas.openxmlformats.org/officeDocument/2006/relationships/image" Target="../media/image37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3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image" Target="../media/image79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Relationship Id="rId3" Type="http://schemas.openxmlformats.org/officeDocument/2006/relationships/image" Target="../media/image67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Relationship Id="rId3" Type="http://schemas.openxmlformats.org/officeDocument/2006/relationships/image" Target="../media/image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Relationship Id="rId3" Type="http://schemas.openxmlformats.org/officeDocument/2006/relationships/image" Target="../media/image7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6.png"/><Relationship Id="rId3" Type="http://schemas.openxmlformats.org/officeDocument/2006/relationships/image" Target="../media/image62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64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66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64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1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5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3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