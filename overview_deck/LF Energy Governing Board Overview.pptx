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2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25.png"/><Relationship Id="rId4" Type="http://schemas.openxmlformats.org/officeDocument/2006/relationships/image" Target="../media/image18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1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18.png"/><Relationship Id="rId4" Type="http://schemas.openxmlformats.org/officeDocument/2006/relationships/image" Target="../media/image4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5.png"/><Relationship Id="rId3" Type="http://schemas.openxmlformats.org/officeDocument/2006/relationships/image" Target="../media/image25.png"/><Relationship Id="rId4" Type="http://schemas.openxmlformats.org/officeDocument/2006/relationships/image" Target="../media/image38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2.png"/><Relationship Id="rId3" Type="http://schemas.openxmlformats.org/officeDocument/2006/relationships/image" Target="../media/image47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Relationship Id="rId3" Type="http://schemas.openxmlformats.org/officeDocument/2006/relationships/image" Target="../media/image6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Relationship Id="rId3" Type="http://schemas.openxmlformats.org/officeDocument/2006/relationships/image" Target="../media/image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8.png"/><Relationship Id="rId3" Type="http://schemas.openxmlformats.org/officeDocument/2006/relationships/image" Target="../media/image71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5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3.png"/><Relationship Id="rId3" Type="http://schemas.openxmlformats.org/officeDocument/2006/relationships/image" Target="../media/image79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6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7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67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1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4.png"/><Relationship Id="rId4" Type="http://schemas.openxmlformats.org/officeDocument/2006/relationships/image" Target="../media/image8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3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1.jpg"/><Relationship Id="rId8" Type="http://schemas.openxmlformats.org/officeDocument/2006/relationships/image" Target="../media/image72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