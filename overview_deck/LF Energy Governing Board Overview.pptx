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2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22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32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39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39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32.png"/><Relationship Id="rId4" Type="http://schemas.openxmlformats.org/officeDocument/2006/relationships/image" Target="../media/image39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image" Target="../media/image39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image" Target="../media/image39.png"/><Relationship Id="rId4" Type="http://schemas.openxmlformats.org/officeDocument/2006/relationships/image" Target="../media/image23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39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3.png"/><Relationship Id="rId3" Type="http://schemas.openxmlformats.org/officeDocument/2006/relationships/image" Target="../media/image32.png"/><Relationship Id="rId4" Type="http://schemas.openxmlformats.org/officeDocument/2006/relationships/image" Target="../media/image41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39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22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22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22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2.png"/><Relationship Id="rId3" Type="http://schemas.openxmlformats.org/officeDocument/2006/relationships/image" Target="../media/image59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5.png"/><Relationship Id="rId3" Type="http://schemas.openxmlformats.org/officeDocument/2006/relationships/image" Target="../media/image68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5.png"/><Relationship Id="rId3" Type="http://schemas.openxmlformats.org/officeDocument/2006/relationships/image" Target="../media/image3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9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0.png"/><Relationship Id="rId3" Type="http://schemas.openxmlformats.org/officeDocument/2006/relationships/image" Target="../media/image67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9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4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6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5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63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2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22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22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22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6.png"/><Relationship Id="rId3" Type="http://schemas.openxmlformats.org/officeDocument/2006/relationships/image" Target="../media/image76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73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77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1.png"/><Relationship Id="rId3" Type="http://schemas.openxmlformats.org/officeDocument/2006/relationships/image" Target="../media/image73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6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3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6.png"/><Relationship Id="rId4" Type="http://schemas.openxmlformats.org/officeDocument/2006/relationships/image" Target="../media/image8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5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3.jpg"/><Relationship Id="rId8" Type="http://schemas.openxmlformats.org/officeDocument/2006/relationships/image" Target="../media/image78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7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