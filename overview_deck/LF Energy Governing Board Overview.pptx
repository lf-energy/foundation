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7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3.png"/><Relationship Id="rId4" Type="http://schemas.openxmlformats.org/officeDocument/2006/relationships/image" Target="../media/image7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26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2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23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26.png"/><Relationship Id="rId4" Type="http://schemas.openxmlformats.org/officeDocument/2006/relationships/image" Target="../media/image23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23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23.png"/><Relationship Id="rId4" Type="http://schemas.openxmlformats.org/officeDocument/2006/relationships/image" Target="../media/image19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23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3.png"/><Relationship Id="rId3" Type="http://schemas.openxmlformats.org/officeDocument/2006/relationships/image" Target="../media/image26.png"/><Relationship Id="rId4" Type="http://schemas.openxmlformats.org/officeDocument/2006/relationships/image" Target="../media/image53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23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7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3.png"/><Relationship Id="rId4" Type="http://schemas.openxmlformats.org/officeDocument/2006/relationships/image" Target="../media/image7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8.png"/><Relationship Id="rId3" Type="http://schemas.openxmlformats.org/officeDocument/2006/relationships/image" Target="../media/image54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9.png"/><Relationship Id="rId3" Type="http://schemas.openxmlformats.org/officeDocument/2006/relationships/image" Target="../media/image61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9.png"/><Relationship Id="rId3" Type="http://schemas.openxmlformats.org/officeDocument/2006/relationships/image" Target="../media/image7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4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1.png"/><Relationship Id="rId3" Type="http://schemas.openxmlformats.org/officeDocument/2006/relationships/image" Target="../media/image68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8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2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6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9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83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5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1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7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1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7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13.png"/><Relationship Id="rId4" Type="http://schemas.openxmlformats.org/officeDocument/2006/relationships/image" Target="../media/image7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0.png"/><Relationship Id="rId3" Type="http://schemas.openxmlformats.org/officeDocument/2006/relationships/image" Target="../media/image79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7.png"/><Relationship Id="rId3" Type="http://schemas.openxmlformats.org/officeDocument/2006/relationships/image" Target="../media/image67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66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8.png"/><Relationship Id="rId3" Type="http://schemas.openxmlformats.org/officeDocument/2006/relationships/image" Target="../media/image67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1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3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1.png"/><Relationship Id="rId4" Type="http://schemas.openxmlformats.org/officeDocument/2006/relationships/image" Target="../media/image8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4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0.jpg"/><Relationship Id="rId8" Type="http://schemas.openxmlformats.org/officeDocument/2006/relationships/image" Target="../media/image72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7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