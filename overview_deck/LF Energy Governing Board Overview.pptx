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39" r:id="rId4"/>
    <p:sldMasterId id="2147483740" r:id="rId5"/>
    <p:sldMasterId id="2147483741" r:id="rId6"/>
  </p:sldMasterIdLst>
  <p:notesMasterIdLst>
    <p:notesMasterId r:id="rId7"/>
  </p:notesMasterIdLst>
  <p:sldIdLst>
    <p:sldId id="256" r:id="rId8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3.xml"/><Relationship Id="rId22" Type="http://schemas.openxmlformats.org/officeDocument/2006/relationships/slide" Target="slides/slide15.xml"/><Relationship Id="rId21" Type="http://schemas.openxmlformats.org/officeDocument/2006/relationships/slide" Target="slides/slide14.xml"/><Relationship Id="rId24" Type="http://schemas.openxmlformats.org/officeDocument/2006/relationships/slide" Target="slides/slide17.xml"/><Relationship Id="rId23" Type="http://schemas.openxmlformats.org/officeDocument/2006/relationships/slide" Target="slides/slide1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2.xml"/><Relationship Id="rId26" Type="http://schemas.openxmlformats.org/officeDocument/2006/relationships/slide" Target="slides/slide19.xml"/><Relationship Id="rId25" Type="http://schemas.openxmlformats.org/officeDocument/2006/relationships/slide" Target="slides/slide18.xml"/><Relationship Id="rId28" Type="http://schemas.openxmlformats.org/officeDocument/2006/relationships/slide" Target="slides/slide21.xml"/><Relationship Id="rId27" Type="http://schemas.openxmlformats.org/officeDocument/2006/relationships/slide" Target="slides/slide20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2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1.xml"/><Relationship Id="rId31" Type="http://schemas.openxmlformats.org/officeDocument/2006/relationships/slide" Target="slides/slide24.xml"/><Relationship Id="rId30" Type="http://schemas.openxmlformats.org/officeDocument/2006/relationships/slide" Target="slides/slide23.xml"/><Relationship Id="rId11" Type="http://schemas.openxmlformats.org/officeDocument/2006/relationships/slide" Target="slides/slide4.xml"/><Relationship Id="rId33" Type="http://schemas.openxmlformats.org/officeDocument/2006/relationships/slide" Target="slides/slide26.xml"/><Relationship Id="rId10" Type="http://schemas.openxmlformats.org/officeDocument/2006/relationships/slide" Target="slides/slide3.xml"/><Relationship Id="rId32" Type="http://schemas.openxmlformats.org/officeDocument/2006/relationships/slide" Target="slides/slide25.xml"/><Relationship Id="rId13" Type="http://schemas.openxmlformats.org/officeDocument/2006/relationships/slide" Target="slides/slide6.xml"/><Relationship Id="rId35" Type="http://schemas.openxmlformats.org/officeDocument/2006/relationships/slide" Target="slides/slide28.xml"/><Relationship Id="rId12" Type="http://schemas.openxmlformats.org/officeDocument/2006/relationships/slide" Target="slides/slide5.xml"/><Relationship Id="rId34" Type="http://schemas.openxmlformats.org/officeDocument/2006/relationships/slide" Target="slides/slide27.xml"/><Relationship Id="rId15" Type="http://schemas.openxmlformats.org/officeDocument/2006/relationships/slide" Target="slides/slide8.xml"/><Relationship Id="rId14" Type="http://schemas.openxmlformats.org/officeDocument/2006/relationships/slide" Target="slides/slide7.xml"/><Relationship Id="rId36" Type="http://schemas.openxmlformats.org/officeDocument/2006/relationships/slide" Target="slides/slide29.xml"/><Relationship Id="rId17" Type="http://schemas.openxmlformats.org/officeDocument/2006/relationships/slide" Target="slides/slide10.xml"/><Relationship Id="rId16" Type="http://schemas.openxmlformats.org/officeDocument/2006/relationships/slide" Target="slides/slide9.xml"/><Relationship Id="rId19" Type="http://schemas.openxmlformats.org/officeDocument/2006/relationships/slide" Target="slides/slide12.xml"/><Relationship Id="rId18" Type="http://schemas.openxmlformats.org/officeDocument/2006/relationships/slide" Target="slides/slide11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" TargetMode="Externa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lf-energy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3" name="Google Shape;553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54" name="Google Shape;554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9" name="Shape 5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0" name="Google Shape;560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1" name="Google Shape;561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5" name="Shape 5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6" name="Google Shape;566;g3063cad80a5_0_1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67" name="Google Shape;567;g3063cad80a5_0_1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063cad80a5_0_5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73" name="Google Shape;573;g3063cad80a5_0_514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Source: 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lfenergy.org/embed/embed.html?base-path=&amp;classify=category&amp;key=lf-energy-member&amp;headers=true&amp;category-header=false&amp;category-in-subcategory=false&amp;title-uppercase=false&amp;title-alignment=left&amp;title-font-family=sans-serif&amp;title-font-size=24&amp;style=clean&amp;bg-color=%23ffffff&amp;fg-color=%23000000&amp;item-modal=false&amp;item-name=false&amp;size=md&amp;items-alignment=left</a:t>
            </a:r>
            <a:r>
              <a:rPr lang="en"/>
              <a:t> </a:t>
            </a:r>
            <a:endParaRPr/>
          </a:p>
        </p:txBody>
      </p:sp>
      <p:sp>
        <p:nvSpPr>
          <p:cNvPr id="574" name="Google Shape;574;g3063cad80a5_0_514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78" name="Shape 5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9" name="Google Shape;579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0" name="Google Shape;580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85" name="Shape 5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6" name="Google Shape;586;g3063cad80a5_0_87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7" name="Google Shape;587;g3063cad80a5_0_876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8" name="Google Shape;588;g3063cad80a5_0_876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0" name="Shape 6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1" name="Google Shape;611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12" name="Google Shape;612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7" name="Shape 6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8" name="Google Shape;618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9" name="Google Shape;619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3" name="Shape 6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4" name="Google Shape;624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25" name="Google Shape;625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0" name="Shape 6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Google Shape;631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2" name="Google Shape;632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7" name="Shape 6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8" name="Google Shape;638;g26afaf563bb_2_3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39" name="Google Shape;639;g26afaf563bb_2_3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44" name="Shape 6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5" name="Google Shape;645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6" name="Google Shape;646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0" name="Shape 6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1" name="Google Shape;651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52" name="Google Shape;652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7" name="Shape 6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Google Shape;658;g3063cad80a5_0_12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59" name="Google Shape;659;g3063cad80a5_0_1239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 u="sng">
                <a:solidFill>
                  <a:srgbClr val="2200CC"/>
                </a:solidFill>
                <a:latin typeface="Arial"/>
                <a:ea typeface="Arial"/>
                <a:cs typeface="Arial"/>
                <a:sym typeface="Arial"/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https://jmertic.github.io/committee-gallery/lf-energy-foundation-governing-board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100">
                <a:latin typeface="Arial"/>
                <a:ea typeface="Arial"/>
                <a:cs typeface="Arial"/>
                <a:sym typeface="Arial"/>
              </a:rPr>
              <a:t>Zoom to fit</a:t>
            </a:r>
            <a:endParaRPr/>
          </a:p>
        </p:txBody>
      </p:sp>
      <p:sp>
        <p:nvSpPr>
          <p:cNvPr id="660" name="Google Shape;660;g3063cad80a5_0_1239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65" name="Shape 6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6" name="Google Shape;666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67" name="Google Shape;667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1" name="Shape 6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2" name="Google Shape;672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73" name="Google Shape;673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78" name="Shape 6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Google Shape;679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0" name="Google Shape;680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5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87" name="Google Shape;6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2" name="Shape 6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3" name="Google Shape;693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94" name="Google Shape;694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9" name="Shape 6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Google Shape;700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01" name="Google Shape;701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07" name="Shape 7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8" name="Google Shape;708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9" name="Google Shape;709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3" name="Shape 7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4" name="Google Shape;714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5" name="Google Shape;715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0" name="Shape 7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Google Shape;721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22" name="Google Shape;722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7" name="Shape 7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8" name="Google Shape;728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29" name="Google Shape;729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3" name="Shape 7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4" name="Google Shape;734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5" name="Google Shape;735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0" name="Shape 7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1" name="Google Shape;741;g2e8fda0b16a_0_70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2" name="Google Shape;742;g2e8fda0b16a_0_70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lnSpc>
                <a:spcPct val="138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t/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e8fda0b16a_0_10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e8fda0b16a_0_10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8" name="Shape 7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9" name="Google Shape;759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0" name="Google Shape;760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5" name="Shape 7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Google Shape;766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7" name="Google Shape;767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1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jp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41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18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18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41.png"/><Relationship Id="rId4" Type="http://schemas.openxmlformats.org/officeDocument/2006/relationships/image" Target="../media/image18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18.png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Relationship Id="rId3" Type="http://schemas.openxmlformats.org/officeDocument/2006/relationships/image" Target="../media/image18.png"/><Relationship Id="rId4" Type="http://schemas.openxmlformats.org/officeDocument/2006/relationships/image" Target="../media/image16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18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41.png"/><Relationship Id="rId4" Type="http://schemas.openxmlformats.org/officeDocument/2006/relationships/image" Target="../media/image42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Relationship Id="rId3" Type="http://schemas.openxmlformats.org/officeDocument/2006/relationships/image" Target="../media/image18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1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jp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6.png"/><Relationship Id="rId3" Type="http://schemas.openxmlformats.org/officeDocument/2006/relationships/image" Target="../media/image70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6.png"/><Relationship Id="rId3" Type="http://schemas.openxmlformats.org/officeDocument/2006/relationships/image" Target="../media/image56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6.png"/><Relationship Id="rId3" Type="http://schemas.openxmlformats.org/officeDocument/2006/relationships/image" Target="../media/image5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2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5.png"/><Relationship Id="rId3" Type="http://schemas.openxmlformats.org/officeDocument/2006/relationships/image" Target="../media/image60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8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9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4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6.png"/><Relationship Id="rId3" Type="http://schemas.openxmlformats.org/officeDocument/2006/relationships/hyperlink" Target="https://lfenergy.org/" TargetMode="External"/><Relationship Id="rId4" Type="http://schemas.openxmlformats.org/officeDocument/2006/relationships/hyperlink" Target="https://www.lfenergy.org/join/" TargetMode="External"/><Relationship Id="rId5" Type="http://schemas.openxmlformats.org/officeDocument/2006/relationships/hyperlink" Target="https://www.lfenergy.org/join/" TargetMode="External"/><Relationship Id="rId6" Type="http://schemas.openxmlformats.org/officeDocument/2006/relationships/hyperlink" Target="https://lists.lfenergy.org/" TargetMode="External"/><Relationship Id="rId7" Type="http://schemas.openxmlformats.org/officeDocument/2006/relationships/image" Target="../media/image81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4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1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5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1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1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12.png"/><Relationship Id="rId4" Type="http://schemas.openxmlformats.org/officeDocument/2006/relationships/image" Target="../media/image5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5.png"/><Relationship Id="rId3" Type="http://schemas.openxmlformats.org/officeDocument/2006/relationships/image" Target="../media/image68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png"/><Relationship Id="rId3" Type="http://schemas.openxmlformats.org/officeDocument/2006/relationships/image" Target="../media/image78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.png"/><Relationship Id="rId3" Type="http://schemas.openxmlformats.org/officeDocument/2006/relationships/image" Target="../media/image73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0.png"/><Relationship Id="rId3" Type="http://schemas.openxmlformats.org/officeDocument/2006/relationships/image" Target="../media/image78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5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" name="Google Shape;11;p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" name="Google Shape;13;p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" name="Google Shape;14;p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" name="Google Shape;15;p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7" name="Google Shape;17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8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Google Shape;19;p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" name="Google Shape;20;p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1" name="Google Shape;21;p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3" name="Google Shape;23;p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4" name="Google Shape;24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25;p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8" name="Google Shape;28;p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9" name="Google Shape;29;p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" name="Google Shape;33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39" name="Google Shape;3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4" name="Google Shape;44;p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" name="Google Shape;47;p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9" name="Google Shape;49;p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3" name="Google Shape;53;p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54" name="Google Shape;54;p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55" name="Google Shape;55;p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56" name="Google Shape;56;p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" name="Google Shape;59;p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0" name="Google Shape;60;p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66" name="Google Shape;66;p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67" name="Google Shape;67;p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8" name="Google Shape;68;p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69" name="Google Shape;69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73" name="Google Shape;73;p1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1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11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77" name="Google Shape;77;p11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8" name="Google Shape;78;p11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79" name="Google Shape;79;p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80" name="Google Shape;80;p1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81" name="Google Shape;81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3" name="Google Shape;83;p12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84" name="Google Shape;84;p1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6" name="Google Shape;86;p1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7" name="Google Shape;87;p1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88" name="Google Shape;88;p12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89" name="Google Shape;89;p12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91" name="Google Shape;91;p1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6" name="Google Shape;96;p14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7" name="Google Shape;97;p14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14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14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p14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1" name="Google Shape;101;p1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102" name="Google Shape;102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3" name="Google Shape;103;p1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15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6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09" name="Google Shape;109;p16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17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12" name="Google Shape;112;p17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13" name="Google Shape;113;p17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8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116" name="Google Shape;116;p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117" name="Google Shape;117;p18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18" name="Google Shape;118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9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121" name="Google Shape;121;p19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20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20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127" name="Google Shape;127;p20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128" name="Google Shape;128;p20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129" name="Google Shape;129;p20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130" name="Google Shape;130;p20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131" name="Google Shape;131;p20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132" name="Google Shape;132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1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135" name="Google Shape;135;p21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3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140" name="Google Shape;140;p23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24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43" name="Google Shape;143;p24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44" name="Google Shape;144;p24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8" name="Google Shape;14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51" name="Google Shape;151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">
  <p:cSld name="8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55" name="Google Shape;155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56" name="Google Shape;156;p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8" name="Google Shape;158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9" name="Google Shape;159;p29"/>
          <p:cNvPicPr preferRelativeResize="0"/>
          <p:nvPr/>
        </p:nvPicPr>
        <p:blipFill rotWithShape="1">
          <a:blip r:embed="rId4">
            <a:alphaModFix/>
          </a:blip>
          <a:srcRect b="16097" l="58826" r="15205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9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2" name="Google Shape;162;p3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3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4" name="Google Shape;164;p30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65" name="Google Shape;165;p30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7" name="Google Shape;167;p3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8" name="Google Shape;168;p3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69" name="Google Shape;169;p31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_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1" name="Google Shape;171;p3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3" name="Google Shape;173;p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4" name="Shape 1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5" name="Google Shape;175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7468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6" name="Google Shape;176;p3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78" name="Google Shape;178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7 1">
  <p:cSld name="8_Title and Content_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1" name="Google Shape;181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36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9" name="Google Shape;189;p36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36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1" name="Google Shape;191;p36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36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3" name="Google Shape;193;p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194" name="Google Shape;194;p36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95" name="Google Shape;195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7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98" name="Google Shape;198;p37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199" name="Google Shape;19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0" name="Google Shape;200;p3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1" name="Google Shape;201;p37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02" name="Google Shape;202;p3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203" name="Google Shape;203;p3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38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06" name="Google Shape;206;p38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207" name="Google Shape;207;p3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208" name="Google Shape;208;p3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09" name="Google Shape;209;p3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p38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1" name="Google Shape;211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212" name="Shape 2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3" name="Google Shape;213;p39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39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5" name="Google Shape;215;p39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6" name="Google Shape;216;p3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17" name="Google Shape;217;p3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40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40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1" name="Google Shape;221;p4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2" name="Google Shape;222;p4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1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p41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26" name="Google Shape;226;p4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27" name="Google Shape;227;p4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2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30" name="Google Shape;230;p42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1" name="Google Shape;231;p42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2" name="Google Shape;232;p4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233" name="Google Shape;233;p42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234" name="Google Shape;234;p42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5" name="Google Shape;235;p42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6" name="Google Shape;236;p42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38" name="Google Shape;238;p4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39" name="Google Shape;239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40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p43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43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4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44" name="Google Shape;244;p4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45" name="Google Shape;245;p43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4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47" name="Google Shape;247;p4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4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50" name="Google Shape;250;p4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1" name="Google Shape;251;p4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45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4" name="Google Shape;254;p45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255" name="Google Shape;255;p45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256" name="Google Shape;256;p45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57" name="Google Shape;257;p4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58" name="Google Shape;258;p4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4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61" name="Google Shape;261;p46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262" name="Google Shape;262;p46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3" name="Google Shape;263;p46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4" name="Google Shape;264;p46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65" name="Google Shape;265;p46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66" name="Google Shape;266;p46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267" name="Google Shape;267;p46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68" name="Google Shape;268;p4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269" name="Google Shape;269;p4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4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48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48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48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6" name="Google Shape;276;p48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48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48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79" name="Google Shape;279;p4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280" name="Google Shape;280;p4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1" name="Google Shape;281;p4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282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3" name="Google Shape;283;p49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284" name="Google Shape;284;p4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2">
  <p:cSld name="Section 2"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p5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Century Gothic"/>
              <a:buNone/>
              <a:defRPr b="0" i="0" sz="3000" cap="none"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287" name="Google Shape;287;p5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/Image White">
  <p:cSld name="Two Column/Image White">
    <p:bg>
      <p:bgPr>
        <a:solidFill>
          <a:schemeClr val="dk2"/>
        </a:solidFill>
      </p:bgPr>
    </p:bg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51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0" name="Google Shape;290;p51"/>
          <p:cNvSpPr txBox="1"/>
          <p:nvPr>
            <p:ph idx="1" type="body"/>
          </p:nvPr>
        </p:nvSpPr>
        <p:spPr>
          <a:xfrm>
            <a:off x="5143500" y="342900"/>
            <a:ext cx="34290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18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291" name="Google Shape;291;p51"/>
          <p:cNvSpPr txBox="1"/>
          <p:nvPr>
            <p:ph idx="3" type="body"/>
          </p:nvPr>
        </p:nvSpPr>
        <p:spPr>
          <a:xfrm>
            <a:off x="960459" y="342900"/>
            <a:ext cx="2571900" cy="4499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lt1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TITLE_ONLY_1">
    <p:spTree>
      <p:nvGrpSpPr>
        <p:cNvPr id="292" name="Shape 2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3" name="Google Shape;293;p5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294" name="Google Shape;294;p5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>
                <a:solidFill>
                  <a:schemeClr val="dk2"/>
                </a:solidFill>
              </a:defRPr>
            </a:lvl1pPr>
            <a:lvl2pPr lvl="1" rtl="0">
              <a:buNone/>
              <a:defRPr>
                <a:solidFill>
                  <a:schemeClr val="dk2"/>
                </a:solidFill>
              </a:defRPr>
            </a:lvl2pPr>
            <a:lvl3pPr lvl="2" rtl="0">
              <a:buNone/>
              <a:defRPr>
                <a:solidFill>
                  <a:schemeClr val="dk2"/>
                </a:solidFill>
              </a:defRPr>
            </a:lvl3pPr>
            <a:lvl4pPr lvl="3" rtl="0">
              <a:buNone/>
              <a:defRPr>
                <a:solidFill>
                  <a:schemeClr val="dk2"/>
                </a:solidFill>
              </a:defRPr>
            </a:lvl4pPr>
            <a:lvl5pPr lvl="4" rtl="0">
              <a:buNone/>
              <a:defRPr>
                <a:solidFill>
                  <a:schemeClr val="dk2"/>
                </a:solidFill>
              </a:defRPr>
            </a:lvl5pPr>
            <a:lvl6pPr lvl="5" rtl="0">
              <a:buNone/>
              <a:defRPr>
                <a:solidFill>
                  <a:schemeClr val="dk2"/>
                </a:solidFill>
              </a:defRPr>
            </a:lvl6pPr>
            <a:lvl7pPr lvl="6" rtl="0">
              <a:buNone/>
              <a:defRPr>
                <a:solidFill>
                  <a:schemeClr val="dk2"/>
                </a:solidFill>
              </a:defRPr>
            </a:lvl7pPr>
            <a:lvl8pPr lvl="7" rtl="0">
              <a:buNone/>
              <a:defRPr>
                <a:solidFill>
                  <a:schemeClr val="dk2"/>
                </a:solidFill>
              </a:defRPr>
            </a:lvl8pPr>
            <a:lvl9pPr lvl="8" rtl="0">
              <a:buNone/>
              <a:defRPr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295" name="Google Shape;295;p52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96" name="Google Shape;296;p5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5" y="4651200"/>
            <a:ext cx="970780" cy="3198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/Image">
  <p:cSld name="One Column/Image">
    <p:bg>
      <p:bgPr>
        <a:solidFill>
          <a:schemeClr val="lt1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Google Shape;298;p53"/>
          <p:cNvSpPr/>
          <p:nvPr>
            <p:ph idx="2" type="pic"/>
          </p:nvPr>
        </p:nvSpPr>
        <p:spPr>
          <a:xfrm>
            <a:off x="4572000" y="0"/>
            <a:ext cx="4572000" cy="5143500"/>
          </a:xfrm>
          <a:prstGeom prst="rect">
            <a:avLst/>
          </a:prstGeom>
          <a:solidFill>
            <a:srgbClr val="7F7F7F"/>
          </a:solidFill>
          <a:ln>
            <a:noFill/>
          </a:ln>
        </p:spPr>
      </p:sp>
      <p:sp>
        <p:nvSpPr>
          <p:cNvPr id="299" name="Google Shape;299;p53"/>
          <p:cNvSpPr txBox="1"/>
          <p:nvPr>
            <p:ph idx="1" type="body"/>
          </p:nvPr>
        </p:nvSpPr>
        <p:spPr>
          <a:xfrm>
            <a:off x="342899" y="1440180"/>
            <a:ext cx="3876000" cy="3394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lt1"/>
              </a:buClr>
              <a:buSzPts val="1500"/>
              <a:buChar char="•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0" name="Google Shape;300;p53"/>
          <p:cNvSpPr txBox="1"/>
          <p:nvPr>
            <p:ph type="title"/>
          </p:nvPr>
        </p:nvSpPr>
        <p:spPr>
          <a:xfrm>
            <a:off x="342900" y="342900"/>
            <a:ext cx="3876000" cy="960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None/>
              <a:defRPr/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432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54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3" name="Google Shape;303;p54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304" name="Google Shape;304;p54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305" name="Google Shape;305;p54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306" name="Google Shape;306;p54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307" name="Google Shape;307;p54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308" name="Google Shape;308;p54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309" name="Google Shape;309;p54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310" name="Google Shape;310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/Image">
  <p:cSld name="Section/Image"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55"/>
          <p:cNvSpPr/>
          <p:nvPr>
            <p:ph idx="2" type="pic"/>
          </p:nvPr>
        </p:nvSpPr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sp>
      <p:sp>
        <p:nvSpPr>
          <p:cNvPr id="313" name="Google Shape;313;p55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tatement 1">
  <p:cSld name="Statement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56"/>
          <p:cNvSpPr txBox="1"/>
          <p:nvPr>
            <p:ph type="title"/>
          </p:nvPr>
        </p:nvSpPr>
        <p:spPr>
          <a:xfrm>
            <a:off x="342900" y="3264932"/>
            <a:ext cx="8435400" cy="157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Century Gothic"/>
              <a:buNone/>
              <a:defRPr b="0" i="0" sz="3000" cap="none">
                <a:solidFill>
                  <a:schemeClr val="dk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ingle Block">
  <p:cSld name="OBJECT_2">
    <p:bg>
      <p:bgPr>
        <a:solidFill>
          <a:schemeClr val="lt1"/>
        </a:solidFill>
      </p:bgPr>
    </p:bg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57"/>
          <p:cNvSpPr txBox="1"/>
          <p:nvPr>
            <p:ph type="title"/>
          </p:nvPr>
        </p:nvSpPr>
        <p:spPr>
          <a:xfrm>
            <a:off x="462713" y="375953"/>
            <a:ext cx="8155200" cy="468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9ADE"/>
              </a:buClr>
              <a:buSzPts val="2700"/>
              <a:buFont typeface="Century Gothic"/>
              <a:buNone/>
              <a:defRPr b="0" i="0" sz="2700">
                <a:solidFill>
                  <a:srgbClr val="009ADE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  <p:sp>
        <p:nvSpPr>
          <p:cNvPr id="318" name="Google Shape;318;p57"/>
          <p:cNvSpPr txBox="1"/>
          <p:nvPr>
            <p:ph idx="1" type="body"/>
          </p:nvPr>
        </p:nvSpPr>
        <p:spPr>
          <a:xfrm>
            <a:off x="462710" y="1040130"/>
            <a:ext cx="81552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8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rgbClr val="434343"/>
              </a:buClr>
              <a:buSzPts val="1500"/>
              <a:buChar char="•"/>
              <a:defRPr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434343"/>
              </a:buClr>
              <a:buSzPts val="14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_5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58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21" name="Google Shape;321;p58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525" lIns="91525" spcFirstLastPara="1" rIns="91525" wrap="square" tIns="915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22" name="Google Shape;322;p5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p59"/>
          <p:cNvSpPr/>
          <p:nvPr/>
        </p:nvSpPr>
        <p:spPr>
          <a:xfrm>
            <a:off x="0" y="772583"/>
            <a:ext cx="9144000" cy="4371000"/>
          </a:xfrm>
          <a:prstGeom prst="rect">
            <a:avLst/>
          </a:prstGeom>
          <a:solidFill>
            <a:srgbClr val="3664AD">
              <a:alpha val="2353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5" name="Google Shape;325;p59"/>
          <p:cNvSpPr txBox="1"/>
          <p:nvPr>
            <p:ph type="title"/>
          </p:nvPr>
        </p:nvSpPr>
        <p:spPr>
          <a:xfrm>
            <a:off x="333992" y="159442"/>
            <a:ext cx="7893900" cy="447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62626"/>
              </a:buClr>
              <a:buSzPts val="3000"/>
              <a:buFont typeface="Gill Sans"/>
              <a:buNone/>
              <a:defRPr b="0" i="0" sz="3000" u="none" cap="none" strike="noStrike">
                <a:solidFill>
                  <a:srgbClr val="262626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pic>
        <p:nvPicPr>
          <p:cNvPr id="326" name="Google Shape;326;p59"/>
          <p:cNvPicPr preferRelativeResize="0"/>
          <p:nvPr/>
        </p:nvPicPr>
        <p:blipFill rotWithShape="1">
          <a:blip r:embed="rId2">
            <a:alphaModFix amt="6000"/>
          </a:blip>
          <a:srcRect b="0" l="17595" r="0" t="0"/>
          <a:stretch/>
        </p:blipFill>
        <p:spPr>
          <a:xfrm>
            <a:off x="0" y="775758"/>
            <a:ext cx="6393970" cy="4364563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59"/>
          <p:cNvSpPr txBox="1"/>
          <p:nvPr>
            <p:ph idx="1" type="body"/>
          </p:nvPr>
        </p:nvSpPr>
        <p:spPr>
          <a:xfrm>
            <a:off x="317500" y="943424"/>
            <a:ext cx="8369400" cy="35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55600" lvl="0" marL="457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42900" lvl="1" marL="914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–"/>
              <a:defRPr b="0" i="0" sz="18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30200" lvl="2" marL="13716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•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0200" lvl="3" marL="18288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–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30200" lvl="4" marL="2286000" marR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Char char="»"/>
              <a:defRPr b="0" i="0" sz="16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28" name="Google Shape;328;p59"/>
          <p:cNvSpPr txBox="1"/>
          <p:nvPr>
            <p:ph idx="12" type="sldNum"/>
          </p:nvPr>
        </p:nvSpPr>
        <p:spPr>
          <a:xfrm>
            <a:off x="8227785" y="4803546"/>
            <a:ext cx="5805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1F8E"/>
              </a:buClr>
              <a:buSzPts val="200"/>
              <a:buFont typeface="Gill Sans"/>
              <a:buNone/>
              <a:defRPr b="0" i="0" sz="1000" u="none" cap="none" strike="noStrike">
                <a:solidFill>
                  <a:srgbClr val="001F8E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descr="OpenMainframe_Logo_Pantone.png" id="329" name="Google Shape;329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306753" y="100723"/>
            <a:ext cx="469853" cy="518219"/>
          </a:xfrm>
          <a:prstGeom prst="rect">
            <a:avLst/>
          </a:prstGeom>
          <a:noFill/>
          <a:ln>
            <a:noFill/>
          </a:ln>
        </p:spPr>
      </p:pic>
      <p:sp>
        <p:nvSpPr>
          <p:cNvPr id="330" name="Google Shape;330;p59"/>
          <p:cNvSpPr/>
          <p:nvPr/>
        </p:nvSpPr>
        <p:spPr>
          <a:xfrm>
            <a:off x="0" y="5112912"/>
            <a:ext cx="9144000" cy="50700"/>
          </a:xfrm>
          <a:prstGeom prst="rect">
            <a:avLst/>
          </a:prstGeom>
          <a:solidFill>
            <a:srgbClr val="3664AD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3664AD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_6"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6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333" name="Google Shape;333;p6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34" name="Google Shape;334;p6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CUSTOM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61"/>
          <p:cNvSpPr txBox="1"/>
          <p:nvPr>
            <p:ph type="title"/>
          </p:nvPr>
        </p:nvSpPr>
        <p:spPr>
          <a:xfrm>
            <a:off x="481950" y="3069326"/>
            <a:ext cx="8180100" cy="455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337" name="Google Shape;337;p6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35325" y="1822605"/>
            <a:ext cx="6558350" cy="8591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9" name="Google Shape;339;p6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156624" y="3502204"/>
            <a:ext cx="2830750" cy="432670"/>
          </a:xfrm>
          <a:prstGeom prst="rect">
            <a:avLst/>
          </a:prstGeom>
          <a:noFill/>
          <a:ln>
            <a:noFill/>
          </a:ln>
        </p:spPr>
      </p:pic>
      <p:sp>
        <p:nvSpPr>
          <p:cNvPr id="340" name="Google Shape;340;p62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1">
  <p:cSld name="Title"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2" name="Google Shape;342;p6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324763" y="1846221"/>
            <a:ext cx="4471615" cy="584529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63"/>
          <p:cNvSpPr txBox="1"/>
          <p:nvPr>
            <p:ph type="title"/>
          </p:nvPr>
        </p:nvSpPr>
        <p:spPr>
          <a:xfrm>
            <a:off x="342900" y="2753591"/>
            <a:ext cx="8435100" cy="170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3764"/>
              </a:buClr>
              <a:buSzPts val="2700"/>
              <a:buFont typeface="Century Gothic"/>
              <a:buNone/>
              <a:defRPr b="0" i="0" sz="2700" cap="none">
                <a:solidFill>
                  <a:srgbClr val="003764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2">
  <p:cSld name="TITLE_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64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46" name="Google Shape;346;p64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347" name="Google Shape;347;p6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348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p65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0" name="Google Shape;350;p65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51" name="Google Shape;351;p65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352" name="Google Shape;352;p6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1">
  <p:cSld name="Blank_1"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66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68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None/>
              <a:defRPr i="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3000"/>
              <a:buFont typeface="Arial"/>
              <a:buNone/>
              <a:defRPr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8" name="Google Shape;358;p68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9" name="Google Shape;359;p68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360" name="Google Shape;360;p68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361" name="Google Shape;361;p68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400"/>
              <a:buFont typeface="Arial"/>
              <a:buChar char="○"/>
              <a:defRPr i="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62" name="Google Shape;362;p6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Further Information">
  <p:cSld name="CUSTOM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3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69"/>
          <p:cNvSpPr txBox="1"/>
          <p:nvPr/>
        </p:nvSpPr>
        <p:spPr>
          <a:xfrm>
            <a:off x="467969" y="428687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48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For Further Information</a:t>
            </a:r>
            <a:endParaRPr sz="48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5" name="Google Shape;365;p69"/>
          <p:cNvSpPr txBox="1"/>
          <p:nvPr/>
        </p:nvSpPr>
        <p:spPr>
          <a:xfrm>
            <a:off x="497200" y="1870828"/>
            <a:ext cx="3999000" cy="1250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Font typeface="Arial"/>
              <a:buNone/>
            </a:pPr>
            <a:r>
              <a:rPr b="1" i="0" lang="en" sz="21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Shuli Goodman</a:t>
            </a:r>
            <a:endParaRPr b="0" i="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70C0"/>
              </a:buClr>
              <a:buSzPts val="1400"/>
              <a:buFont typeface="Arial"/>
              <a:buNone/>
            </a:pP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Executive Director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Linux Foundation Energy</a:t>
            </a:r>
            <a:b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</a:br>
            <a:r>
              <a:rPr b="0" i="0" lang="en" sz="17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sgoodman@lfenergy.org</a:t>
            </a:r>
            <a:endParaRPr b="0" i="0" sz="21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sp>
        <p:nvSpPr>
          <p:cNvPr id="366" name="Google Shape;366;p69"/>
          <p:cNvSpPr txBox="1"/>
          <p:nvPr/>
        </p:nvSpPr>
        <p:spPr>
          <a:xfrm>
            <a:off x="497200" y="3348559"/>
            <a:ext cx="4836900" cy="148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Website: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https://lfenergy.org</a:t>
            </a: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Membership: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https://www.lfenergy.org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/join</a:t>
            </a:r>
            <a:endParaRPr b="0" i="0" sz="1500" u="none" cap="none" strike="noStrike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Mailing Lists: </a:t>
            </a:r>
            <a:r>
              <a:rPr b="0" i="0" lang="en" sz="1500" u="sng" cap="none" strike="noStrike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  <a:hlinkClick r:id="rId6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https://lists.lfenergy.org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en" sz="1500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Our Wiki: </a:t>
            </a:r>
            <a:r>
              <a:rPr lang="en" sz="1500" u="sng">
                <a:solidFill>
                  <a:srgbClr val="FFFFFF"/>
                </a:solidFill>
                <a:latin typeface="Century Gothic"/>
                <a:ea typeface="Century Gothic"/>
                <a:cs typeface="Century Gothic"/>
                <a:sym typeface="Century Gothic"/>
              </a:rPr>
              <a:t>https://wiki.lfenergy.org </a:t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  <a:p>
            <a:pPr indent="0" lvl="0" marL="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t/>
            </a:r>
            <a:endParaRPr sz="1500">
              <a:solidFill>
                <a:srgbClr val="FFFFFF"/>
              </a:solidFill>
              <a:latin typeface="Century Gothic"/>
              <a:ea typeface="Century Gothic"/>
              <a:cs typeface="Century Gothic"/>
              <a:sym typeface="Century Gothic"/>
            </a:endParaRPr>
          </a:p>
        </p:txBody>
      </p:sp>
      <p:pic>
        <p:nvPicPr>
          <p:cNvPr id="367" name="Google Shape;367;p69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156437" y="4430992"/>
            <a:ext cx="2715155" cy="35926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- Blue">
  <p:cSld name="Titl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9" name="Google Shape;369;p70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70" name="Google Shape;370;p70"/>
          <p:cNvSpPr txBox="1"/>
          <p:nvPr>
            <p:ph type="title"/>
          </p:nvPr>
        </p:nvSpPr>
        <p:spPr>
          <a:xfrm>
            <a:off x="342900" y="685800"/>
            <a:ext cx="8435400" cy="3771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Font typeface="Century Gothic"/>
              <a:buNone/>
              <a:defRPr b="0" i="0" sz="3000" cap="non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/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Light">
  <p:cSld name="TITLE_4">
    <p:bg>
      <p:bgPr>
        <a:solidFill>
          <a:schemeClr val="lt1"/>
        </a:solidFill>
      </p:bgPr>
    </p:bg>
    <p:spTree>
      <p:nvGrpSpPr>
        <p:cNvPr id="375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72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7" name="Google Shape;377;p72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8" name="Google Shape;378;p72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9" name="Google Shape;379;p72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0" name="Google Shape;380;p72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1" name="Google Shape;381;p7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sp>
        <p:nvSpPr>
          <p:cNvPr id="382" name="Google Shape;382;p72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83" name="Google Shape;383;p7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155978" y="2099645"/>
            <a:ext cx="4076400" cy="6230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1">
  <p:cSld name="TITLE_3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384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73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86" name="Google Shape;386;p73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87" name="Google Shape;387;p7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7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89" name="Google Shape;389;p73"/>
          <p:cNvSpPr/>
          <p:nvPr/>
        </p:nvSpPr>
        <p:spPr>
          <a:xfrm>
            <a:off x="8208900" y="0"/>
            <a:ext cx="935100" cy="9351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0" name="Google Shape;390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73800" y="3350"/>
            <a:ext cx="935100" cy="928411"/>
          </a:xfrm>
          <a:prstGeom prst="rect">
            <a:avLst/>
          </a:prstGeom>
          <a:noFill/>
          <a:ln>
            <a:noFill/>
          </a:ln>
        </p:spPr>
      </p:pic>
      <p:pic>
        <p:nvPicPr>
          <p:cNvPr id="391" name="Google Shape;391;p7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Dark 2">
  <p:cSld name="TITLE_2">
    <p:bg>
      <p:bgPr>
        <a:solidFill>
          <a:schemeClr val="accent1"/>
        </a:solidFill>
      </p:bgPr>
    </p:bg>
    <p:spTree>
      <p:nvGrpSpPr>
        <p:cNvPr id="392" name="Shape 3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3" name="Google Shape;393;p74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94" name="Google Shape;394;p74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pic>
        <p:nvPicPr>
          <p:cNvPr id="395" name="Google Shape;395;p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5400000">
            <a:off x="8312352" y="4301684"/>
            <a:ext cx="844843" cy="83880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7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397" name="Google Shape;397;p74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5B1DE7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8" name="Google Shape;398;p74"/>
          <p:cNvSpPr/>
          <p:nvPr/>
        </p:nvSpPr>
        <p:spPr>
          <a:xfrm rot="10800000">
            <a:off x="8128789" y="1015350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99" name="Google Shape;399;p7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05581" y="4235025"/>
            <a:ext cx="257510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Light">
  <p:cSld name="TITLE_1">
    <p:bg>
      <p:bgPr>
        <a:solidFill>
          <a:schemeClr val="lt1"/>
        </a:solidFill>
      </p:bgPr>
    </p:bg>
    <p:spTree>
      <p:nvGrpSpPr>
        <p:cNvPr id="400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p75"/>
          <p:cNvSpPr/>
          <p:nvPr/>
        </p:nvSpPr>
        <p:spPr>
          <a:xfrm>
            <a:off x="8224223" y="-12"/>
            <a:ext cx="921900" cy="9219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2" name="Google Shape;402;p7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3" name="Google Shape;403;p7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100"/>
              <a:buNone/>
              <a:defRPr sz="21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100"/>
              <a:buNone/>
              <a:defRPr sz="2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4" name="Google Shape;404;p7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05" name="Google Shape;405;p7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03819" y="4236356"/>
            <a:ext cx="2575140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 1">
  <p:cSld name="SECTION_HEADER_1">
    <p:bg>
      <p:bgPr>
        <a:solidFill>
          <a:srgbClr val="F6F7FA"/>
        </a:solidFill>
      </p:bgPr>
    </p:bg>
    <p:spTree>
      <p:nvGrpSpPr>
        <p:cNvPr id="406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76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p76"/>
          <p:cNvSpPr txBox="1"/>
          <p:nvPr>
            <p:ph type="title"/>
          </p:nvPr>
        </p:nvSpPr>
        <p:spPr>
          <a:xfrm>
            <a:off x="607150" y="2148722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09" name="Google Shape;409;p7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0" name="Google Shape;410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55621" y="-1"/>
            <a:ext cx="988375" cy="98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bg>
      <p:bgPr>
        <a:gradFill>
          <a:gsLst>
            <a:gs pos="0">
              <a:schemeClr val="accent2"/>
            </a:gs>
            <a:gs pos="100000">
              <a:schemeClr val="accent4"/>
            </a:gs>
          </a:gsLst>
          <a:lin ang="5400012" scaled="0"/>
        </a:gradFill>
      </p:bgPr>
    </p:bg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77"/>
          <p:cNvSpPr/>
          <p:nvPr/>
        </p:nvSpPr>
        <p:spPr>
          <a:xfrm flipH="1" rot="5400000">
            <a:off x="-12" y="4128307"/>
            <a:ext cx="1015200" cy="10152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3" name="Google Shape;413;p77"/>
          <p:cNvSpPr txBox="1"/>
          <p:nvPr>
            <p:ph type="title"/>
          </p:nvPr>
        </p:nvSpPr>
        <p:spPr>
          <a:xfrm>
            <a:off x="598100" y="2152347"/>
            <a:ext cx="8222100" cy="8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14" name="Google Shape;414;p7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15" name="Google Shape;415;p7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128800" y="0"/>
            <a:ext cx="1015200" cy="100795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78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18" name="Google Shape;418;p78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19" name="Google Shape;419;p78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420" name="Google Shape;420;p7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grpSp>
        <p:nvGrpSpPr>
          <p:cNvPr id="421" name="Google Shape;421;p78"/>
          <p:cNvGrpSpPr/>
          <p:nvPr/>
        </p:nvGrpSpPr>
        <p:grpSpPr>
          <a:xfrm>
            <a:off x="6971838" y="-12"/>
            <a:ext cx="2174881" cy="1450030"/>
            <a:chOff x="6098378" y="5"/>
            <a:chExt cx="3045625" cy="2030570"/>
          </a:xfrm>
        </p:grpSpPr>
        <p:sp>
          <p:nvSpPr>
            <p:cNvPr id="422" name="Google Shape;422;p78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78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78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l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78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26" name="Google Shape;426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675950" y="0"/>
            <a:ext cx="470775" cy="47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27" name="Google Shape;427;p7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428" name="Shape 4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9" name="Google Shape;429;p79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p79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1" name="Google Shape;431;p7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32" name="Google Shape;432;p7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33" name="Google Shape;433;p79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p7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35" name="Google Shape;435;p7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Update">
  <p:cSld name="TITLE_AND_BODY_1">
    <p:spTree>
      <p:nvGrpSpPr>
        <p:cNvPr id="436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p80"/>
          <p:cNvSpPr/>
          <p:nvPr/>
        </p:nvSpPr>
        <p:spPr>
          <a:xfrm>
            <a:off x="8432941" y="4431167"/>
            <a:ext cx="724200" cy="72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80"/>
          <p:cNvSpPr/>
          <p:nvPr/>
        </p:nvSpPr>
        <p:spPr>
          <a:xfrm rot="10800000">
            <a:off x="7701526" y="4431200"/>
            <a:ext cx="731400" cy="730500"/>
          </a:xfrm>
          <a:prstGeom prst="rtTriangl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p8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440" name="Google Shape;440;p80"/>
          <p:cNvSpPr/>
          <p:nvPr/>
        </p:nvSpPr>
        <p:spPr>
          <a:xfrm>
            <a:off x="8418600" y="0"/>
            <a:ext cx="725400" cy="7254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p80"/>
          <p:cNvSpPr txBox="1"/>
          <p:nvPr>
            <p:ph idx="1" type="body"/>
          </p:nvPr>
        </p:nvSpPr>
        <p:spPr>
          <a:xfrm>
            <a:off x="280350" y="360000"/>
            <a:ext cx="3704700" cy="4245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442" name="Google Shape;442;p8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  <p:sp>
        <p:nvSpPr>
          <p:cNvPr id="443" name="Google Shape;443;p80"/>
          <p:cNvSpPr/>
          <p:nvPr/>
        </p:nvSpPr>
        <p:spPr>
          <a:xfrm>
            <a:off x="40852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4" name="Google Shape;444;p80"/>
          <p:cNvSpPr/>
          <p:nvPr/>
        </p:nvSpPr>
        <p:spPr>
          <a:xfrm>
            <a:off x="578547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5" name="Google Shape;445;p80"/>
          <p:cNvSpPr/>
          <p:nvPr/>
        </p:nvSpPr>
        <p:spPr>
          <a:xfrm>
            <a:off x="7485725" y="2682550"/>
            <a:ext cx="1600200" cy="16002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46" name="Google Shape;446;p80"/>
          <p:cNvSpPr txBox="1"/>
          <p:nvPr/>
        </p:nvSpPr>
        <p:spPr>
          <a:xfrm>
            <a:off x="4085225" y="2753450"/>
            <a:ext cx="16002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Contributors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7" name="Google Shape;447;p80"/>
          <p:cNvSpPr txBox="1"/>
          <p:nvPr/>
        </p:nvSpPr>
        <p:spPr>
          <a:xfrm>
            <a:off x="5785475" y="2753450"/>
            <a:ext cx="1600200" cy="3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Active Organizations</a:t>
            </a:r>
            <a:endParaRPr sz="11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8" name="Google Shape;448;p80"/>
          <p:cNvSpPr txBox="1"/>
          <p:nvPr/>
        </p:nvSpPr>
        <p:spPr>
          <a:xfrm>
            <a:off x="7541825" y="2753450"/>
            <a:ext cx="14880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200">
                <a:solidFill>
                  <a:srgbClr val="FFFFFF"/>
                </a:solidFill>
                <a:latin typeface="Roboto Slab"/>
                <a:ea typeface="Roboto Slab"/>
                <a:cs typeface="Roboto Slab"/>
                <a:sym typeface="Roboto Slab"/>
              </a:rPr>
              <a:t>Total Commits</a:t>
            </a:r>
            <a:endParaRPr sz="1200">
              <a:solidFill>
                <a:srgbClr val="FFFFFF"/>
              </a:solidFill>
              <a:latin typeface="Roboto Slab"/>
              <a:ea typeface="Roboto Slab"/>
              <a:cs typeface="Roboto Slab"/>
              <a:sym typeface="Roboto Slab"/>
            </a:endParaRPr>
          </a:p>
        </p:txBody>
      </p:sp>
      <p:sp>
        <p:nvSpPr>
          <p:cNvPr id="449" name="Google Shape;449;p80"/>
          <p:cNvSpPr txBox="1"/>
          <p:nvPr/>
        </p:nvSpPr>
        <p:spPr>
          <a:xfrm>
            <a:off x="4085225" y="4340375"/>
            <a:ext cx="5000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200">
                <a:solidFill>
                  <a:srgbClr val="696464"/>
                </a:solidFill>
                <a:latin typeface="Roboto Slab Thin"/>
                <a:ea typeface="Roboto Slab Thin"/>
                <a:cs typeface="Roboto Slab Thin"/>
                <a:sym typeface="Roboto Slab Thin"/>
              </a:rPr>
              <a:t>Stats from the last 90 days</a:t>
            </a:r>
            <a:endParaRPr i="1" sz="1200">
              <a:solidFill>
                <a:srgbClr val="696464"/>
              </a:solidFill>
              <a:latin typeface="Roboto Slab Thin"/>
              <a:ea typeface="Roboto Slab Thin"/>
              <a:cs typeface="Roboto Slab Thin"/>
              <a:sym typeface="Roboto Slab Thin"/>
            </a:endParaRPr>
          </a:p>
        </p:txBody>
      </p:sp>
      <p:sp>
        <p:nvSpPr>
          <p:cNvPr id="450" name="Google Shape;450;p80"/>
          <p:cNvSpPr txBox="1"/>
          <p:nvPr>
            <p:ph idx="2" type="subTitle"/>
          </p:nvPr>
        </p:nvSpPr>
        <p:spPr>
          <a:xfrm>
            <a:off x="4201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1" name="Google Shape;451;p80"/>
          <p:cNvSpPr txBox="1"/>
          <p:nvPr>
            <p:ph idx="3" type="subTitle"/>
          </p:nvPr>
        </p:nvSpPr>
        <p:spPr>
          <a:xfrm>
            <a:off x="5907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2" name="Google Shape;452;p80"/>
          <p:cNvSpPr txBox="1"/>
          <p:nvPr>
            <p:ph idx="4" type="subTitle"/>
          </p:nvPr>
        </p:nvSpPr>
        <p:spPr>
          <a:xfrm>
            <a:off x="7613875" y="3119775"/>
            <a:ext cx="1355400" cy="671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900"/>
              <a:buNone/>
              <a:defRPr sz="2900">
                <a:solidFill>
                  <a:schemeClr val="lt1"/>
                </a:solidFill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500"/>
              <a:buNone/>
              <a:defRPr sz="25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3" name="Google Shape;453;p80"/>
          <p:cNvSpPr txBox="1"/>
          <p:nvPr>
            <p:ph idx="5" type="subTitle"/>
          </p:nvPr>
        </p:nvSpPr>
        <p:spPr>
          <a:xfrm>
            <a:off x="4201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4" name="Google Shape;454;p80"/>
          <p:cNvSpPr txBox="1"/>
          <p:nvPr>
            <p:ph idx="6" type="subTitle"/>
          </p:nvPr>
        </p:nvSpPr>
        <p:spPr>
          <a:xfrm>
            <a:off x="590787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5" name="Google Shape;455;p80"/>
          <p:cNvSpPr txBox="1"/>
          <p:nvPr>
            <p:ph idx="7" type="subTitle"/>
          </p:nvPr>
        </p:nvSpPr>
        <p:spPr>
          <a:xfrm>
            <a:off x="7608125" y="3906575"/>
            <a:ext cx="1355400" cy="3162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sz="1400">
                <a:solidFill>
                  <a:schemeClr val="lt1"/>
                </a:solidFill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56" name="Google Shape;456;p80"/>
          <p:cNvSpPr/>
          <p:nvPr>
            <p:ph idx="8" type="pic"/>
          </p:nvPr>
        </p:nvSpPr>
        <p:spPr>
          <a:xfrm>
            <a:off x="4085225" y="828775"/>
            <a:ext cx="5000700" cy="1725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57" name="Shape 4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8" name="Google Shape;458;p8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459" name="Google Shape;459;p8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0" name="Google Shape;460;p8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461" name="Shape 4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2" name="Google Shape;462;p8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3" name="Google Shape;463;p82"/>
          <p:cNvSpPr txBox="1"/>
          <p:nvPr>
            <p:ph type="title"/>
          </p:nvPr>
        </p:nvSpPr>
        <p:spPr>
          <a:xfrm>
            <a:off x="265500" y="1151100"/>
            <a:ext cx="4045200" cy="1564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464" name="Google Shape;464;p82"/>
          <p:cNvSpPr txBox="1"/>
          <p:nvPr>
            <p:ph idx="1" type="subTitle"/>
          </p:nvPr>
        </p:nvSpPr>
        <p:spPr>
          <a:xfrm>
            <a:off x="265500" y="2769001"/>
            <a:ext cx="4045200" cy="12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465" name="Google Shape;465;p82"/>
          <p:cNvSpPr txBox="1"/>
          <p:nvPr>
            <p:ph idx="2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66" name="Google Shape;466;p8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67" name="Google Shape;467;p8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68" name="Google Shape;468;p8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69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0" name="Google Shape;470;p83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471" name="Google Shape;471;p83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2" name="Google Shape;472;p83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3" name="Google Shape;473;p83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74" name="Google Shape;474;p83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5" name="Google Shape;475;p83"/>
          <p:cNvSpPr txBox="1"/>
          <p:nvPr>
            <p:ph hasCustomPrompt="1" type="title"/>
          </p:nvPr>
        </p:nvSpPr>
        <p:spPr>
          <a:xfrm>
            <a:off x="311700" y="1256050"/>
            <a:ext cx="8520600" cy="2030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76" name="Google Shape;476;p83"/>
          <p:cNvSpPr txBox="1"/>
          <p:nvPr>
            <p:ph idx="1" type="body"/>
          </p:nvPr>
        </p:nvSpPr>
        <p:spPr>
          <a:xfrm>
            <a:off x="311700" y="3369225"/>
            <a:ext cx="8520600" cy="12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7" name="Google Shape;477;p8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478" name="Google Shape;478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9" name="Shape 4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0" name="Google Shape;480;p8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Page Dark" type="title">
  <p:cSld name="TITLE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48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p85"/>
          <p:cNvSpPr/>
          <p:nvPr/>
        </p:nvSpPr>
        <p:spPr>
          <a:xfrm>
            <a:off x="8128803" y="-9"/>
            <a:ext cx="1015200" cy="1015200"/>
          </a:xfrm>
          <a:prstGeom prst="rect">
            <a:avLst/>
          </a:prstGeom>
          <a:solidFill>
            <a:srgbClr val="F6F7FA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85"/>
          <p:cNvSpPr/>
          <p:nvPr/>
        </p:nvSpPr>
        <p:spPr>
          <a:xfrm>
            <a:off x="8128828" y="1791"/>
            <a:ext cx="1015200" cy="10152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85"/>
          <p:cNvSpPr/>
          <p:nvPr/>
        </p:nvSpPr>
        <p:spPr>
          <a:xfrm rot="10800000">
            <a:off x="7112428" y="1797"/>
            <a:ext cx="1015200" cy="1015200"/>
          </a:xfrm>
          <a:prstGeom prst="rtTriangle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85"/>
          <p:cNvSpPr/>
          <p:nvPr/>
        </p:nvSpPr>
        <p:spPr>
          <a:xfrm rot="10800000">
            <a:off x="8127625" y="2030450"/>
            <a:ext cx="1017600" cy="1017600"/>
          </a:xfrm>
          <a:prstGeom prst="rtTriangle">
            <a:avLst/>
          </a:prstGeom>
          <a:solidFill>
            <a:schemeClr val="accent6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6" name="Google Shape;486;p85"/>
          <p:cNvSpPr/>
          <p:nvPr/>
        </p:nvSpPr>
        <p:spPr>
          <a:xfrm>
            <a:off x="7605025" y="600"/>
            <a:ext cx="1014000" cy="1014000"/>
          </a:xfrm>
          <a:prstGeom prst="ellipse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7" name="Google Shape;487;p85"/>
          <p:cNvSpPr/>
          <p:nvPr/>
        </p:nvSpPr>
        <p:spPr>
          <a:xfrm>
            <a:off x="8128803" y="1015216"/>
            <a:ext cx="1015200" cy="10152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88" name="Google Shape;488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398214" y="1165560"/>
            <a:ext cx="476350" cy="714544"/>
          </a:xfrm>
          <a:prstGeom prst="rect">
            <a:avLst/>
          </a:prstGeom>
          <a:noFill/>
          <a:ln>
            <a:noFill/>
          </a:ln>
        </p:spPr>
      </p:pic>
      <p:pic>
        <p:nvPicPr>
          <p:cNvPr id="489" name="Google Shape;48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10800000">
            <a:off x="-4" y="4155124"/>
            <a:ext cx="988375" cy="9883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0" name="Google Shape;490;p8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075494" y="2073778"/>
            <a:ext cx="4674858" cy="7145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91" name="Shape 4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2" name="Google Shape;492;p86"/>
          <p:cNvSpPr txBox="1"/>
          <p:nvPr>
            <p:ph idx="1" type="body"/>
          </p:nvPr>
        </p:nvSpPr>
        <p:spPr>
          <a:xfrm>
            <a:off x="319500" y="4230575"/>
            <a:ext cx="5998800" cy="59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93" name="Google Shape;493;p8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Overview">
  <p:cSld name="OBJECT_1">
    <p:bg>
      <p:bgPr>
        <a:gradFill>
          <a:gsLst>
            <a:gs pos="0">
              <a:srgbClr val="42B0FF"/>
            </a:gs>
            <a:gs pos="100000">
              <a:srgbClr val="076EB8"/>
            </a:gs>
          </a:gsLst>
          <a:lin ang="13500032" scaled="0"/>
        </a:gradFill>
      </p:bgPr>
    </p:bg>
    <p:spTree>
      <p:nvGrpSpPr>
        <p:cNvPr id="494" name="Shape 4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5" name="Google Shape;495;p87"/>
          <p:cNvSpPr/>
          <p:nvPr/>
        </p:nvSpPr>
        <p:spPr>
          <a:xfrm>
            <a:off x="-19" y="1040700"/>
            <a:ext cx="9144000" cy="4102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96" name="Google Shape;496;p87"/>
          <p:cNvSpPr txBox="1"/>
          <p:nvPr>
            <p:ph idx="1" type="body"/>
          </p:nvPr>
        </p:nvSpPr>
        <p:spPr>
          <a:xfrm>
            <a:off x="462713" y="1135388"/>
            <a:ext cx="4811100" cy="33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342900" lvl="0" marL="4572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1pPr>
            <a:lvl2pPr indent="-323850" lvl="1" marL="9144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2pPr>
            <a:lvl3pPr indent="-323850" lvl="2" marL="13716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3pPr>
            <a:lvl4pPr indent="-323850" lvl="3" marL="18288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4pPr>
            <a:lvl5pPr indent="-323850" lvl="4" marL="2286000" rtl="0" algn="l">
              <a:lnSpc>
                <a:spcPct val="100000"/>
              </a:lnSpc>
              <a:spcBef>
                <a:spcPts val="9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>
                <a:latin typeface="Roboto Slab"/>
                <a:ea typeface="Roboto Slab"/>
                <a:cs typeface="Roboto Slab"/>
                <a:sym typeface="Roboto Slab"/>
              </a:defRPr>
            </a:lvl5pPr>
            <a:lvl6pPr indent="-317500" lvl="5" marL="27432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indent="-317500" lvl="6" marL="32004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indent="-317500" lvl="7" marL="36576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indent="-317500" lvl="8" marL="4114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/>
        </p:txBody>
      </p:sp>
      <p:sp>
        <p:nvSpPr>
          <p:cNvPr id="497" name="Google Shape;497;p87"/>
          <p:cNvSpPr txBox="1"/>
          <p:nvPr>
            <p:ph type="title"/>
          </p:nvPr>
        </p:nvSpPr>
        <p:spPr>
          <a:xfrm>
            <a:off x="3065625" y="110588"/>
            <a:ext cx="6078300" cy="807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000"/>
              <a:buNone/>
              <a:defRPr i="0" sz="3000" u="none" cap="none" strike="noStrike">
                <a:solidFill>
                  <a:schemeClr val="lt1"/>
                </a:solidFill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/>
        </p:txBody>
      </p:sp>
      <p:sp>
        <p:nvSpPr>
          <p:cNvPr id="498" name="Google Shape;498;p87"/>
          <p:cNvSpPr/>
          <p:nvPr>
            <p:ph idx="2" type="pic"/>
          </p:nvPr>
        </p:nvSpPr>
        <p:spPr>
          <a:xfrm>
            <a:off x="-5" y="-37"/>
            <a:ext cx="2786400" cy="1025700"/>
          </a:xfrm>
          <a:prstGeom prst="rect">
            <a:avLst/>
          </a:prstGeom>
          <a:noFill/>
          <a:ln>
            <a:noFill/>
          </a:ln>
        </p:spPr>
      </p:sp>
      <p:sp>
        <p:nvSpPr>
          <p:cNvPr id="499" name="Google Shape;499;p87"/>
          <p:cNvSpPr/>
          <p:nvPr>
            <p:ph idx="3" type="pic"/>
          </p:nvPr>
        </p:nvSpPr>
        <p:spPr>
          <a:xfrm>
            <a:off x="5465475" y="1135388"/>
            <a:ext cx="3483900" cy="2273700"/>
          </a:xfrm>
          <a:prstGeom prst="rect">
            <a:avLst/>
          </a:prstGeom>
          <a:noFill/>
          <a:ln>
            <a:noFill/>
          </a:ln>
        </p:spPr>
      </p:sp>
      <p:sp>
        <p:nvSpPr>
          <p:cNvPr id="500" name="Google Shape;500;p87"/>
          <p:cNvSpPr txBox="1"/>
          <p:nvPr>
            <p:ph idx="4" type="subTitle"/>
          </p:nvPr>
        </p:nvSpPr>
        <p:spPr>
          <a:xfrm>
            <a:off x="5465475" y="3458963"/>
            <a:ext cx="3483900" cy="371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 sz="700"/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None/>
              <a:defRPr sz="700"/>
            </a:lvl9pPr>
          </a:lstStyle>
          <a:p/>
        </p:txBody>
      </p:sp>
      <p:sp>
        <p:nvSpPr>
          <p:cNvPr id="501" name="Google Shape;501;p87"/>
          <p:cNvSpPr txBox="1"/>
          <p:nvPr>
            <p:ph idx="5" type="subTitle"/>
          </p:nvPr>
        </p:nvSpPr>
        <p:spPr>
          <a:xfrm>
            <a:off x="5465475" y="3879956"/>
            <a:ext cx="3483900" cy="371100"/>
          </a:xfrm>
          <a:prstGeom prst="rect">
            <a:avLst/>
          </a:prstGeom>
          <a:solidFill>
            <a:srgbClr val="009ADE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100"/>
              <a:buFont typeface="Roboto Slab"/>
              <a:buNone/>
              <a:defRPr b="1" sz="1100"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SzPts val="700"/>
              <a:buFont typeface="Roboto Slab"/>
              <a:buNone/>
              <a:defRPr b="1" sz="700">
                <a:latin typeface="Roboto Slab"/>
                <a:ea typeface="Roboto Slab"/>
                <a:cs typeface="Roboto Slab"/>
                <a:sym typeface="Roboto Slab"/>
              </a:defRPr>
            </a:lvl9pPr>
          </a:lstStyle>
          <a:p/>
        </p:txBody>
      </p:sp>
      <p:sp>
        <p:nvSpPr>
          <p:cNvPr id="502" name="Google Shape;502;p87"/>
          <p:cNvSpPr txBox="1"/>
          <p:nvPr>
            <p:ph idx="6" type="subTitle"/>
          </p:nvPr>
        </p:nvSpPr>
        <p:spPr>
          <a:xfrm>
            <a:off x="5465475" y="4300950"/>
            <a:ext cx="3483900" cy="371100"/>
          </a:xfrm>
          <a:prstGeom prst="rect">
            <a:avLst/>
          </a:prstGeom>
          <a:solidFill>
            <a:srgbClr val="003764"/>
          </a:solidFill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lvl="0" rtl="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Roboto Slab"/>
              <a:buNone/>
              <a:defRPr b="1" sz="1100">
                <a:solidFill>
                  <a:schemeClr val="lt1"/>
                </a:solidFill>
                <a:latin typeface="Roboto Slab"/>
                <a:ea typeface="Roboto Slab"/>
                <a:cs typeface="Roboto Slab"/>
                <a:sym typeface="Roboto Slab"/>
              </a:defRPr>
            </a:lvl1pPr>
            <a:lvl2pPr lvl="1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rtl="0" algn="ctr">
              <a:lnSpc>
                <a:spcPct val="115000"/>
              </a:lnSpc>
              <a:spcBef>
                <a:spcPts val="0"/>
              </a:spcBef>
              <a:spcAft>
                <a:spcPts val="1600"/>
              </a:spcAft>
              <a:buClr>
                <a:schemeClr val="lt1"/>
              </a:buClr>
              <a:buSzPts val="700"/>
              <a:buFont typeface="Montserrat"/>
              <a:buNone/>
              <a:defRPr b="1" sz="700">
                <a:solidFill>
                  <a:schemeClr val="lt1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pic>
        <p:nvPicPr>
          <p:cNvPr id="503" name="Google Shape;503;p8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190331" y="4614328"/>
            <a:ext cx="2575265" cy="39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1">
  <p:cSld name="Section 1">
    <p:spTree>
      <p:nvGrpSpPr>
        <p:cNvPr id="504" name="Shape 5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5" name="Google Shape;505;p88"/>
          <p:cNvSpPr txBox="1"/>
          <p:nvPr>
            <p:ph type="ctrTitle"/>
          </p:nvPr>
        </p:nvSpPr>
        <p:spPr>
          <a:xfrm>
            <a:off x="1143000" y="1421175"/>
            <a:ext cx="6858000" cy="5007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rmAutofit/>
          </a:bodyPr>
          <a:lstStyle>
            <a:lvl1pPr lv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00"/>
              <a:buFont typeface="Century Gothic"/>
              <a:buNone/>
              <a:defRPr b="0" sz="3300"/>
            </a:lvl1pPr>
            <a:lvl2pPr lvl="1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pic>
        <p:nvPicPr>
          <p:cNvPr id="506" name="Google Shape;506;p88"/>
          <p:cNvPicPr preferRelativeResize="0"/>
          <p:nvPr/>
        </p:nvPicPr>
        <p:blipFill rotWithShape="1">
          <a:blip r:embed="rId2">
            <a:alphaModFix/>
          </a:blip>
          <a:srcRect b="7244" l="0" r="0" t="7235"/>
          <a:stretch/>
        </p:blipFill>
        <p:spPr>
          <a:xfrm>
            <a:off x="3158302" y="3533522"/>
            <a:ext cx="2830735" cy="370034"/>
          </a:xfrm>
          <a:prstGeom prst="rect">
            <a:avLst/>
          </a:prstGeom>
          <a:noFill/>
          <a:ln>
            <a:noFill/>
          </a:ln>
        </p:spPr>
      </p:pic>
      <p:sp>
        <p:nvSpPr>
          <p:cNvPr id="507" name="Google Shape;507;p88"/>
          <p:cNvSpPr txBox="1"/>
          <p:nvPr>
            <p:ph idx="12" type="sldNum"/>
          </p:nvPr>
        </p:nvSpPr>
        <p:spPr>
          <a:xfrm>
            <a:off x="8472450" y="4823786"/>
            <a:ext cx="548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525" lIns="91525" spcFirstLastPara="1" rIns="91525" wrap="square" tIns="915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i="0" sz="1000" u="none" cap="none" strike="noStrike">
                <a:solidFill>
                  <a:schemeClr val="lt1"/>
                </a:solidFill>
                <a:latin typeface="Century Gothic"/>
                <a:ea typeface="Century Gothic"/>
                <a:cs typeface="Century Gothic"/>
                <a:sym typeface="Century Gothic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 1">
  <p:cSld name="Text Full Width_1">
    <p:spTree>
      <p:nvGrpSpPr>
        <p:cNvPr id="508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9" name="Google Shape;509;p89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Gill Sans"/>
              <a:buNone/>
              <a:defRPr b="0" i="0" sz="2700" u="none" cap="none" strike="noStrike">
                <a:solidFill>
                  <a:srgbClr val="168FD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lvl="1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2pPr>
            <a:lvl3pPr lvl="2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3pPr>
            <a:lvl4pPr lvl="3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4pPr>
            <a:lvl5pPr lvl="4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5pPr>
            <a:lvl6pPr lvl="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6pPr>
            <a:lvl7pPr lvl="6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7pPr>
            <a:lvl8pPr lvl="7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8pPr>
            <a:lvl9pPr lvl="8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Font typeface="Arial"/>
              <a:buNone/>
              <a:defRPr sz="1400"/>
            </a:lvl9pPr>
          </a:lstStyle>
          <a:p/>
        </p:txBody>
      </p:sp>
      <p:sp>
        <p:nvSpPr>
          <p:cNvPr id="510" name="Google Shape;510;p89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2100"/>
              <a:buFont typeface="Helvetica Neue"/>
              <a:buChar char="›"/>
              <a:defRPr b="0" i="0" sz="21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-3556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2000"/>
              <a:buFont typeface="Helvetica Neue"/>
              <a:buChar char="›"/>
              <a:defRPr b="0" i="0" sz="20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-3429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Helvetica Neue"/>
              <a:buChar char="›"/>
              <a:defRPr b="0" i="0" sz="1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-3365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Helvetica Neue"/>
              <a:buChar char="›"/>
              <a:defRPr b="0" i="0" sz="17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-3238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Helvetica Neue"/>
              <a:buChar char="›"/>
              <a:defRPr b="0" i="0" sz="15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/>
        </p:txBody>
      </p:sp>
      <p:cxnSp>
        <p:nvCxnSpPr>
          <p:cNvPr id="511" name="Google Shape;511;p89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12" name="Google Shape;512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8864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13" name="Google Shape;513;p89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2F2F"/>
              </a:buClr>
              <a:buSzPts val="800"/>
              <a:buFont typeface="Gill Sans"/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14" name="Google Shape;514;p8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44775" y="4868118"/>
            <a:ext cx="1213351" cy="1579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ransition>
    <p:fade thruBlk="1"/>
  </p:transition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5">
  <p:cSld name="TITLE_5">
    <p:spTree>
      <p:nvGrpSpPr>
        <p:cNvPr id="515" name="Shape 5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6" name="Google Shape;516;p90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517" name="Google Shape;517;p90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518" name="Google Shape;518;p9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>
              <a:buNone/>
              <a:defRPr/>
            </a:lvl1pPr>
            <a:lvl2pPr lvl="1" rtl="0">
              <a:buNone/>
              <a:defRPr/>
            </a:lvl2pPr>
            <a:lvl3pPr lvl="2" rtl="0">
              <a:buNone/>
              <a:defRPr/>
            </a:lvl3pPr>
            <a:lvl4pPr lvl="3" rtl="0">
              <a:buNone/>
              <a:defRPr/>
            </a:lvl4pPr>
            <a:lvl5pPr lvl="4" rtl="0">
              <a:buNone/>
              <a:defRPr/>
            </a:lvl5pPr>
            <a:lvl6pPr lvl="5" rtl="0">
              <a:buNone/>
              <a:defRPr/>
            </a:lvl6pPr>
            <a:lvl7pPr lvl="6" rtl="0">
              <a:buNone/>
              <a:defRPr/>
            </a:lvl7pPr>
            <a:lvl8pPr lvl="7" rtl="0">
              <a:buNone/>
              <a:defRPr/>
            </a:lvl8pPr>
            <a:lvl9pPr lvl="8" rtl="0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text with LF Image">
  <p:cSld name="BIG_NUMBER_1">
    <p:bg>
      <p:bgPr>
        <a:gradFill>
          <a:gsLst>
            <a:gs pos="0">
              <a:srgbClr val="003778"/>
            </a:gs>
            <a:gs pos="100000">
              <a:srgbClr val="00183C"/>
            </a:gs>
          </a:gsLst>
          <a:lin ang="2700006" scaled="0"/>
        </a:gradFill>
      </p:bgPr>
    </p:bg>
    <p:spTree>
      <p:nvGrpSpPr>
        <p:cNvPr id="519" name="Shape 5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0" name="Google Shape;520;p91"/>
          <p:cNvGrpSpPr/>
          <p:nvPr/>
        </p:nvGrpSpPr>
        <p:grpSpPr>
          <a:xfrm>
            <a:off x="6098378" y="5"/>
            <a:ext cx="3045625" cy="2030570"/>
            <a:chOff x="6098378" y="5"/>
            <a:chExt cx="3045625" cy="2030570"/>
          </a:xfrm>
        </p:grpSpPr>
        <p:sp>
          <p:nvSpPr>
            <p:cNvPr id="521" name="Google Shape;521;p91"/>
            <p:cNvSpPr/>
            <p:nvPr/>
          </p:nvSpPr>
          <p:spPr>
            <a:xfrm>
              <a:off x="8128803" y="16"/>
              <a:ext cx="1015200" cy="1015200"/>
            </a:xfrm>
            <a:prstGeom prst="rect">
              <a:avLst/>
            </a:prstGeom>
            <a:solidFill>
              <a:schemeClr val="accent1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2" name="Google Shape;522;p91"/>
            <p:cNvSpPr/>
            <p:nvPr/>
          </p:nvSpPr>
          <p:spPr>
            <a:xfrm flipH="1">
              <a:off x="7113463" y="5"/>
              <a:ext cx="1015200" cy="1015200"/>
            </a:xfrm>
            <a:prstGeom prst="rtTriangle">
              <a:avLst/>
            </a:prstGeom>
            <a:solidFill>
              <a:schemeClr val="accent2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3" name="Google Shape;523;p91"/>
            <p:cNvSpPr/>
            <p:nvPr/>
          </p:nvSpPr>
          <p:spPr>
            <a:xfrm rot="10800000">
              <a:off x="6098378" y="97"/>
              <a:ext cx="1015200" cy="1015200"/>
            </a:xfrm>
            <a:prstGeom prst="rtTriangle">
              <a:avLst/>
            </a:prstGeom>
            <a:solidFill>
              <a:schemeClr val="accent4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24" name="Google Shape;524;p91"/>
            <p:cNvSpPr/>
            <p:nvPr/>
          </p:nvSpPr>
          <p:spPr>
            <a:xfrm rot="10800000">
              <a:off x="8128789" y="1015375"/>
              <a:ext cx="1015200" cy="1015200"/>
            </a:xfrm>
            <a:prstGeom prst="rtTriangle">
              <a:avLst/>
            </a:prstGeom>
            <a:solidFill>
              <a:schemeClr val="accent6"/>
            </a:solidFill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25" name="Google Shape;525;p91"/>
          <p:cNvSpPr txBox="1"/>
          <p:nvPr>
            <p:ph hasCustomPrompt="1" type="title"/>
          </p:nvPr>
        </p:nvSpPr>
        <p:spPr>
          <a:xfrm>
            <a:off x="311700" y="1102894"/>
            <a:ext cx="8520600" cy="280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2000"/>
              <a:buNone/>
              <a:defRPr sz="12000">
                <a:solidFill>
                  <a:schemeClr val="lt1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526" name="Google Shape;526;p9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27" name="Google Shape;527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460425" y="301096"/>
            <a:ext cx="286575" cy="429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picture containing thing&#10;&#10;Description generated with high confidence" id="528" name="Google Shape;528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32056" y="4251166"/>
            <a:ext cx="5879885" cy="35094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LFESS Overview">
  <p:cSld name="SECTION_TITLE_AND_DESCRIPTION_1">
    <p:spTree>
      <p:nvGrpSpPr>
        <p:cNvPr id="529" name="Shape 5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Google Shape;530;p92"/>
          <p:cNvSpPr/>
          <p:nvPr/>
        </p:nvSpPr>
        <p:spPr>
          <a:xfrm>
            <a:off x="4572000" y="-175"/>
            <a:ext cx="45720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1" name="Google Shape;531;p92"/>
          <p:cNvSpPr txBox="1"/>
          <p:nvPr>
            <p:ph idx="1" type="body"/>
          </p:nvPr>
        </p:nvSpPr>
        <p:spPr>
          <a:xfrm>
            <a:off x="4939500" y="724200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●"/>
              <a:defRPr>
                <a:solidFill>
                  <a:schemeClr val="lt1"/>
                </a:solidFill>
              </a:defRPr>
            </a:lvl1pPr>
            <a:lvl2pPr indent="-317500" lvl="1" marL="914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2pPr>
            <a:lvl3pPr indent="-317500" lvl="2" marL="1371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3pPr>
            <a:lvl4pPr indent="-317500" lvl="3" marL="1828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4pPr>
            <a:lvl5pPr indent="-317500" lvl="4" marL="22860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5pPr>
            <a:lvl6pPr indent="-317500" lvl="5" marL="2743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6pPr>
            <a:lvl7pPr indent="-317500" lvl="6" marL="32004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●"/>
              <a:defRPr>
                <a:solidFill>
                  <a:schemeClr val="lt1"/>
                </a:solidFill>
              </a:defRPr>
            </a:lvl7pPr>
            <a:lvl8pPr indent="-317500" lvl="7" marL="36576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○"/>
              <a:defRPr>
                <a:solidFill>
                  <a:schemeClr val="lt1"/>
                </a:solidFill>
              </a:defRPr>
            </a:lvl8pPr>
            <a:lvl9pPr indent="-317500" lvl="8" marL="41148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Char char="■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32" name="Google Shape;532;p9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pic>
        <p:nvPicPr>
          <p:cNvPr id="533" name="Google Shape;533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223025" y="-6"/>
            <a:ext cx="920975" cy="914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34" name="Google Shape;534;p9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7397" y="431518"/>
            <a:ext cx="3901483" cy="1022188"/>
          </a:xfrm>
          <a:prstGeom prst="rect">
            <a:avLst/>
          </a:prstGeom>
          <a:noFill/>
          <a:ln>
            <a:noFill/>
          </a:ln>
        </p:spPr>
      </p:pic>
      <p:sp>
        <p:nvSpPr>
          <p:cNvPr id="535" name="Google Shape;535;p92"/>
          <p:cNvSpPr txBox="1"/>
          <p:nvPr/>
        </p:nvSpPr>
        <p:spPr>
          <a:xfrm>
            <a:off x="337397" y="1697494"/>
            <a:ext cx="3901500" cy="831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boto Slab Light"/>
                <a:ea typeface="Roboto Slab Light"/>
                <a:cs typeface="Roboto Slab Light"/>
                <a:sym typeface="Roboto Slab Light"/>
              </a:rPr>
              <a:t>Current Working Groups include</a:t>
            </a:r>
            <a:endParaRPr sz="16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536" name="Google Shape;536;p92"/>
          <p:cNvSpPr/>
          <p:nvPr>
            <p:ph idx="2" type="pic"/>
          </p:nvPr>
        </p:nvSpPr>
        <p:spPr>
          <a:xfrm>
            <a:off x="337406" y="2569706"/>
            <a:ext cx="3901500" cy="14631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>
  <p:cSld name="TITLE_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Google Shape;538;p93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Open Sans"/>
              <a:buNone/>
              <a:defRPr sz="33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39" name="Google Shape;539;p93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2100">
                <a:solidFill>
                  <a:schemeClr val="lt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/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/>
        </p:txBody>
      </p:sp>
      <p:pic>
        <p:nvPicPr>
          <p:cNvPr descr="A picture containing thing&#10;&#10;Description generated with high confidence" id="540" name="Google Shape;540;p9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8650" y="4376968"/>
            <a:ext cx="3771903" cy="225131"/>
          </a:xfrm>
          <a:prstGeom prst="rect">
            <a:avLst/>
          </a:prstGeom>
          <a:noFill/>
          <a:ln>
            <a:noFill/>
          </a:ln>
        </p:spPr>
      </p:pic>
      <p:sp>
        <p:nvSpPr>
          <p:cNvPr id="541" name="Google Shape;541;p93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42" name="Google Shape;542;p93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 u="none" cap="none" strike="noStrike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43" name="Google Shape;543;p93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lt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ext Full Width">
  <p:cSld name="Text Full Width_2">
    <p:spTree>
      <p:nvGrpSpPr>
        <p:cNvPr id="544" name="Shape 5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5" name="Google Shape;545;p94"/>
          <p:cNvSpPr txBox="1"/>
          <p:nvPr>
            <p:ph type="title"/>
          </p:nvPr>
        </p:nvSpPr>
        <p:spPr>
          <a:xfrm>
            <a:off x="468630" y="273844"/>
            <a:ext cx="8200500" cy="701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2700"/>
              <a:buFont typeface="Open Sans"/>
              <a:buNone/>
              <a:defRPr>
                <a:solidFill>
                  <a:srgbClr val="168FDF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000"/>
              <a:buNone/>
              <a:defRPr/>
            </a:lvl9pPr>
          </a:lstStyle>
          <a:p/>
        </p:txBody>
      </p:sp>
      <p:sp>
        <p:nvSpPr>
          <p:cNvPr id="546" name="Google Shape;546;p94"/>
          <p:cNvSpPr txBox="1"/>
          <p:nvPr>
            <p:ph idx="1" type="body"/>
          </p:nvPr>
        </p:nvSpPr>
        <p:spPr>
          <a:xfrm>
            <a:off x="468630" y="1001316"/>
            <a:ext cx="82005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Char char="●"/>
              <a:defRPr sz="2100">
                <a:latin typeface="Open Sans"/>
                <a:ea typeface="Open Sans"/>
                <a:cs typeface="Open Sans"/>
                <a:sym typeface="Open Sans"/>
              </a:defRPr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2000"/>
              <a:buChar char="○"/>
              <a:defRPr sz="2000">
                <a:latin typeface="Open Sans"/>
                <a:ea typeface="Open Sans"/>
                <a:cs typeface="Open Sans"/>
                <a:sym typeface="Open Sans"/>
              </a:defRPr>
            </a:lvl2pPr>
            <a:lvl3pPr indent="-3429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Char char="■"/>
              <a:defRPr sz="1800">
                <a:latin typeface="Open Sans"/>
                <a:ea typeface="Open Sans"/>
                <a:cs typeface="Open Sans"/>
                <a:sym typeface="Open Sans"/>
              </a:defRPr>
            </a:lvl3pPr>
            <a:lvl4pPr indent="-33655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700"/>
              <a:buChar char="●"/>
              <a:defRPr sz="1700">
                <a:latin typeface="Open Sans"/>
                <a:ea typeface="Open Sans"/>
                <a:cs typeface="Open Sans"/>
                <a:sym typeface="Open Sans"/>
              </a:defRPr>
            </a:lvl4pPr>
            <a:lvl5pPr indent="-32385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500"/>
              <a:buChar char="○"/>
              <a:defRPr sz="1500">
                <a:latin typeface="Open Sans"/>
                <a:ea typeface="Open Sans"/>
                <a:cs typeface="Open Sans"/>
                <a:sym typeface="Open Sans"/>
              </a:defRPr>
            </a:lvl5pPr>
            <a:lvl6pPr indent="-3175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●"/>
              <a:defRPr/>
            </a:lvl7pPr>
            <a:lvl8pPr indent="-3175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○"/>
              <a:defRPr/>
            </a:lvl8pPr>
            <a:lvl9pPr indent="-317500" lvl="8" marL="4114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cxnSp>
        <p:nvCxnSpPr>
          <p:cNvPr id="547" name="Google Shape;547;p94"/>
          <p:cNvCxnSpPr/>
          <p:nvPr/>
        </p:nvCxnSpPr>
        <p:spPr>
          <a:xfrm>
            <a:off x="308610" y="273844"/>
            <a:ext cx="0" cy="45816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pic>
        <p:nvPicPr>
          <p:cNvPr id="548" name="Google Shape;548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455313" y="4734017"/>
            <a:ext cx="2033132" cy="121351"/>
          </a:xfrm>
          <a:prstGeom prst="rect">
            <a:avLst/>
          </a:prstGeom>
          <a:noFill/>
          <a:ln>
            <a:noFill/>
          </a:ln>
        </p:spPr>
      </p:pic>
      <p:sp>
        <p:nvSpPr>
          <p:cNvPr id="549" name="Google Shape;549;p94"/>
          <p:cNvSpPr txBox="1"/>
          <p:nvPr>
            <p:ph idx="11" type="ftr"/>
          </p:nvPr>
        </p:nvSpPr>
        <p:spPr>
          <a:xfrm>
            <a:off x="455536" y="4937760"/>
            <a:ext cx="25266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  <p:sp>
        <p:nvSpPr>
          <p:cNvPr id="550" name="Google Shape;550;p94"/>
          <p:cNvSpPr txBox="1"/>
          <p:nvPr>
            <p:ph idx="12" type="sldNum"/>
          </p:nvPr>
        </p:nvSpPr>
        <p:spPr>
          <a:xfrm>
            <a:off x="8868254" y="4937760"/>
            <a:ext cx="2760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rmAutofit/>
          </a:bodyPr>
          <a:lstStyle>
            <a:lvl1pPr indent="0" lvl="0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indent="0" lvl="1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2pPr>
            <a:lvl3pPr indent="0" lvl="2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3pPr>
            <a:lvl4pPr indent="0" lvl="3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4pPr>
            <a:lvl5pPr indent="0" lvl="4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5pPr>
            <a:lvl6pPr indent="0" lvl="5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6pPr>
            <a:lvl7pPr indent="0" lvl="6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7pPr>
            <a:lvl8pPr indent="0" lvl="7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8pPr>
            <a:lvl9pPr indent="0" lvl="8" marL="0" algn="r">
              <a:spcBef>
                <a:spcPts val="0"/>
              </a:spcBef>
              <a:buNone/>
              <a:defRPr b="0" i="0" sz="800">
                <a:solidFill>
                  <a:srgbClr val="2F2F2F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sp>
        <p:nvSpPr>
          <p:cNvPr id="551" name="Google Shape;551;p94"/>
          <p:cNvSpPr txBox="1"/>
          <p:nvPr>
            <p:ph idx="10" type="dt"/>
          </p:nvPr>
        </p:nvSpPr>
        <p:spPr>
          <a:xfrm>
            <a:off x="8049827" y="4937760"/>
            <a:ext cx="8118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100"/>
              <a:buNone/>
              <a:defRPr b="0" i="0" sz="800">
                <a:solidFill>
                  <a:schemeClr val="dk1"/>
                </a:solidFill>
                <a:latin typeface="Open Sans Light"/>
                <a:ea typeface="Open Sans Light"/>
                <a:cs typeface="Open Sans Light"/>
                <a:sym typeface="Open Sans Light"/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33" Type="http://schemas.openxmlformats.org/officeDocument/2006/relationships/slideLayout" Target="../slideLayouts/slideLayout33.xml"/><Relationship Id="rId10" Type="http://schemas.openxmlformats.org/officeDocument/2006/relationships/slideLayout" Target="../slideLayouts/slideLayout10.xml"/><Relationship Id="rId32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34" Type="http://schemas.openxmlformats.org/officeDocument/2006/relationships/theme" Target="../theme/theme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53.xml"/><Relationship Id="rId22" Type="http://schemas.openxmlformats.org/officeDocument/2006/relationships/slideLayout" Target="../slideLayouts/slideLayout55.xml"/><Relationship Id="rId21" Type="http://schemas.openxmlformats.org/officeDocument/2006/relationships/slideLayout" Target="../slideLayouts/slideLayout54.xml"/><Relationship Id="rId24" Type="http://schemas.openxmlformats.org/officeDocument/2006/relationships/slideLayout" Target="../slideLayouts/slideLayout57.xml"/><Relationship Id="rId23" Type="http://schemas.openxmlformats.org/officeDocument/2006/relationships/slideLayout" Target="../slideLayouts/slideLayout56.xml"/><Relationship Id="rId1" Type="http://schemas.openxmlformats.org/officeDocument/2006/relationships/slideLayout" Target="../slideLayouts/slideLayout34.xml"/><Relationship Id="rId2" Type="http://schemas.openxmlformats.org/officeDocument/2006/relationships/slideLayout" Target="../slideLayouts/slideLayout35.xml"/><Relationship Id="rId3" Type="http://schemas.openxmlformats.org/officeDocument/2006/relationships/slideLayout" Target="../slideLayouts/slideLayout36.xml"/><Relationship Id="rId4" Type="http://schemas.openxmlformats.org/officeDocument/2006/relationships/slideLayout" Target="../slideLayouts/slideLayout37.xml"/><Relationship Id="rId9" Type="http://schemas.openxmlformats.org/officeDocument/2006/relationships/slideLayout" Target="../slideLayouts/slideLayout42.xml"/><Relationship Id="rId26" Type="http://schemas.openxmlformats.org/officeDocument/2006/relationships/slideLayout" Target="../slideLayouts/slideLayout59.xml"/><Relationship Id="rId25" Type="http://schemas.openxmlformats.org/officeDocument/2006/relationships/slideLayout" Target="../slideLayouts/slideLayout58.xml"/><Relationship Id="rId28" Type="http://schemas.openxmlformats.org/officeDocument/2006/relationships/slideLayout" Target="../slideLayouts/slideLayout61.xml"/><Relationship Id="rId27" Type="http://schemas.openxmlformats.org/officeDocument/2006/relationships/slideLayout" Target="../slideLayouts/slideLayout60.xml"/><Relationship Id="rId5" Type="http://schemas.openxmlformats.org/officeDocument/2006/relationships/slideLayout" Target="../slideLayouts/slideLayout38.xml"/><Relationship Id="rId6" Type="http://schemas.openxmlformats.org/officeDocument/2006/relationships/slideLayout" Target="../slideLayouts/slideLayout39.xml"/><Relationship Id="rId29" Type="http://schemas.openxmlformats.org/officeDocument/2006/relationships/slideLayout" Target="../slideLayouts/slideLayout62.xml"/><Relationship Id="rId7" Type="http://schemas.openxmlformats.org/officeDocument/2006/relationships/slideLayout" Target="../slideLayouts/slideLayout40.xml"/><Relationship Id="rId8" Type="http://schemas.openxmlformats.org/officeDocument/2006/relationships/slideLayout" Target="../slideLayouts/slideLayout41.xml"/><Relationship Id="rId31" Type="http://schemas.openxmlformats.org/officeDocument/2006/relationships/slideLayout" Target="../slideLayouts/slideLayout64.xml"/><Relationship Id="rId30" Type="http://schemas.openxmlformats.org/officeDocument/2006/relationships/slideLayout" Target="../slideLayouts/slideLayout63.xml"/><Relationship Id="rId11" Type="http://schemas.openxmlformats.org/officeDocument/2006/relationships/slideLayout" Target="../slideLayouts/slideLayout44.xml"/><Relationship Id="rId33" Type="http://schemas.openxmlformats.org/officeDocument/2006/relationships/slideLayout" Target="../slideLayouts/slideLayout66.xml"/><Relationship Id="rId10" Type="http://schemas.openxmlformats.org/officeDocument/2006/relationships/slideLayout" Target="../slideLayouts/slideLayout43.xml"/><Relationship Id="rId32" Type="http://schemas.openxmlformats.org/officeDocument/2006/relationships/slideLayout" Target="../slideLayouts/slideLayout65.xml"/><Relationship Id="rId13" Type="http://schemas.openxmlformats.org/officeDocument/2006/relationships/slideLayout" Target="../slideLayouts/slideLayout46.xml"/><Relationship Id="rId35" Type="http://schemas.openxmlformats.org/officeDocument/2006/relationships/slideLayout" Target="../slideLayouts/slideLayout68.xml"/><Relationship Id="rId12" Type="http://schemas.openxmlformats.org/officeDocument/2006/relationships/slideLayout" Target="../slideLayouts/slideLayout45.xml"/><Relationship Id="rId34" Type="http://schemas.openxmlformats.org/officeDocument/2006/relationships/slideLayout" Target="../slideLayouts/slideLayout67.xml"/><Relationship Id="rId15" Type="http://schemas.openxmlformats.org/officeDocument/2006/relationships/slideLayout" Target="../slideLayouts/slideLayout48.xml"/><Relationship Id="rId14" Type="http://schemas.openxmlformats.org/officeDocument/2006/relationships/slideLayout" Target="../slideLayouts/slideLayout47.xml"/><Relationship Id="rId36" Type="http://schemas.openxmlformats.org/officeDocument/2006/relationships/theme" Target="../theme/theme3.xml"/><Relationship Id="rId17" Type="http://schemas.openxmlformats.org/officeDocument/2006/relationships/slideLayout" Target="../slideLayouts/slideLayout50.xml"/><Relationship Id="rId16" Type="http://schemas.openxmlformats.org/officeDocument/2006/relationships/slideLayout" Target="../slideLayouts/slideLayout49.xml"/><Relationship Id="rId19" Type="http://schemas.openxmlformats.org/officeDocument/2006/relationships/slideLayout" Target="../slideLayouts/slideLayout52.xml"/><Relationship Id="rId18" Type="http://schemas.openxmlformats.org/officeDocument/2006/relationships/slideLayout" Target="../slideLayouts/slideLayout51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88.xml"/><Relationship Id="rId22" Type="http://schemas.openxmlformats.org/officeDocument/2006/relationships/slideLayout" Target="../slideLayouts/slideLayout90.xml"/><Relationship Id="rId21" Type="http://schemas.openxmlformats.org/officeDocument/2006/relationships/slideLayout" Target="../slideLayouts/slideLayout89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91.xml"/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9" Type="http://schemas.openxmlformats.org/officeDocument/2006/relationships/slideLayout" Target="../slideLayouts/slideLayout77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9.xml"/><Relationship Id="rId10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81.xml"/><Relationship Id="rId12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3.xml"/><Relationship Id="rId14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5.xml"/><Relationship Id="rId16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7.xml"/><Relationship Id="rId18" Type="http://schemas.openxmlformats.org/officeDocument/2006/relationships/slideLayout" Target="../slideLayouts/slideLayout86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  <p:sldLayoutId id="2147483677" r:id="rId30"/>
    <p:sldLayoutId id="2147483678" r:id="rId31"/>
    <p:sldLayoutId id="2147483679" r:id="rId32"/>
    <p:sldLayoutId id="2147483680" r:id="rId3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3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185" name="Google Shape;185;p35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186" name="Google Shape;186;p3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1" r:id="rId1"/>
    <p:sldLayoutId id="2147483682" r:id="rId2"/>
    <p:sldLayoutId id="2147483683" r:id="rId3"/>
    <p:sldLayoutId id="2147483684" r:id="rId4"/>
    <p:sldLayoutId id="2147483685" r:id="rId5"/>
    <p:sldLayoutId id="2147483686" r:id="rId6"/>
    <p:sldLayoutId id="2147483687" r:id="rId7"/>
    <p:sldLayoutId id="2147483688" r:id="rId8"/>
    <p:sldLayoutId id="2147483689" r:id="rId9"/>
    <p:sldLayoutId id="2147483690" r:id="rId10"/>
    <p:sldLayoutId id="2147483691" r:id="rId11"/>
    <p:sldLayoutId id="2147483692" r:id="rId12"/>
    <p:sldLayoutId id="2147483693" r:id="rId13"/>
    <p:sldLayoutId id="2147483694" r:id="rId14"/>
    <p:sldLayoutId id="2147483695" r:id="rId15"/>
    <p:sldLayoutId id="2147483696" r:id="rId16"/>
    <p:sldLayoutId id="2147483697" r:id="rId17"/>
    <p:sldLayoutId id="2147483698" r:id="rId18"/>
    <p:sldLayoutId id="2147483699" r:id="rId19"/>
    <p:sldLayoutId id="2147483700" r:id="rId20"/>
    <p:sldLayoutId id="2147483701" r:id="rId21"/>
    <p:sldLayoutId id="2147483702" r:id="rId22"/>
    <p:sldLayoutId id="2147483703" r:id="rId23"/>
    <p:sldLayoutId id="2147483704" r:id="rId24"/>
    <p:sldLayoutId id="2147483705" r:id="rId25"/>
    <p:sldLayoutId id="2147483706" r:id="rId26"/>
    <p:sldLayoutId id="2147483707" r:id="rId27"/>
    <p:sldLayoutId id="2147483708" r:id="rId28"/>
    <p:sldLayoutId id="2147483709" r:id="rId29"/>
    <p:sldLayoutId id="2147483710" r:id="rId30"/>
    <p:sldLayoutId id="2147483711" r:id="rId31"/>
    <p:sldLayoutId id="2147483712" r:id="rId32"/>
    <p:sldLayoutId id="2147483713" r:id="rId33"/>
    <p:sldLayoutId id="2147483714" r:id="rId34"/>
    <p:sldLayoutId id="2147483715" r:id="rId35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geometric">
    <p:bg>
      <p:bgPr>
        <a:solidFill>
          <a:schemeClr val="lt1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7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 Slab Light"/>
              <a:buNone/>
              <a:defRPr b="0" i="0" sz="3000" u="none" cap="none" strike="noStrike">
                <a:solidFill>
                  <a:schemeClr val="dk1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Roboto"/>
              <a:buNone/>
              <a:defRPr b="0" i="0" sz="3000" u="none" cap="none" strike="noStrike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/>
        </p:txBody>
      </p:sp>
      <p:sp>
        <p:nvSpPr>
          <p:cNvPr id="373" name="Google Shape;373;p71"/>
          <p:cNvSpPr txBox="1"/>
          <p:nvPr>
            <p:ph idx="1" type="body"/>
          </p:nvPr>
        </p:nvSpPr>
        <p:spPr>
          <a:xfrm>
            <a:off x="311700" y="1229875"/>
            <a:ext cx="8520600" cy="3339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 Slab Light"/>
              <a:buChar char="●"/>
              <a:defRPr i="0" sz="18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●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○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Roboto Slab Light"/>
              <a:buChar char="■"/>
              <a:defRPr i="0" sz="1400" u="none" cap="none" strike="noStrike">
                <a:solidFill>
                  <a:schemeClr val="dk2"/>
                </a:solidFill>
                <a:latin typeface="Roboto Slab Light"/>
                <a:ea typeface="Roboto Slab Light"/>
                <a:cs typeface="Roboto Slab Light"/>
                <a:sym typeface="Roboto Slab Light"/>
              </a:defRPr>
            </a:lvl9pPr>
          </a:lstStyle>
          <a:p/>
        </p:txBody>
      </p:sp>
      <p:sp>
        <p:nvSpPr>
          <p:cNvPr id="374" name="Google Shape;374;p7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lt1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6" r:id="rId1"/>
    <p:sldLayoutId id="2147483717" r:id="rId2"/>
    <p:sldLayoutId id="2147483718" r:id="rId3"/>
    <p:sldLayoutId id="2147483719" r:id="rId4"/>
    <p:sldLayoutId id="2147483720" r:id="rId5"/>
    <p:sldLayoutId id="2147483721" r:id="rId6"/>
    <p:sldLayoutId id="2147483722" r:id="rId7"/>
    <p:sldLayoutId id="2147483723" r:id="rId8"/>
    <p:sldLayoutId id="2147483724" r:id="rId9"/>
    <p:sldLayoutId id="2147483725" r:id="rId10"/>
    <p:sldLayoutId id="2147483726" r:id="rId11"/>
    <p:sldLayoutId id="2147483727" r:id="rId12"/>
    <p:sldLayoutId id="2147483728" r:id="rId13"/>
    <p:sldLayoutId id="2147483729" r:id="rId14"/>
    <p:sldLayoutId id="2147483730" r:id="rId15"/>
    <p:sldLayoutId id="2147483731" r:id="rId16"/>
    <p:sldLayoutId id="2147483732" r:id="rId17"/>
    <p:sldLayoutId id="2147483733" r:id="rId18"/>
    <p:sldLayoutId id="2147483734" r:id="rId19"/>
    <p:sldLayoutId id="2147483735" r:id="rId20"/>
    <p:sldLayoutId id="2147483736" r:id="rId21"/>
    <p:sldLayoutId id="2147483737" r:id="rId22"/>
    <p:sldLayoutId id="2147483738" r:id="rId23"/>
  </p:sldLayoutIdLst>
  <mc:AlternateContent>
    <mc:Choice Requires="p14">
      <p:transition spd="slow" p14:dur="700">
        <p:fade/>
      </p:transition>
    </mc:Choice>
    <mc:Fallback>
      <p:transition spd="slow">
        <p:fade/>
      </p:transition>
    </mc:Fallback>
  </mc:AlternateConten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7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5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lfenergy.org" TargetMode="Externa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8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7.xml"/><Relationship Id="rId3" Type="http://schemas.openxmlformats.org/officeDocument/2006/relationships/hyperlink" Target="https://wiki.lfenergy.org/pages/viewpage.action?pageId=56380542#MarketingAdvisoryCommittee(MAC)-LFEnergyMarketingAdvisoryCommittee" TargetMode="External"/><Relationship Id="rId4" Type="http://schemas.openxmlformats.org/officeDocument/2006/relationships/hyperlink" Target="https://tac.lfenergy.org/" TargetMode="External"/><Relationship Id="rId5" Type="http://schemas.openxmlformats.org/officeDocument/2006/relationships/hyperlink" Target="https://zoom-lfx.platform.linuxfoundation.org/meetings/lfenergy?view=week" TargetMode="External"/><Relationship Id="rId6" Type="http://schemas.openxmlformats.org/officeDocument/2006/relationships/hyperlink" Target="https://lists.lfenergy.org/g/tac" TargetMode="External"/><Relationship Id="rId7" Type="http://schemas.openxmlformats.org/officeDocument/2006/relationships/hyperlink" Target="https://tac.lfenergy.org/" TargetMode="Externa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9.xml"/><Relationship Id="rId3" Type="http://schemas.openxmlformats.org/officeDocument/2006/relationships/hyperlink" Target="https://charter.lfenergy.org" TargetMode="Externa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tac.lfenergy.org/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charter.lfenergy.org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dn.platform.linuxfoundation.org/agreements/lfenergy.pdf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0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83.png"/><Relationship Id="rId4" Type="http://schemas.openxmlformats.org/officeDocument/2006/relationships/image" Target="../media/image87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lists.lfenergy.org/g/board/files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Relationship Id="rId3" Type="http://schemas.openxmlformats.org/officeDocument/2006/relationships/hyperlink" Target="mailto:board@lists.lfenergy.org" TargetMode="External"/><Relationship Id="rId4" Type="http://schemas.openxmlformats.org/officeDocument/2006/relationships/hyperlink" Target="mailto:tac@lists.lfenergy.org" TargetMode="External"/><Relationship Id="rId5" Type="http://schemas.openxmlformats.org/officeDocument/2006/relationships/hyperlink" Target="http://budget@lists.lfenergy.org" TargetMode="External"/><Relationship Id="rId6" Type="http://schemas.openxmlformats.org/officeDocument/2006/relationships/hyperlink" Target="mailto:mac@lists.lfenergy.org" TargetMode="External"/><Relationship Id="rId7" Type="http://schemas.openxmlformats.org/officeDocument/2006/relationships/hyperlink" Target="https://slack.lfenergy.org" TargetMode="External"/><Relationship Id="rId8" Type="http://schemas.openxmlformats.org/officeDocument/2006/relationships/hyperlink" Target="https://helpcenter.linuxfoundation.org/en/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members.lfenergy.org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5.xml"/><Relationship Id="rId3" Type="http://schemas.openxmlformats.org/officeDocument/2006/relationships/hyperlink" Target="https://charter.lfenergy.org" TargetMode="External"/><Relationship Id="rId4" Type="http://schemas.openxmlformats.org/officeDocument/2006/relationships/hyperlink" Target="https://www.linuxfoundation.org/legal/antitrust-policy" TargetMode="External"/><Relationship Id="rId9" Type="http://schemas.openxmlformats.org/officeDocument/2006/relationships/hyperlink" Target="https://docs.google.com/presentation/d/11QLF2Pu-yni1wU3srPLhDpYPDVzVr0RSbVFBtp9f78Y/edit#slide=id.g26a96a28b13_0_6" TargetMode="External"/><Relationship Id="rId5" Type="http://schemas.openxmlformats.org/officeDocument/2006/relationships/hyperlink" Target="https://github.com/lf-energy" TargetMode="External"/><Relationship Id="rId6" Type="http://schemas.openxmlformats.org/officeDocument/2006/relationships/hyperlink" Target="https://github.com/lf-energy/foundation/blob/main/elections.md" TargetMode="External"/><Relationship Id="rId7" Type="http://schemas.openxmlformats.org/officeDocument/2006/relationships/hyperlink" Target="https://github.com/lf-energy/foundation/tree/main/project_charters" TargetMode="External"/><Relationship Id="rId8" Type="http://schemas.openxmlformats.org/officeDocument/2006/relationships/hyperlink" Target="https://landscape.lfenergy.org" TargetMode="Externa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0.xml"/><Relationship Id="rId2" Type="http://schemas.openxmlformats.org/officeDocument/2006/relationships/notesSlide" Target="../notesSlides/notesSlide26.xml"/><Relationship Id="rId3" Type="http://schemas.openxmlformats.org/officeDocument/2006/relationships/hyperlink" Target="mailto:athornton@linuxfoundation.org" TargetMode="External"/><Relationship Id="rId4" Type="http://schemas.openxmlformats.org/officeDocument/2006/relationships/hyperlink" Target="mailto:dbrown@linuxfoundation.org" TargetMode="External"/><Relationship Id="rId9" Type="http://schemas.openxmlformats.org/officeDocument/2006/relationships/image" Target="../media/image85.jpg"/><Relationship Id="rId5" Type="http://schemas.openxmlformats.org/officeDocument/2006/relationships/hyperlink" Target="mailto:jmertic@linuxfoundation.org" TargetMode="External"/><Relationship Id="rId6" Type="http://schemas.openxmlformats.org/officeDocument/2006/relationships/hyperlink" Target="mailto:yortiz@linuxfoundation.org" TargetMode="External"/><Relationship Id="rId7" Type="http://schemas.openxmlformats.org/officeDocument/2006/relationships/image" Target="../media/image82.jpg"/><Relationship Id="rId8" Type="http://schemas.openxmlformats.org/officeDocument/2006/relationships/image" Target="../media/image71.jpg"/><Relationship Id="rId11" Type="http://schemas.openxmlformats.org/officeDocument/2006/relationships/hyperlink" Target="http://support.lfenergy.org" TargetMode="External"/><Relationship Id="rId10" Type="http://schemas.openxmlformats.org/officeDocument/2006/relationships/image" Target="../media/image86.jp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7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notesSlide" Target="../notesSlides/notesSlide28.xml"/><Relationship Id="rId3" Type="http://schemas.openxmlformats.org/officeDocument/2006/relationships/hyperlink" Target="https://lfenergy.org/about/members/" TargetMode="External"/><Relationship Id="rId4" Type="http://schemas.openxmlformats.org/officeDocument/2006/relationships/hyperlink" Target="https://lfenergy.org/about/people/#executive-leadership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lfenergy.org/about/people/#governing-board" TargetMode="External"/><Relationship Id="rId7" Type="http://schemas.openxmlformats.org/officeDocument/2006/relationships/hyperlink" Target="https://lfenergy.org/about/people/#technical-advisory-council" TargetMode="External"/><Relationship Id="rId8" Type="http://schemas.openxmlformats.org/officeDocument/2006/relationships/hyperlink" Target="https://tac.lfenergy.org/" TargetMode="Externa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lfenergy.org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5" name="Shape 5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Google Shape;556;p95"/>
          <p:cNvSpPr txBox="1"/>
          <p:nvPr>
            <p:ph type="ctrTitle"/>
          </p:nvPr>
        </p:nvSpPr>
        <p:spPr>
          <a:xfrm>
            <a:off x="598100" y="1226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557" name="Google Shape;557;p95"/>
          <p:cNvSpPr txBox="1"/>
          <p:nvPr>
            <p:ph idx="1" type="subTitle"/>
          </p:nvPr>
        </p:nvSpPr>
        <p:spPr>
          <a:xfrm>
            <a:off x="598088" y="2715913"/>
            <a:ext cx="8222100" cy="432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2026</a:t>
            </a:r>
            <a:endParaRPr/>
          </a:p>
        </p:txBody>
      </p:sp>
      <p:sp>
        <p:nvSpPr>
          <p:cNvPr id="558" name="Google Shape;558;p9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2" name="Shape 5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3" name="Google Shape;563;p9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Overview and Governance</a:t>
            </a:r>
            <a:endParaRPr/>
          </a:p>
        </p:txBody>
      </p:sp>
      <p:sp>
        <p:nvSpPr>
          <p:cNvPr id="564" name="Google Shape;564;p9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68" name="Shape 5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9" name="Google Shape;569;p9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What is LF Energy?</a:t>
            </a:r>
            <a:endParaRPr/>
          </a:p>
        </p:txBody>
      </p:sp>
      <p:sp>
        <p:nvSpPr>
          <p:cNvPr id="570" name="Google Shape;570;p9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is the community for digital experts to collaborate on open industrial-grade technology platforms and agile standards that accelerate the energy transition.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We are part of the Linux Foundation, the largest shared technology investment in the world.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5" name="Shape 5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6" name="Google Shape;576;p98"/>
          <p:cNvSpPr txBox="1"/>
          <p:nvPr>
            <p:ph type="ctrTitle"/>
          </p:nvPr>
        </p:nvSpPr>
        <p:spPr>
          <a:xfrm>
            <a:off x="302566" y="1322006"/>
            <a:ext cx="31983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3800"/>
              <a:t>Members</a:t>
            </a:r>
            <a:endParaRPr sz="3800"/>
          </a:p>
        </p:txBody>
      </p:sp>
      <p:pic>
        <p:nvPicPr>
          <p:cNvPr id="577" name="Google Shape;577;p98" title="landscape.lfenergy.org_embed_embed.html_base-path=&amp;classify=category&amp;key=lf-energy-member&amp;headers=true&amp;category-header=false&amp;category-in-subcategory=false&amp;title-uppercase=false&amp;title-alignment=left&amp;title-font-family=sans-serif&amp;title-font-si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982880" y="0"/>
            <a:ext cx="5161119" cy="51434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p9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583" name="Google Shape;583;p9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LF Energy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Therefore, the LF Energy</a:t>
            </a:r>
            <a:r>
              <a:rPr lang="en"/>
              <a:t>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79400" lvl="0" marL="3429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Charter</a:t>
            </a:r>
            <a:endParaRPr/>
          </a:p>
        </p:txBody>
      </p:sp>
      <p:sp>
        <p:nvSpPr>
          <p:cNvPr id="584" name="Google Shape;584;p9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9" name="Shape 5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0" name="Google Shape;590;p100"/>
          <p:cNvSpPr txBox="1"/>
          <p:nvPr>
            <p:ph type="title"/>
          </p:nvPr>
        </p:nvSpPr>
        <p:spPr>
          <a:xfrm>
            <a:off x="233775" y="307500"/>
            <a:ext cx="6390600" cy="456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Governance at a Glance</a:t>
            </a:r>
            <a:endParaRPr/>
          </a:p>
        </p:txBody>
      </p:sp>
      <p:sp>
        <p:nvSpPr>
          <p:cNvPr id="591" name="Google Shape;591;p100"/>
          <p:cNvSpPr/>
          <p:nvPr/>
        </p:nvSpPr>
        <p:spPr>
          <a:xfrm>
            <a:off x="5458940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Advisory Council (TAC)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2" name="Google Shape;592;p100"/>
          <p:cNvSpPr/>
          <p:nvPr/>
        </p:nvSpPr>
        <p:spPr>
          <a:xfrm>
            <a:off x="1918347" y="1779051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0D5DD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Governing Board</a:t>
            </a:r>
            <a:endParaRPr b="1" sz="1400">
              <a:solidFill>
                <a:srgbClr val="FFFFFF"/>
              </a:solidFill>
            </a:endParaRPr>
          </a:p>
        </p:txBody>
      </p:sp>
      <p:sp>
        <p:nvSpPr>
          <p:cNvPr id="593" name="Google Shape;593;p100"/>
          <p:cNvSpPr/>
          <p:nvPr/>
        </p:nvSpPr>
        <p:spPr>
          <a:xfrm>
            <a:off x="10731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Budget Committee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4" name="Google Shape;594;p100"/>
          <p:cNvSpPr/>
          <p:nvPr/>
        </p:nvSpPr>
        <p:spPr>
          <a:xfrm>
            <a:off x="1073093" y="344780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Marketing Advisory Committee (MAC)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5" name="Google Shape;595;p100"/>
          <p:cNvSpPr/>
          <p:nvPr/>
        </p:nvSpPr>
        <p:spPr>
          <a:xfrm>
            <a:off x="4613700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Technical Projects</a:t>
            </a:r>
            <a:endParaRPr sz="1400">
              <a:solidFill>
                <a:srgbClr val="FFFFFF"/>
              </a:solidFill>
            </a:endParaRPr>
          </a:p>
        </p:txBody>
      </p:sp>
      <p:sp>
        <p:nvSpPr>
          <p:cNvPr id="596" name="Google Shape;596;p100"/>
          <p:cNvSpPr/>
          <p:nvPr/>
        </p:nvSpPr>
        <p:spPr>
          <a:xfrm>
            <a:off x="6304193" y="26787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Groups/SIGs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597" name="Google Shape;597;p100"/>
          <p:cNvCxnSpPr>
            <a:stCxn id="592" idx="3"/>
            <a:endCxn id="591" idx="1"/>
          </p:cNvCxnSpPr>
          <p:nvPr/>
        </p:nvCxnSpPr>
        <p:spPr>
          <a:xfrm>
            <a:off x="3456447" y="2000301"/>
            <a:ext cx="2002500" cy="6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8" name="Google Shape;598;p100"/>
          <p:cNvCxnSpPr>
            <a:stCxn id="592" idx="2"/>
            <a:endCxn id="594" idx="0"/>
          </p:cNvCxnSpPr>
          <p:nvPr/>
        </p:nvCxnSpPr>
        <p:spPr>
          <a:xfrm rot="5400000">
            <a:off x="1651497" y="2412051"/>
            <a:ext cx="1226400" cy="845400"/>
          </a:xfrm>
          <a:prstGeom prst="bentConnector3">
            <a:avLst>
              <a:gd fmla="val 87222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599" name="Google Shape;599;p100"/>
          <p:cNvCxnSpPr>
            <a:stCxn id="593" idx="0"/>
            <a:endCxn id="592" idx="2"/>
          </p:cNvCxnSpPr>
          <p:nvPr/>
        </p:nvCxnSpPr>
        <p:spPr>
          <a:xfrm rot="-5400000">
            <a:off x="20361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0" name="Google Shape;600;p100"/>
          <p:cNvCxnSpPr>
            <a:stCxn id="591" idx="2"/>
            <a:endCxn id="596" idx="0"/>
          </p:cNvCxnSpPr>
          <p:nvPr/>
        </p:nvCxnSpPr>
        <p:spPr>
          <a:xfrm flipH="1" rot="-5400000">
            <a:off x="6422090" y="2027451"/>
            <a:ext cx="457200" cy="8454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1" name="Google Shape;601;p100"/>
          <p:cNvCxnSpPr>
            <a:stCxn id="595" idx="0"/>
            <a:endCxn id="591" idx="2"/>
          </p:cNvCxnSpPr>
          <p:nvPr/>
        </p:nvCxnSpPr>
        <p:spPr>
          <a:xfrm rot="-5400000">
            <a:off x="5576700" y="2027603"/>
            <a:ext cx="457200" cy="8451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02" name="Google Shape;602;p100"/>
          <p:cNvSpPr/>
          <p:nvPr/>
        </p:nvSpPr>
        <p:spPr>
          <a:xfrm>
            <a:off x="2783381" y="2678756"/>
            <a:ext cx="1538100" cy="899700"/>
          </a:xfrm>
          <a:prstGeom prst="roundRect">
            <a:avLst>
              <a:gd fmla="val 25575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LF Energy Standards and Specifications (LFESS)</a:t>
            </a:r>
            <a:endParaRPr b="1"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Steering Committee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03" name="Google Shape;603;p100"/>
          <p:cNvSpPr/>
          <p:nvPr/>
        </p:nvSpPr>
        <p:spPr>
          <a:xfrm>
            <a:off x="5458931" y="3578453"/>
            <a:ext cx="1538100" cy="442500"/>
          </a:xfrm>
          <a:prstGeom prst="roundRect">
            <a:avLst>
              <a:gd fmla="val 50000" name="adj"/>
            </a:avLst>
          </a:prstGeom>
          <a:solidFill>
            <a:srgbClr val="307BF3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Standards </a:t>
            </a:r>
            <a:endParaRPr sz="1000">
              <a:solidFill>
                <a:srgbClr val="FFFFFF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Working Groups</a:t>
            </a:r>
            <a:endParaRPr sz="1400">
              <a:solidFill>
                <a:srgbClr val="FFFFFF"/>
              </a:solidFill>
            </a:endParaRPr>
          </a:p>
        </p:txBody>
      </p:sp>
      <p:cxnSp>
        <p:nvCxnSpPr>
          <p:cNvPr id="604" name="Google Shape;604;p100"/>
          <p:cNvCxnSpPr>
            <a:stCxn id="602" idx="0"/>
          </p:cNvCxnSpPr>
          <p:nvPr/>
        </p:nvCxnSpPr>
        <p:spPr>
          <a:xfrm flipH="1" rot="5400000">
            <a:off x="2960531" y="2086856"/>
            <a:ext cx="318600" cy="8652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5" name="Google Shape;605;p100"/>
          <p:cNvCxnSpPr>
            <a:stCxn id="603" idx="1"/>
            <a:endCxn id="602" idx="2"/>
          </p:cNvCxnSpPr>
          <p:nvPr/>
        </p:nvCxnSpPr>
        <p:spPr>
          <a:xfrm rot="10800000">
            <a:off x="3552431" y="3578603"/>
            <a:ext cx="1906500" cy="221100"/>
          </a:xfrm>
          <a:prstGeom prst="bentConnector2">
            <a:avLst/>
          </a:prstGeom>
          <a:noFill/>
          <a:ln cap="flat" cmpd="sng" w="9525">
            <a:solidFill>
              <a:srgbClr val="C2C2C2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06" name="Google Shape;606;p100"/>
          <p:cNvCxnSpPr>
            <a:stCxn id="603" idx="0"/>
          </p:cNvCxnSpPr>
          <p:nvPr/>
        </p:nvCxnSpPr>
        <p:spPr>
          <a:xfrm rot="-5400000">
            <a:off x="5674481" y="3018053"/>
            <a:ext cx="1113900" cy="6900"/>
          </a:xfrm>
          <a:prstGeom prst="bentConnector3">
            <a:avLst>
              <a:gd fmla="val 50000" name="adj1"/>
            </a:avLst>
          </a:prstGeom>
          <a:noFill/>
          <a:ln cap="flat" cmpd="sng" w="9525">
            <a:solidFill>
              <a:srgbClr val="C2C2C2"/>
            </a:solidFill>
            <a:prstDash val="lgDashDot"/>
            <a:round/>
            <a:headEnd len="sm" w="sm" type="none"/>
            <a:tailEnd len="sm" w="sm" type="none"/>
          </a:ln>
        </p:spPr>
      </p:cxnSp>
      <p:cxnSp>
        <p:nvCxnSpPr>
          <p:cNvPr id="607" name="Google Shape;607;p100"/>
          <p:cNvCxnSpPr/>
          <p:nvPr/>
        </p:nvCxnSpPr>
        <p:spPr>
          <a:xfrm>
            <a:off x="4471275" y="1094344"/>
            <a:ext cx="0" cy="3406200"/>
          </a:xfrm>
          <a:prstGeom prst="straightConnector1">
            <a:avLst/>
          </a:prstGeom>
          <a:noFill/>
          <a:ln cap="flat" cmpd="sng" w="38100">
            <a:solidFill>
              <a:schemeClr val="dk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608" name="Google Shape;608;p100"/>
          <p:cNvSpPr txBox="1"/>
          <p:nvPr/>
        </p:nvSpPr>
        <p:spPr>
          <a:xfrm>
            <a:off x="588469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Fiduciary Governance - Membership driven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  <p:sp>
        <p:nvSpPr>
          <p:cNvPr id="609" name="Google Shape;609;p100"/>
          <p:cNvSpPr txBox="1"/>
          <p:nvPr/>
        </p:nvSpPr>
        <p:spPr>
          <a:xfrm>
            <a:off x="4621106" y="1256175"/>
            <a:ext cx="3732900" cy="3078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Technical Governance - Open to all</a:t>
            </a:r>
            <a:endParaRPr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3" name="Shape 6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4" name="Google Shape;614;p10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Marketing Advisory Committee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4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6"/>
              </a:rPr>
              <a:t>list</a:t>
            </a:r>
            <a:endParaRPr sz="13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Hosted Projects and Working Groups</a:t>
            </a:r>
            <a:endParaRPr sz="1900"/>
          </a:p>
        </p:txBody>
      </p:sp>
      <p:sp>
        <p:nvSpPr>
          <p:cNvPr id="615" name="Google Shape;615;p10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16" name="Google Shape;616;p10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0" name="Shape 6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1" name="Google Shape;621;p102"/>
          <p:cNvSpPr txBox="1"/>
          <p:nvPr>
            <p:ph type="ctrTitle"/>
          </p:nvPr>
        </p:nvSpPr>
        <p:spPr>
          <a:xfrm>
            <a:off x="598100" y="1792953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Responsibilities</a:t>
            </a:r>
            <a:endParaRPr/>
          </a:p>
        </p:txBody>
      </p:sp>
      <p:sp>
        <p:nvSpPr>
          <p:cNvPr id="622" name="Google Shape;622;p10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6" name="Shape 6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7" name="Google Shape;627;p10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LF Energy budget, directing the use of funds to advance the mission of the LF Energy Foundation;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LF Energy Foundation Charter.</a:t>
            </a:r>
            <a:endParaRPr sz="1700"/>
          </a:p>
        </p:txBody>
      </p:sp>
      <p:sp>
        <p:nvSpPr>
          <p:cNvPr id="628" name="Google Shape;628;p10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  <p:sp>
        <p:nvSpPr>
          <p:cNvPr id="629" name="Google Shape;629;p10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33" name="Shape 6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Google Shape;634;p104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635" name="Google Shape;635;p104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does </a:t>
            </a:r>
            <a:r>
              <a:rPr b="1" lang="en"/>
              <a:t>not</a:t>
            </a:r>
            <a:r>
              <a:rPr lang="en"/>
              <a:t> make technical decisions for LF Energy Foundation other than working with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/>
              <a:t> to set the overall scope for the LF Energy Foundation. 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is </a:t>
            </a:r>
            <a:r>
              <a:rPr b="1" lang="en"/>
              <a:t>not</a:t>
            </a:r>
            <a:r>
              <a:rPr lang="en"/>
              <a:t> responsible for overseeing day-to-day operations of LF Energy Foundation. This is the responsibility of the foundation staff.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36" name="Google Shape;636;p10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0" name="Shape 6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1" name="Google Shape;641;p105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Chairperson</a:t>
            </a:r>
            <a:endParaRPr/>
          </a:p>
        </p:txBody>
      </p:sp>
      <p:sp>
        <p:nvSpPr>
          <p:cNvPr id="642" name="Google Shape;642;p105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Duties of the Governing Board Chairperson include: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Oversee the day-to-day operational decisions of the LF Energy Foundation.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Be a spokesperson for the LF Energy Foundation and the Governing Board, as needed</a:t>
            </a: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3(d)</a:t>
            </a:r>
            <a:r>
              <a:rPr lang="en" sz="1500"/>
              <a:t> of the LF Energy Foundation Charter for more information about the chairperson role.</a:t>
            </a:r>
            <a:endParaRPr sz="1500"/>
          </a:p>
        </p:txBody>
      </p:sp>
      <p:sp>
        <p:nvSpPr>
          <p:cNvPr id="643" name="Google Shape;643;p10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47" name="Shape 6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8" name="Google Shape;648;p106"/>
          <p:cNvSpPr txBox="1"/>
          <p:nvPr>
            <p:ph type="ctrTitle"/>
          </p:nvPr>
        </p:nvSpPr>
        <p:spPr>
          <a:xfrm>
            <a:off x="5981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Operations</a:t>
            </a:r>
            <a:endParaRPr/>
          </a:p>
        </p:txBody>
      </p:sp>
      <p:sp>
        <p:nvSpPr>
          <p:cNvPr id="649" name="Google Shape;649;p10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3" name="Shape 6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4" name="Google Shape;654;p10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One representative appointed from each Strategic member; and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42900" lvl="0" marL="9144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The TAC Chairperson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LF Energy Foundation Charter for more information about composition.</a:t>
            </a:r>
            <a:endParaRPr/>
          </a:p>
        </p:txBody>
      </p:sp>
      <p:sp>
        <p:nvSpPr>
          <p:cNvPr id="655" name="Google Shape;655;p10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  <p:sp>
        <p:nvSpPr>
          <p:cNvPr id="656" name="Google Shape;656;p10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1" name="Shape 6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2" name="Google Shape;662;p108"/>
          <p:cNvSpPr txBox="1"/>
          <p:nvPr>
            <p:ph type="ctrTitle"/>
          </p:nvPr>
        </p:nvSpPr>
        <p:spPr>
          <a:xfrm>
            <a:off x="312650" y="1894500"/>
            <a:ext cx="4013100" cy="135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3000"/>
              <a:t>voting representatives</a:t>
            </a:r>
            <a:endParaRPr sz="3000"/>
          </a:p>
        </p:txBody>
      </p:sp>
      <p:pic>
        <p:nvPicPr>
          <p:cNvPr id="663" name="Google Shape;663;p108" title="Screenshot 2026-07-02 at 8.56.50 A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91054" y="0"/>
            <a:ext cx="3652946" cy="5143501"/>
          </a:xfrm>
          <a:prstGeom prst="rect">
            <a:avLst/>
          </a:prstGeom>
          <a:noFill/>
          <a:ln>
            <a:noFill/>
          </a:ln>
        </p:spPr>
      </p:pic>
      <p:pic>
        <p:nvPicPr>
          <p:cNvPr id="664" name="Google Shape;664;p108" title="Screenshot 2026-07-02 at 8.56.14 AM.png"/>
          <p:cNvPicPr preferRelativeResize="0"/>
          <p:nvPr/>
        </p:nvPicPr>
        <p:blipFill rotWithShape="1">
          <a:blip r:embed="rId4">
            <a:alphaModFix/>
          </a:blip>
          <a:srcRect b="0" l="0" r="0" t="8046"/>
          <a:stretch/>
        </p:blipFill>
        <p:spPr>
          <a:xfrm>
            <a:off x="5643650" y="1719850"/>
            <a:ext cx="593700" cy="6153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8" name="Shape 6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9" name="Google Shape;669;p109"/>
          <p:cNvSpPr txBox="1"/>
          <p:nvPr>
            <p:ph type="ctrTitle"/>
          </p:nvPr>
        </p:nvSpPr>
        <p:spPr>
          <a:xfrm>
            <a:off x="60495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  <p:sp>
        <p:nvSpPr>
          <p:cNvPr id="670" name="Google Shape;670;p10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74" name="Shape 6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5" name="Google Shape;675;p110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The Governing Board has monthly virtual regular meetings, generally on the first Wednesday of each month.</a:t>
            </a:r>
            <a:endParaRPr sz="1500"/>
          </a:p>
          <a:p>
            <a:pPr indent="-323850" lvl="0" marL="457200" rtl="0" algn="l">
              <a:spcBef>
                <a:spcPts val="10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In rare and exceptional circumstances (e.g., in an emergency situation), an additional ad hoc </a:t>
            </a:r>
            <a:r>
              <a:rPr lang="en" sz="1500"/>
              <a:t>special meeting</a:t>
            </a:r>
            <a:r>
              <a:rPr lang="en" sz="1500"/>
              <a:t> of the Governing Board may be convened. 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To request a special meeting, please email your request the Executive Director and Governing Board Chair, and they will decide whether a special meeting is necessary or the proposed agenda item can be discussed by email or at the next regular meeting.</a:t>
            </a:r>
            <a:endParaRPr sz="1200"/>
          </a:p>
        </p:txBody>
      </p:sp>
      <p:sp>
        <p:nvSpPr>
          <p:cNvPr id="676" name="Google Shape;676;p110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  <p:sp>
        <p:nvSpPr>
          <p:cNvPr id="677" name="Google Shape;677;p110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1" name="Shape 6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Google Shape;682;p111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LF Energy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683" name="Google Shape;683;p11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  <p:sp>
        <p:nvSpPr>
          <p:cNvPr id="684" name="Google Shape;684;p11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8" name="Shape 6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9" name="Google Shape;689;p11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690" name="Google Shape;690;p11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  <p:sp>
        <p:nvSpPr>
          <p:cNvPr id="691" name="Google Shape;691;p11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95" name="Shape 6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6" name="Google Shape;696;p113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Agendas and Exhibits for Governing Board meetings will be made available one week prior to the scheduled meeting.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●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○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697" name="Google Shape;697;p113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  <p:sp>
        <p:nvSpPr>
          <p:cNvPr id="698" name="Google Shape;698;p113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02" name="Shape 7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Google Shape;703;p114"/>
          <p:cNvSpPr txBox="1"/>
          <p:nvPr>
            <p:ph idx="1" type="body"/>
          </p:nvPr>
        </p:nvSpPr>
        <p:spPr>
          <a:xfrm>
            <a:off x="3117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budget@lists.lfenergy.org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Marketing Advisory Committee:</a:t>
            </a:r>
            <a:endParaRPr/>
          </a:p>
          <a:p>
            <a:pPr indent="0" lvl="0" marL="45720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u="sng">
                <a:solidFill>
                  <a:schemeClr val="hlink"/>
                </a:solidFill>
                <a:hlinkClick r:id="rId6"/>
              </a:rPr>
              <a:t>mac@lists.lfenergy.org</a:t>
            </a:r>
            <a:r>
              <a:rPr lang="en"/>
              <a:t>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04" name="Google Shape;704;p114"/>
          <p:cNvSpPr txBox="1"/>
          <p:nvPr>
            <p:ph type="title"/>
          </p:nvPr>
        </p:nvSpPr>
        <p:spPr>
          <a:xfrm>
            <a:off x="311700" y="41000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705" name="Google Shape;705;p114"/>
          <p:cNvSpPr txBox="1"/>
          <p:nvPr>
            <p:ph idx="2" type="body"/>
          </p:nvPr>
        </p:nvSpPr>
        <p:spPr>
          <a:xfrm>
            <a:off x="4832400" y="1229975"/>
            <a:ext cx="39999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LF Energy slack here</a:t>
            </a:r>
            <a:r>
              <a:rPr lang="en"/>
              <a:t>. 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members.lfenergy.org</a:t>
            </a:r>
            <a:r>
              <a:rPr lang="en"/>
              <a:t>.</a:t>
            </a:r>
            <a:endParaRPr/>
          </a:p>
        </p:txBody>
      </p:sp>
      <p:sp>
        <p:nvSpPr>
          <p:cNvPr id="706" name="Google Shape;706;p114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>
                <a:solidFill>
                  <a:schemeClr val="dk2"/>
                </a:solidFill>
              </a:rPr>
              <a:t>‹#›</a:t>
            </a:fld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0" name="Shape 7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1" name="Google Shape;711;p115"/>
          <p:cNvSpPr txBox="1"/>
          <p:nvPr>
            <p:ph type="ctrTitle"/>
          </p:nvPr>
        </p:nvSpPr>
        <p:spPr>
          <a:xfrm>
            <a:off x="625500" y="174137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  <p:sp>
        <p:nvSpPr>
          <p:cNvPr id="712" name="Google Shape;712;p115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6" name="Shape 7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7" name="Google Shape;717;p116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8" name="Google Shape;718;p116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LF Energy Foundation staff to develop and review the LF Energy budget.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quarterly on the Wednesday of the week before the Governing Board meeting</a:t>
            </a:r>
            <a:br>
              <a:rPr lang="en" sz="1900"/>
            </a:br>
            <a:endParaRPr sz="15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b="1" lang="en" sz="1900"/>
              <a:t>.</a:t>
            </a:r>
            <a:endParaRPr b="1" sz="1900"/>
          </a:p>
        </p:txBody>
      </p:sp>
      <p:sp>
        <p:nvSpPr>
          <p:cNvPr id="719" name="Google Shape;719;p116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3" name="Shape 7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Google Shape;724;p117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LF Energy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LF Energy and does not have an attorney-client relationship with LF Energy Foundation.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725" name="Google Shape;725;p117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36667"/>
              <a:buFont typeface="Arial"/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26" name="Google Shape;726;p117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0" name="Shape 7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1" name="Google Shape;731;p118"/>
          <p:cNvSpPr txBox="1"/>
          <p:nvPr>
            <p:ph type="ctrTitle"/>
          </p:nvPr>
        </p:nvSpPr>
        <p:spPr>
          <a:xfrm>
            <a:off x="598100" y="1507628"/>
            <a:ext cx="5533500" cy="1894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Policies and Other Resources</a:t>
            </a:r>
            <a:endParaRPr/>
          </a:p>
        </p:txBody>
      </p:sp>
      <p:sp>
        <p:nvSpPr>
          <p:cNvPr id="732" name="Google Shape;732;p118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6" name="Shape 7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7" name="Google Shape;737;p119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LF Energy Foundation Policies and Resources</a:t>
            </a:r>
            <a:endParaRPr sz="2200"/>
          </a:p>
        </p:txBody>
      </p:sp>
      <p:sp>
        <p:nvSpPr>
          <p:cNvPr id="738" name="Google Shape;738;p119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LF Energy Foundation Charter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LF Energy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LF Energy Landscape</a:t>
            </a:r>
            <a:endParaRPr sz="1900"/>
          </a:p>
          <a:p>
            <a:pPr indent="-349250" lvl="0" marL="457200" rtl="0" algn="l">
              <a:spcBef>
                <a:spcPts val="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9"/>
              </a:rPr>
              <a:t>High Level Overview</a:t>
            </a:r>
            <a:endParaRPr sz="1900"/>
          </a:p>
        </p:txBody>
      </p:sp>
      <p:sp>
        <p:nvSpPr>
          <p:cNvPr id="739" name="Google Shape;739;p119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3" name="Shape 7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4" name="Google Shape;744;p120"/>
          <p:cNvSpPr txBox="1"/>
          <p:nvPr>
            <p:ph type="title"/>
          </p:nvPr>
        </p:nvSpPr>
        <p:spPr>
          <a:xfrm>
            <a:off x="208700" y="416450"/>
            <a:ext cx="66141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 Energy </a:t>
            </a:r>
            <a:r>
              <a:rPr lang="en"/>
              <a:t>staff</a:t>
            </a:r>
            <a:endParaRPr/>
          </a:p>
        </p:txBody>
      </p:sp>
      <p:sp>
        <p:nvSpPr>
          <p:cNvPr id="745" name="Google Shape;745;p120"/>
          <p:cNvSpPr txBox="1"/>
          <p:nvPr>
            <p:ph idx="1" type="body"/>
          </p:nvPr>
        </p:nvSpPr>
        <p:spPr>
          <a:xfrm>
            <a:off x="163075" y="1229975"/>
            <a:ext cx="4818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3"/>
              </a:rPr>
              <a:t>Alex Thornton</a:t>
            </a:r>
            <a:r>
              <a:rPr lang="en" sz="1700"/>
              <a:t>, LF Energy Executive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4"/>
              </a:rPr>
              <a:t>Dan Brown</a:t>
            </a:r>
            <a:r>
              <a:rPr lang="en" sz="1700"/>
              <a:t>, Marketing Director 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5"/>
              </a:rPr>
              <a:t>John Mertic</a:t>
            </a:r>
            <a:r>
              <a:rPr lang="en" sz="1700"/>
              <a:t>, Program Director</a:t>
            </a:r>
            <a:endParaRPr sz="1700"/>
          </a:p>
          <a:p>
            <a:pPr indent="-336550" lvl="0" marL="457200" rtl="0" algn="l">
              <a:spcBef>
                <a:spcPts val="0"/>
              </a:spcBef>
              <a:spcAft>
                <a:spcPts val="0"/>
              </a:spcAft>
              <a:buSzPts val="1700"/>
              <a:buChar char="●"/>
            </a:pPr>
            <a:r>
              <a:rPr lang="en" sz="1700" u="sng">
                <a:solidFill>
                  <a:schemeClr val="hlink"/>
                </a:solidFill>
                <a:hlinkClick r:id="rId6"/>
              </a:rPr>
              <a:t>Yarille Ortiz</a:t>
            </a:r>
            <a:r>
              <a:rPr lang="en" sz="1700"/>
              <a:t>, Associate Program Manager</a:t>
            </a:r>
            <a:endParaRPr i="1" sz="2100">
              <a:solidFill>
                <a:srgbClr val="000000"/>
              </a:solidFill>
            </a:endParaRPr>
          </a:p>
        </p:txBody>
      </p:sp>
      <p:pic>
        <p:nvPicPr>
          <p:cNvPr id="746" name="Google Shape;746;p120"/>
          <p:cNvPicPr preferRelativeResize="0"/>
          <p:nvPr/>
        </p:nvPicPr>
        <p:blipFill rotWithShape="1">
          <a:blip r:embed="rId7">
            <a:alphaModFix/>
          </a:blip>
          <a:srcRect b="0" l="16667" r="16667" t="0"/>
          <a:stretch/>
        </p:blipFill>
        <p:spPr>
          <a:xfrm>
            <a:off x="5122275" y="2514850"/>
            <a:ext cx="1667407" cy="16674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47" name="Google Shape;747;p120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6725" y="850588"/>
            <a:ext cx="1667449" cy="1667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748" name="Google Shape;748;p120" title="IMG_0161.jpg"/>
          <p:cNvPicPr preferRelativeResize="0"/>
          <p:nvPr/>
        </p:nvPicPr>
        <p:blipFill rotWithShape="1">
          <a:blip r:embed="rId9">
            <a:alphaModFix/>
          </a:blip>
          <a:srcRect b="31516" l="0" r="0" t="0"/>
          <a:stretch/>
        </p:blipFill>
        <p:spPr>
          <a:xfrm>
            <a:off x="6789700" y="2518025"/>
            <a:ext cx="1661501" cy="1661098"/>
          </a:xfrm>
          <a:prstGeom prst="rect">
            <a:avLst/>
          </a:prstGeom>
          <a:noFill/>
          <a:ln>
            <a:noFill/>
          </a:ln>
        </p:spPr>
      </p:pic>
      <p:pic>
        <p:nvPicPr>
          <p:cNvPr id="749" name="Google Shape;749;p120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5125224" y="853550"/>
            <a:ext cx="1661501" cy="1661527"/>
          </a:xfrm>
          <a:prstGeom prst="rect">
            <a:avLst/>
          </a:prstGeom>
          <a:noFill/>
          <a:ln>
            <a:noFill/>
          </a:ln>
        </p:spPr>
      </p:pic>
      <p:sp>
        <p:nvSpPr>
          <p:cNvPr id="750" name="Google Shape;750;p120"/>
          <p:cNvSpPr txBox="1"/>
          <p:nvPr/>
        </p:nvSpPr>
        <p:spPr>
          <a:xfrm>
            <a:off x="5122200" y="4233000"/>
            <a:ext cx="3329100" cy="523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S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upport requests for the staff can be made at </a:t>
            </a:r>
            <a:r>
              <a:rPr i="1" lang="en" sz="1100" u="sng">
                <a:solidFill>
                  <a:schemeClr val="hlink"/>
                </a:solidFill>
                <a:latin typeface="Roboto Slab Light"/>
                <a:ea typeface="Roboto Slab Light"/>
                <a:cs typeface="Roboto Slab Light"/>
                <a:sym typeface="Roboto Slab Light"/>
                <a:hlinkClick r:id="rId11"/>
              </a:rPr>
              <a:t>support.lfenergy.org</a:t>
            </a:r>
            <a:r>
              <a:rPr i="1" lang="en" sz="1100">
                <a:latin typeface="Roboto Slab Light"/>
                <a:ea typeface="Roboto Slab Light"/>
                <a:cs typeface="Roboto Slab Light"/>
                <a:sym typeface="Roboto Slab Light"/>
              </a:rPr>
              <a:t>.</a:t>
            </a:r>
            <a:endParaRPr i="1" sz="1100">
              <a:latin typeface="Roboto Slab Light"/>
              <a:ea typeface="Roboto Slab Light"/>
              <a:cs typeface="Roboto Slab Light"/>
              <a:sym typeface="Roboto Slab Light"/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21"/>
          <p:cNvSpPr txBox="1"/>
          <p:nvPr>
            <p:ph idx="1" type="body"/>
          </p:nvPr>
        </p:nvSpPr>
        <p:spPr>
          <a:xfrm>
            <a:off x="280350" y="116500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Membership details ( look under ‘Membership’ &gt; ‘LF Energy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 sz="1200"/>
              <a:t>Insights on contributors from your organization ( look under the ‘Project Contributors’ tab )</a:t>
            </a:r>
            <a:br>
              <a:rPr lang="en" sz="1200"/>
            </a:br>
            <a:endParaRPr sz="12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756" name="Google Shape;756;p121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  <p:sp>
        <p:nvSpPr>
          <p:cNvPr id="757" name="Google Shape;757;p121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1" name="Shape 7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2" name="Google Shape;762;p122"/>
          <p:cNvSpPr txBox="1"/>
          <p:nvPr>
            <p:ph type="title"/>
          </p:nvPr>
        </p:nvSpPr>
        <p:spPr>
          <a:xfrm>
            <a:off x="311700" y="410000"/>
            <a:ext cx="8520600" cy="607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LF Energy</a:t>
            </a:r>
            <a:r>
              <a:rPr lang="en" sz="2200"/>
              <a:t> Foundation</a:t>
            </a:r>
            <a:endParaRPr sz="2200"/>
          </a:p>
        </p:txBody>
      </p:sp>
      <p:sp>
        <p:nvSpPr>
          <p:cNvPr id="763" name="Google Shape;763;p122"/>
          <p:cNvSpPr txBox="1"/>
          <p:nvPr>
            <p:ph idx="1" type="body"/>
          </p:nvPr>
        </p:nvSpPr>
        <p:spPr>
          <a:xfrm>
            <a:off x="280350" y="1266450"/>
            <a:ext cx="8520600" cy="3339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LF Energy Foundation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LF Energy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42900" lvl="0" marL="457200" rtl="0" algn="l">
              <a:spcBef>
                <a:spcPts val="0"/>
              </a:spcBef>
              <a:spcAft>
                <a:spcPts val="0"/>
              </a:spcAft>
              <a:buSzPts val="18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LF Energy Project and Working Group Leads</a:t>
            </a:r>
            <a:endParaRPr/>
          </a:p>
        </p:txBody>
      </p:sp>
      <p:sp>
        <p:nvSpPr>
          <p:cNvPr id="764" name="Google Shape;764;p122"/>
          <p:cNvSpPr txBox="1"/>
          <p:nvPr>
            <p:ph idx="12" type="sldNum"/>
          </p:nvPr>
        </p:nvSpPr>
        <p:spPr>
          <a:xfrm>
            <a:off x="8460431" y="4651190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8" name="Shape 7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Google Shape;769;p123"/>
          <p:cNvSpPr txBox="1"/>
          <p:nvPr>
            <p:ph idx="4294967295" type="title"/>
          </p:nvPr>
        </p:nvSpPr>
        <p:spPr>
          <a:xfrm>
            <a:off x="1119525" y="3321275"/>
            <a:ext cx="2675400" cy="878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Thank you!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770" name="Google Shape;770;p123"/>
          <p:cNvSpPr txBox="1"/>
          <p:nvPr>
            <p:ph idx="4294967295" type="subTitle"/>
          </p:nvPr>
        </p:nvSpPr>
        <p:spPr>
          <a:xfrm>
            <a:off x="4320275" y="3412769"/>
            <a:ext cx="4535400" cy="69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lt1"/>
                </a:solidFill>
              </a:rPr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members.lfenergy.org</a:t>
            </a:r>
            <a:r>
              <a:rPr lang="en">
                <a:solidFill>
                  <a:schemeClr val="lt1"/>
                </a:solidFill>
              </a:rPr>
              <a:t>.</a:t>
            </a:r>
            <a:endParaRPr>
              <a:solidFill>
                <a:schemeClr val="lt1"/>
              </a:solidFill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LF Energy Theme 2023">
  <a:themeElements>
    <a:clrScheme name="Geometric">
      <a:dk1>
        <a:srgbClr val="222222"/>
      </a:dk1>
      <a:lt1>
        <a:srgbClr val="FFFFFF"/>
      </a:lt1>
      <a:dk2>
        <a:srgbClr val="434343"/>
      </a:dk2>
      <a:lt2>
        <a:srgbClr val="999999"/>
      </a:lt2>
      <a:accent1>
        <a:srgbClr val="003778"/>
      </a:accent1>
      <a:accent2>
        <a:srgbClr val="0094FF"/>
      </a:accent2>
      <a:accent3>
        <a:srgbClr val="5B1DE7"/>
      </a:accent3>
      <a:accent4>
        <a:srgbClr val="12E2E2"/>
      </a:accent4>
      <a:accent5>
        <a:srgbClr val="FF00AA"/>
      </a:accent5>
      <a:accent6>
        <a:srgbClr val="ACDE1F"/>
      </a:accent6>
      <a:hlink>
        <a:srgbClr val="0077CC"/>
      </a:hlink>
      <a:folHlink>
        <a:srgbClr val="F0629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