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9.png"/><Relationship Id="rId4" Type="http://schemas.openxmlformats.org/officeDocument/2006/relationships/image" Target="../media/image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37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3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31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37.png"/><Relationship Id="rId4" Type="http://schemas.openxmlformats.org/officeDocument/2006/relationships/image" Target="../media/image31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31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31.png"/><Relationship Id="rId4" Type="http://schemas.openxmlformats.org/officeDocument/2006/relationships/image" Target="../media/image28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3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Relationship Id="rId3" Type="http://schemas.openxmlformats.org/officeDocument/2006/relationships/image" Target="../media/image37.png"/><Relationship Id="rId4" Type="http://schemas.openxmlformats.org/officeDocument/2006/relationships/image" Target="../media/image30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31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4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19.png"/><Relationship Id="rId4" Type="http://schemas.openxmlformats.org/officeDocument/2006/relationships/image" Target="../media/image5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1.png"/><Relationship Id="rId3" Type="http://schemas.openxmlformats.org/officeDocument/2006/relationships/image" Target="../media/image53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1.png"/><Relationship Id="rId3" Type="http://schemas.openxmlformats.org/officeDocument/2006/relationships/image" Target="../media/image55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1.png"/><Relationship Id="rId3" Type="http://schemas.openxmlformats.org/officeDocument/2006/relationships/image" Target="../media/image5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7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8.png"/><Relationship Id="rId3" Type="http://schemas.openxmlformats.org/officeDocument/2006/relationships/image" Target="../media/image62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7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2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4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1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5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5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Relationship Id="rId3" Type="http://schemas.openxmlformats.org/officeDocument/2006/relationships/image" Target="../media/image4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Relationship Id="rId3" Type="http://schemas.openxmlformats.org/officeDocument/2006/relationships/image" Target="../media/image19.png"/><Relationship Id="rId4" Type="http://schemas.openxmlformats.org/officeDocument/2006/relationships/image" Target="../media/image5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6.png"/><Relationship Id="rId3" Type="http://schemas.openxmlformats.org/officeDocument/2006/relationships/image" Target="../media/image74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73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81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0.png"/><Relationship Id="rId3" Type="http://schemas.openxmlformats.org/officeDocument/2006/relationships/image" Target="../media/image73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1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2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4.png"/><Relationship Id="rId4" Type="http://schemas.openxmlformats.org/officeDocument/2006/relationships/image" Target="../media/image8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6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3.jpg"/><Relationship Id="rId8" Type="http://schemas.openxmlformats.org/officeDocument/2006/relationships/image" Target="../media/image72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9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