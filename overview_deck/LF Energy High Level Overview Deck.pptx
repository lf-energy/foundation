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45785C8-CD11-4242-9BE0-052C6D65841B}">
  <a:tblStyle styleId="{E45785C8-CD11-4242-9BE0-052C6D65841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3.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8.png"/><Relationship Id="rId7" Type="http://schemas.openxmlformats.org/officeDocument/2006/relationships/image" Target="../media/image17.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4.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{E45785C8-CD11-4242-9BE0-052C6D65841B}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{E45785C8-CD11-4242-9BE0-052C6D65841B}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{E45785C8-CD11-4242-9BE0-052C6D65841B}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{E45785C8-CD11-4242-9BE0-052C6D65841B}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{E45785C8-CD11-4242-9BE0-052C6D65841B}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{E45785C8-CD11-4242-9BE0-052C6D65841B}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