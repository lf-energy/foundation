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71BD017-42D1-46B7-AF5C-1F6A6F620FC7}">
  <a:tblStyle styleId="{C71BD017-42D1-46B7-AF5C-1F6A6F620FC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3.png"/><Relationship Id="rId4" Type="http://schemas.openxmlformats.org/officeDocument/2006/relationships/image" Target="../media/image1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8.png"/><Relationship Id="rId4" Type="http://schemas.openxmlformats.org/officeDocument/2006/relationships/image" Target="../media/image34.png"/><Relationship Id="rId5" Type="http://schemas.openxmlformats.org/officeDocument/2006/relationships/image" Target="../media/image15.png"/><Relationship Id="rId6" Type="http://schemas.openxmlformats.org/officeDocument/2006/relationships/image" Target="../media/image27.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4.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40.png"/><Relationship Id="rId7" Type="http://schemas.openxmlformats.org/officeDocument/2006/relationships/image" Target="../media/image28.png"/><Relationship Id="rId8"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37.png"/><Relationship Id="rId8"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{C71BD017-42D1-46B7-AF5C-1F6A6F620FC7}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{C71BD017-42D1-46B7-AF5C-1F6A6F620FC7}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{C71BD017-42D1-46B7-AF5C-1F6A6F620FC7}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{C71BD017-42D1-46B7-AF5C-1F6A6F620FC7}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{C71BD017-42D1-46B7-AF5C-1F6A6F620FC7}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{C71BD017-42D1-46B7-AF5C-1F6A6F620FC7}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