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31C4387-D2BC-4F6B-8271-A1B01A20564F}">
  <a:tblStyle styleId="{D31C4387-D2BC-4F6B-8271-A1B01A20564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34.png"/><Relationship Id="rId6" Type="http://schemas.openxmlformats.org/officeDocument/2006/relationships/image" Target="../media/image15.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29.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3.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{D31C4387-D2BC-4F6B-8271-A1B01A20564F}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{D31C4387-D2BC-4F6B-8271-A1B01A20564F}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{D31C4387-D2BC-4F6B-8271-A1B01A20564F}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{D31C4387-D2BC-4F6B-8271-A1B01A20564F}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{D31C4387-D2BC-4F6B-8271-A1B01A20564F}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{D31C4387-D2BC-4F6B-8271-A1B01A20564F}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