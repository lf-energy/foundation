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E730365-736A-41D0-A228-DE93EA86D45C}">
  <a:tblStyle styleId="{BE730365-736A-41D0-A228-DE93EA86D45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4.png"/><Relationship Id="rId4" Type="http://schemas.openxmlformats.org/officeDocument/2006/relationships/image" Target="../media/image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1.png"/><Relationship Id="rId4" Type="http://schemas.openxmlformats.org/officeDocument/2006/relationships/image" Target="../media/image30.png"/><Relationship Id="rId5" Type="http://schemas.openxmlformats.org/officeDocument/2006/relationships/image" Target="../media/image23.png"/><Relationship Id="rId6" Type="http://schemas.openxmlformats.org/officeDocument/2006/relationships/image" Target="../media/image34.png"/><Relationship Id="rId7"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1.png"/><Relationship Id="rId4" Type="http://schemas.openxmlformats.org/officeDocument/2006/relationships/image" Target="../media/image16.png"/><Relationship Id="rId5" Type="http://schemas.openxmlformats.org/officeDocument/2006/relationships/image" Target="../media/image18.png"/><Relationship Id="rId6" Type="http://schemas.openxmlformats.org/officeDocument/2006/relationships/image" Target="../media/image17.png"/><Relationship Id="rId7" Type="http://schemas.openxmlformats.org/officeDocument/2006/relationships/image" Target="../media/image15.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9.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27.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{BE730365-736A-41D0-A228-DE93EA86D45C}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{BE730365-736A-41D0-A228-DE93EA86D45C}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{BE730365-736A-41D0-A228-DE93EA86D45C}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{BE730365-736A-41D0-A228-DE93EA86D45C}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{BE730365-736A-41D0-A228-DE93EA86D45C}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{BE730365-736A-41D0-A228-DE93EA86D45C}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