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0340CCA-2B8B-4F2A-B127-A3B99710AB17}">
  <a:tblStyle styleId="{50340CCA-2B8B-4F2A-B127-A3B99710AB1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7.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21.png"/><Relationship Id="rId7" Type="http://schemas.openxmlformats.org/officeDocument/2006/relationships/image" Target="../media/image20.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3.png"/><Relationship Id="rId5" Type="http://schemas.openxmlformats.org/officeDocument/2006/relationships/hyperlink" Target="mailto:membership@lfenergy.org" TargetMode="External"/><Relationship Id="rId6" Type="http://schemas.openxmlformats.org/officeDocument/2006/relationships/image" Target="../media/image25.png"/><Relationship Id="rId7" Type="http://schemas.openxmlformats.org/officeDocument/2006/relationships/image" Target="../media/image24.png"/><Relationship Id="rId8"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{50340CCA-2B8B-4F2A-B127-A3B99710AB17}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{50340CCA-2B8B-4F2A-B127-A3B99710AB17}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{50340CCA-2B8B-4F2A-B127-A3B99710AB17}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{50340CCA-2B8B-4F2A-B127-A3B99710AB17}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{50340CCA-2B8B-4F2A-B127-A3B99710AB17}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{50340CCA-2B8B-4F2A-B127-A3B99710AB17}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