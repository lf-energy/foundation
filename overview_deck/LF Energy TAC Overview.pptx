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8.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8.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8.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23.png"/><Relationship Id="rId4" Type="http://schemas.openxmlformats.org/officeDocument/2006/relationships/image" Target="../media/image5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8.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1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 Id="rId3" Type="http://schemas.openxmlformats.org/officeDocument/2006/relationships/image" Target="../media/image9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9.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