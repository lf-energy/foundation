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35.png"/><Relationship Id="rId4" Type="http://schemas.openxmlformats.org/officeDocument/2006/relationships/image" Target="../media/image20.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3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34.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3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35.png"/><Relationship Id="rId4" Type="http://schemas.openxmlformats.org/officeDocument/2006/relationships/image" Target="../media/image3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34.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image" Target="../media/image34.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34.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5.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34.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34.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5.png"/><Relationship Id="rId4" Type="http://schemas.openxmlformats.org/officeDocument/2006/relationships/image" Target="../media/image34.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34.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34.png"/><Relationship Id="rId4" Type="http://schemas.openxmlformats.org/officeDocument/2006/relationships/image" Target="../media/image85.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34.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35.png"/><Relationship Id="rId4" Type="http://schemas.openxmlformats.org/officeDocument/2006/relationships/image" Target="../media/image20.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34.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1.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3.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3.png"/><Relationship Id="rId3" Type="http://schemas.openxmlformats.org/officeDocument/2006/relationships/image" Target="../media/image106.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 Id="rId3" Type="http://schemas.openxmlformats.org/officeDocument/2006/relationships/image" Target="../media/image87.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 Id="rId3" Type="http://schemas.openxmlformats.org/officeDocument/2006/relationships/image" Target="../media/image3.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0.png"/><Relationship Id="rId3" Type="http://schemas.openxmlformats.org/officeDocument/2006/relationships/image" Target="../media/image102.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2.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3.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09.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3.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11.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3.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3.png"/><Relationship Id="rId3" Type="http://schemas.openxmlformats.org/officeDocument/2006/relationships/image" Target="../media/image108.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6.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15.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0.png"/><Relationship Id="rId3" Type="http://schemas.openxmlformats.org/officeDocument/2006/relationships/image" Target="../media/image116.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4.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2.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5.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3.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8.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6.jpg"/><Relationship Id="rId8" Type="http://schemas.openxmlformats.org/officeDocument/2006/relationships/image" Target="../media/image119.jpg"/><Relationship Id="rId11" Type="http://schemas.openxmlformats.org/officeDocument/2006/relationships/hyperlink" Target="http://support.lfenergy.org" TargetMode="External"/><Relationship Id="rId10" Type="http://schemas.openxmlformats.org/officeDocument/2006/relationships/image" Target="../media/image12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2026</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Associate Program Membership</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