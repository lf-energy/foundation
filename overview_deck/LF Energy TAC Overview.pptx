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 Id="rId4"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6.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44.png"/><Relationship Id="rId4" Type="http://schemas.openxmlformats.org/officeDocument/2006/relationships/image" Target="../media/image2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44.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24.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24.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44.png"/><Relationship Id="rId4" Type="http://schemas.openxmlformats.org/officeDocument/2006/relationships/image" Target="../media/image2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24.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4.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24.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png"/><Relationship Id="rId4" Type="http://schemas.openxmlformats.org/officeDocument/2006/relationships/image" Target="../media/image7.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7.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2.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7.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44.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24.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24.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44.png"/><Relationship Id="rId4" Type="http://schemas.openxmlformats.org/officeDocument/2006/relationships/image" Target="../media/image24.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24.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24.png"/><Relationship Id="rId4" Type="http://schemas.openxmlformats.org/officeDocument/2006/relationships/image" Target="../media/image74.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24.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44.png"/><Relationship Id="rId4" Type="http://schemas.openxmlformats.org/officeDocument/2006/relationships/image" Target="../media/image22.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24.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png"/><Relationship Id="rId4" Type="http://schemas.openxmlformats.org/officeDocument/2006/relationships/image" Target="../media/image7.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7.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2.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7.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7.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0.png"/><Relationship Id="rId3" Type="http://schemas.openxmlformats.org/officeDocument/2006/relationships/image" Target="../media/image81.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6.png"/><Relationship Id="rId3" Type="http://schemas.openxmlformats.org/officeDocument/2006/relationships/image" Target="../media/image92.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6.png"/><Relationship Id="rId3" Type="http://schemas.openxmlformats.org/officeDocument/2006/relationships/image" Target="../media/image7.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6.png"/><Relationship Id="rId3" Type="http://schemas.openxmlformats.org/officeDocument/2006/relationships/image" Target="../media/image91.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8.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6.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6.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98.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3.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3.png"/><Relationship Id="rId4" Type="http://schemas.openxmlformats.org/officeDocument/2006/relationships/image" Target="../media/image7.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7.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 Id="rId3" Type="http://schemas.openxmlformats.org/officeDocument/2006/relationships/image" Target="../media/image2.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7.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3.png"/><Relationship Id="rId3" Type="http://schemas.openxmlformats.org/officeDocument/2006/relationships/image" Target="../media/image118.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 Id="rId3" Type="http://schemas.openxmlformats.org/officeDocument/2006/relationships/image" Target="../media/image109.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14.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1.png"/><Relationship Id="rId3" Type="http://schemas.openxmlformats.org/officeDocument/2006/relationships/image" Target="../media/image109.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2.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1.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3.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4.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7.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4.jpg"/><Relationship Id="rId8" Type="http://schemas.openxmlformats.org/officeDocument/2006/relationships/image" Target="../media/image116.jpg"/><Relationship Id="rId11" Type="http://schemas.openxmlformats.org/officeDocument/2006/relationships/hyperlink" Target="http://support.lfenergy.org" TargetMode="External"/><Relationship Id="rId10" Type="http://schemas.openxmlformats.org/officeDocument/2006/relationships/image" Target="../media/image12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