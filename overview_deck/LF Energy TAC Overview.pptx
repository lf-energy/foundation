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33.png"/><Relationship Id="rId4" Type="http://schemas.openxmlformats.org/officeDocument/2006/relationships/image" Target="../media/image26.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3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image" Target="../media/image46.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image" Target="../media/image46.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33.png"/><Relationship Id="rId4" Type="http://schemas.openxmlformats.org/officeDocument/2006/relationships/image" Target="../media/image46.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image" Target="../media/image46.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46.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image" Target="../media/image46.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6.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image" Target="../media/image6.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33.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46.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46.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33.png"/><Relationship Id="rId4" Type="http://schemas.openxmlformats.org/officeDocument/2006/relationships/image" Target="../media/image46.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4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46.png"/><Relationship Id="rId4" Type="http://schemas.openxmlformats.org/officeDocument/2006/relationships/image" Target="../media/image60.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46.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3.png"/><Relationship Id="rId4" Type="http://schemas.openxmlformats.org/officeDocument/2006/relationships/image" Target="../media/image26.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46.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6.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2.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image" Target="../media/image6.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8.png"/><Relationship Id="rId3" Type="http://schemas.openxmlformats.org/officeDocument/2006/relationships/image" Target="../media/image90.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5.png"/><Relationship Id="rId3" Type="http://schemas.openxmlformats.org/officeDocument/2006/relationships/image" Target="../media/image97.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5.png"/><Relationship Id="rId3" Type="http://schemas.openxmlformats.org/officeDocument/2006/relationships/image" Target="../media/image6.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6.png"/><Relationship Id="rId3" Type="http://schemas.openxmlformats.org/officeDocument/2006/relationships/image" Target="../media/image109.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3.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5.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02.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2.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6.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2.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image" Target="../media/image6.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0.png"/><Relationship Id="rId3" Type="http://schemas.openxmlformats.org/officeDocument/2006/relationships/image" Target="../media/image121.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107.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117.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8.png"/><Relationship Id="rId3" Type="http://schemas.openxmlformats.org/officeDocument/2006/relationships/image" Target="../media/image107.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2.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1.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3.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4.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5.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3.jpg"/><Relationship Id="rId8" Type="http://schemas.openxmlformats.org/officeDocument/2006/relationships/image" Target="../media/image111.jpg"/><Relationship Id="rId11" Type="http://schemas.openxmlformats.org/officeDocument/2006/relationships/hyperlink" Target="http://support.lfenergy.org" TargetMode="External"/><Relationship Id="rId10" Type="http://schemas.openxmlformats.org/officeDocument/2006/relationships/image" Target="../media/image12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