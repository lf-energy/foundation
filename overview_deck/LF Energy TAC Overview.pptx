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83.png"/><Relationship Id="rId4"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8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83.png"/><Relationship Id="rId4"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 Id="rId3" Type="http://schemas.openxmlformats.org/officeDocument/2006/relationships/image" Target="../media/image4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8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83.png"/><Relationship Id="rId4" Type="http://schemas.openxmlformats.org/officeDocument/2006/relationships/image" Target="../media/image4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7.png"/><Relationship Id="rId3" Type="http://schemas.openxmlformats.org/officeDocument/2006/relationships/image" Target="../media/image4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7.png"/><Relationship Id="rId3" Type="http://schemas.openxmlformats.org/officeDocument/2006/relationships/image" Target="../media/image41.png"/><Relationship Id="rId4" Type="http://schemas.openxmlformats.org/officeDocument/2006/relationships/image" Target="../media/image6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83.png"/><Relationship Id="rId4" Type="http://schemas.openxmlformats.org/officeDocument/2006/relationships/image" Target="../media/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9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 Id="rId3" Type="http://schemas.openxmlformats.org/officeDocument/2006/relationships/image" Target="../media/image10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21.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3.png"/><Relationship Id="rId3" Type="http://schemas.openxmlformats.org/officeDocument/2006/relationships/image" Target="../media/image10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0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3.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5.png"/><Relationship Id="rId3" Type="http://schemas.openxmlformats.org/officeDocument/2006/relationships/image" Target="../media/image10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19.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