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1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40.png"/><Relationship Id="rId4" Type="http://schemas.openxmlformats.org/officeDocument/2006/relationships/image" Target="../media/image2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4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40.png"/><Relationship Id="rId4" Type="http://schemas.openxmlformats.org/officeDocument/2006/relationships/image" Target="../media/image2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2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4.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1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1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8.png"/><Relationship Id="rId3" Type="http://schemas.openxmlformats.org/officeDocument/2006/relationships/image" Target="../media/image40.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4.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8.png"/><Relationship Id="rId3" Type="http://schemas.openxmlformats.org/officeDocument/2006/relationships/image" Target="../media/image40.png"/><Relationship Id="rId4" Type="http://schemas.openxmlformats.org/officeDocument/2006/relationships/image" Target="../media/image24.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24.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24.png"/><Relationship Id="rId4" Type="http://schemas.openxmlformats.org/officeDocument/2006/relationships/image" Target="../media/image71.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4.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40.png"/><Relationship Id="rId4" Type="http://schemas.openxmlformats.org/officeDocument/2006/relationships/image" Target="../media/image25.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4.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6.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13.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3.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6.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1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7.png"/><Relationship Id="rId3" Type="http://schemas.openxmlformats.org/officeDocument/2006/relationships/image" Target="../media/image87.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81.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1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6.png"/><Relationship Id="rId3" Type="http://schemas.openxmlformats.org/officeDocument/2006/relationships/image" Target="../media/image82.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1.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0.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6.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13.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3.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6.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1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8.png"/><Relationship Id="rId3" Type="http://schemas.openxmlformats.org/officeDocument/2006/relationships/image" Target="../media/image114.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13.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07.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 Id="rId3" Type="http://schemas.openxmlformats.org/officeDocument/2006/relationships/image" Target="../media/image113.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5.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4.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1.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2.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2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9.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2.jpg"/><Relationship Id="rId11" Type="http://schemas.openxmlformats.org/officeDocument/2006/relationships/hyperlink" Target="http://support.lfenergy.org" TargetMode="External"/><Relationship Id="rId10" Type="http://schemas.openxmlformats.org/officeDocument/2006/relationships/image" Target="../media/image1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