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 Id="rId4" Type="http://schemas.openxmlformats.org/officeDocument/2006/relationships/image" Target="../media/image5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4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4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7.png"/><Relationship Id="rId4" Type="http://schemas.openxmlformats.org/officeDocument/2006/relationships/image" Target="../media/image4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4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4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4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7.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4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4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7.png"/><Relationship Id="rId4" Type="http://schemas.openxmlformats.org/officeDocument/2006/relationships/image" Target="../media/image4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4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44.png"/><Relationship Id="rId4" Type="http://schemas.openxmlformats.org/officeDocument/2006/relationships/image" Target="../media/image9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4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 Id="rId4" Type="http://schemas.openxmlformats.org/officeDocument/2006/relationships/image" Target="../media/image55.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4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113.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8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5.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6.png"/><Relationship Id="rId3" Type="http://schemas.openxmlformats.org/officeDocument/2006/relationships/image" Target="../media/image95.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1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04.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19.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2.png"/><Relationship Id="rId3" Type="http://schemas.openxmlformats.org/officeDocument/2006/relationships/image" Target="../media/image104.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