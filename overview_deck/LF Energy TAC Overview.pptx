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93.png"/><Relationship Id="rId4" Type="http://schemas.openxmlformats.org/officeDocument/2006/relationships/image" Target="../media/image2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9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93.png"/><Relationship Id="rId4" Type="http://schemas.openxmlformats.org/officeDocument/2006/relationships/image" Target="../media/image23.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93.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93.png"/><Relationship Id="rId4" Type="http://schemas.openxmlformats.org/officeDocument/2006/relationships/image" Target="../media/image23.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3.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3.png"/><Relationship Id="rId4" Type="http://schemas.openxmlformats.org/officeDocument/2006/relationships/image" Target="../media/image57.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93.png"/><Relationship Id="rId4" Type="http://schemas.openxmlformats.org/officeDocument/2006/relationships/image" Target="../media/image28.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23.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3.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0.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116.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4.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09.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0.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0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7.png"/><Relationship Id="rId3" Type="http://schemas.openxmlformats.org/officeDocument/2006/relationships/image" Target="../media/image110.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3.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1.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4.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