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35.png"/><Relationship Id="rId4" Type="http://schemas.openxmlformats.org/officeDocument/2006/relationships/image" Target="../media/image3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5.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5.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30.png"/><Relationship Id="rId4" Type="http://schemas.openxmlformats.org/officeDocument/2006/relationships/image" Target="../media/image7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5.png"/><Relationship Id="rId4" Type="http://schemas.openxmlformats.org/officeDocument/2006/relationships/image" Target="../media/image3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11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1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6.png"/><Relationship Id="rId3" Type="http://schemas.openxmlformats.org/officeDocument/2006/relationships/image" Target="../media/image10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7.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