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59.png"/><Relationship Id="rId4" Type="http://schemas.openxmlformats.org/officeDocument/2006/relationships/image" Target="../media/image2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5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3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3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59.png"/><Relationship Id="rId4" Type="http://schemas.openxmlformats.org/officeDocument/2006/relationships/image" Target="../media/image3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30.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30.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30.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7.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59.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0.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0.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59.png"/><Relationship Id="rId4" Type="http://schemas.openxmlformats.org/officeDocument/2006/relationships/image" Target="../media/image30.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30.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30.png"/><Relationship Id="rId4" Type="http://schemas.openxmlformats.org/officeDocument/2006/relationships/image" Target="../media/image60.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0.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59.png"/><Relationship Id="rId4" Type="http://schemas.openxmlformats.org/officeDocument/2006/relationships/image" Target="../media/image25.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0.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7.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9.png"/><Relationship Id="rId3" Type="http://schemas.openxmlformats.org/officeDocument/2006/relationships/image" Target="../media/image81.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97.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7.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image" Target="../media/image87.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9.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4.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7.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2.png"/><Relationship Id="rId3" Type="http://schemas.openxmlformats.org/officeDocument/2006/relationships/image" Target="../media/image113.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11.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16.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8.png"/><Relationship Id="rId3" Type="http://schemas.openxmlformats.org/officeDocument/2006/relationships/image" Target="../media/image111.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4.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2.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3.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1.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2.jpg"/><Relationship Id="rId8" Type="http://schemas.openxmlformats.org/officeDocument/2006/relationships/image" Target="../media/image120.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