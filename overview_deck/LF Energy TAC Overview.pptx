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7.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7.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7.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3.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7.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9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image" Target="../media/image9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7.png"/><Relationship Id="rId3" Type="http://schemas.openxmlformats.org/officeDocument/2006/relationships/image" Target="../media/image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