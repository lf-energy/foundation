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1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1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28.png"/><Relationship Id="rId4" Type="http://schemas.openxmlformats.org/officeDocument/2006/relationships/image" Target="../media/image1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8.png"/><Relationship Id="rId4" Type="http://schemas.openxmlformats.org/officeDocument/2006/relationships/image" Target="../media/image2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2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16.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6.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0.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1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8.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8.png"/><Relationship Id="rId4" Type="http://schemas.openxmlformats.org/officeDocument/2006/relationships/image" Target="../media/image2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2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21.png"/><Relationship Id="rId4" Type="http://schemas.openxmlformats.org/officeDocument/2006/relationships/image" Target="../media/image71.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8.png"/><Relationship Id="rId4" Type="http://schemas.openxmlformats.org/officeDocument/2006/relationships/image" Target="../media/image17.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16.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6.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0.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16.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 Id="rId3" Type="http://schemas.openxmlformats.org/officeDocument/2006/relationships/image" Target="../media/image105.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image" Target="../media/image83.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image" Target="../media/image16.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80.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6.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7.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8.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16.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6.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0.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16.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1.png"/><Relationship Id="rId3" Type="http://schemas.openxmlformats.org/officeDocument/2006/relationships/image" Target="../media/image102.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4.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09.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0.png"/><Relationship Id="rId3" Type="http://schemas.openxmlformats.org/officeDocument/2006/relationships/image" Target="../media/image114.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4.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3.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1.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2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1.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3.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