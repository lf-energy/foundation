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5.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5.png"/><Relationship Id="rId4" Type="http://schemas.openxmlformats.org/officeDocument/2006/relationships/image" Target="../media/image4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5.png"/><Relationship Id="rId4" Type="http://schemas.openxmlformats.org/officeDocument/2006/relationships/image" Target="../media/image4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5.png"/><Relationship Id="rId4" Type="http://schemas.openxmlformats.org/officeDocument/2006/relationships/image" Target="../media/image5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5.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7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 Id="rId3" Type="http://schemas.openxmlformats.org/officeDocument/2006/relationships/image" Target="../media/image84.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 Id="rId3" Type="http://schemas.openxmlformats.org/officeDocument/2006/relationships/image" Target="../media/image7.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88.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 Id="rId3" Type="http://schemas.openxmlformats.org/officeDocument/2006/relationships/image" Target="../media/image11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2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2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3.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