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43.png"/><Relationship Id="rId4"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4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43.png"/><Relationship Id="rId4" Type="http://schemas.openxmlformats.org/officeDocument/2006/relationships/image" Target="../media/image3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3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4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8.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8.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43.png"/><Relationship Id="rId4" Type="http://schemas.openxmlformats.org/officeDocument/2006/relationships/image" Target="../media/image38.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38.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38.png"/><Relationship Id="rId4" Type="http://schemas.openxmlformats.org/officeDocument/2006/relationships/image" Target="../media/image6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8.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43.png"/><Relationship Id="rId4" Type="http://schemas.openxmlformats.org/officeDocument/2006/relationships/image" Target="../media/image2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8.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113.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image" Target="../media/image95.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 Id="rId3" Type="http://schemas.openxmlformats.org/officeDocument/2006/relationships/image" Target="../media/image86.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7.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 Id="rId3" Type="http://schemas.openxmlformats.org/officeDocument/2006/relationships/image" Target="../media/image104.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9.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0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09.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4.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