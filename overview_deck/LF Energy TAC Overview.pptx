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1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60.png"/><Relationship Id="rId4" Type="http://schemas.openxmlformats.org/officeDocument/2006/relationships/image" Target="../media/image2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6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60.png"/><Relationship Id="rId4" Type="http://schemas.openxmlformats.org/officeDocument/2006/relationships/image" Target="../media/image2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2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1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8.png"/><Relationship Id="rId3" Type="http://schemas.openxmlformats.org/officeDocument/2006/relationships/image" Target="../media/image60.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8.png"/><Relationship Id="rId3" Type="http://schemas.openxmlformats.org/officeDocument/2006/relationships/image" Target="../media/image60.png"/><Relationship Id="rId4" Type="http://schemas.openxmlformats.org/officeDocument/2006/relationships/image" Target="../media/image28.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7.png"/><Relationship Id="rId3" Type="http://schemas.openxmlformats.org/officeDocument/2006/relationships/image" Target="../media/image28.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7.png"/><Relationship Id="rId3" Type="http://schemas.openxmlformats.org/officeDocument/2006/relationships/image" Target="../media/image28.png"/><Relationship Id="rId4" Type="http://schemas.openxmlformats.org/officeDocument/2006/relationships/image" Target="../media/image90.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60.png"/><Relationship Id="rId4" Type="http://schemas.openxmlformats.org/officeDocument/2006/relationships/image" Target="../media/image25.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8.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1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92.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8.png"/><Relationship Id="rId3" Type="http://schemas.openxmlformats.org/officeDocument/2006/relationships/image" Target="../media/image93.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8.png"/><Relationship Id="rId3" Type="http://schemas.openxmlformats.org/officeDocument/2006/relationships/image" Target="../media/image1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2.png"/><Relationship Id="rId3" Type="http://schemas.openxmlformats.org/officeDocument/2006/relationships/image" Target="../media/image85.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8.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5.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7.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1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0.png"/><Relationship Id="rId3" Type="http://schemas.openxmlformats.org/officeDocument/2006/relationships/image" Target="../media/image10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05.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10.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05.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7.jpg"/><Relationship Id="rId11" Type="http://schemas.openxmlformats.org/officeDocument/2006/relationships/hyperlink" Target="http://support.lfenergy.org" TargetMode="External"/><Relationship Id="rId10" Type="http://schemas.openxmlformats.org/officeDocument/2006/relationships/image" Target="../media/image12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