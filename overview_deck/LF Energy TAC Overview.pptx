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 Id="rId3" Type="http://schemas.openxmlformats.org/officeDocument/2006/relationships/image" Target="../media/image26.png"/><Relationship Id="rId4" Type="http://schemas.openxmlformats.org/officeDocument/2006/relationships/image" Target="../media/image2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4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4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40.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4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4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 Id="rId3" Type="http://schemas.openxmlformats.org/officeDocument/2006/relationships/image" Target="../media/image40.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40.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40.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40.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40.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40.png"/><Relationship Id="rId4" Type="http://schemas.openxmlformats.org/officeDocument/2006/relationships/image" Target="../media/image65.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40.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26.png"/><Relationship Id="rId4" Type="http://schemas.openxmlformats.org/officeDocument/2006/relationships/image" Target="../media/image21.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40.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10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107.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7.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 Id="rId3" Type="http://schemas.openxmlformats.org/officeDocument/2006/relationships/image" Target="../media/image87.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8.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6.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7.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7.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7.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 Id="rId3" Type="http://schemas.openxmlformats.org/officeDocument/2006/relationships/image" Target="../media/image11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13.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1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0.png"/><Relationship Id="rId3" Type="http://schemas.openxmlformats.org/officeDocument/2006/relationships/image" Target="../media/image113.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2.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1.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