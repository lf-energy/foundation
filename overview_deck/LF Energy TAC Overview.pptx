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5.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7.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42.png"/><Relationship Id="rId4" Type="http://schemas.openxmlformats.org/officeDocument/2006/relationships/image" Target="../media/image19.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4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42.png"/><Relationship Id="rId4" Type="http://schemas.openxmlformats.org/officeDocument/2006/relationships/image" Target="../media/image2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2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7.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7.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3.png"/><Relationship Id="rId4" Type="http://schemas.openxmlformats.org/officeDocument/2006/relationships/image" Target="../media/image5.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5.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42.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1.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1.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42.png"/><Relationship Id="rId4" Type="http://schemas.openxmlformats.org/officeDocument/2006/relationships/image" Target="../media/image21.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21.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21.png"/><Relationship Id="rId4" Type="http://schemas.openxmlformats.org/officeDocument/2006/relationships/image" Target="../media/image57.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1.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42.png"/><Relationship Id="rId4" Type="http://schemas.openxmlformats.org/officeDocument/2006/relationships/image" Target="../media/image19.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1.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7.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7.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3.png"/><Relationship Id="rId4" Type="http://schemas.openxmlformats.org/officeDocument/2006/relationships/image" Target="../media/image5.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5.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3.png"/><Relationship Id="rId3" Type="http://schemas.openxmlformats.org/officeDocument/2006/relationships/image" Target="../media/image76.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5.png"/><Relationship Id="rId3" Type="http://schemas.openxmlformats.org/officeDocument/2006/relationships/image" Target="../media/image87.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5.png"/><Relationship Id="rId3" Type="http://schemas.openxmlformats.org/officeDocument/2006/relationships/image" Target="../media/image5.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3.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4.png"/><Relationship Id="rId3" Type="http://schemas.openxmlformats.org/officeDocument/2006/relationships/image" Target="../media/image89.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4.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5.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08.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7.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7.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7.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3.png"/><Relationship Id="rId4" Type="http://schemas.openxmlformats.org/officeDocument/2006/relationships/image" Target="../media/image5.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5.png"/><Relationship Id="rId3" Type="http://schemas.openxmlformats.org/officeDocument/2006/relationships/image" Target="../media/image107.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1.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110.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5.png"/><Relationship Id="rId3" Type="http://schemas.openxmlformats.org/officeDocument/2006/relationships/image" Target="../media/image111.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4.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1.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5.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3.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23.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1.jpg"/><Relationship Id="rId8" Type="http://schemas.openxmlformats.org/officeDocument/2006/relationships/image" Target="../media/image113.jpg"/><Relationship Id="rId11" Type="http://schemas.openxmlformats.org/officeDocument/2006/relationships/hyperlink" Target="http://support.lfenergy.org" TargetMode="External"/><Relationship Id="rId10" Type="http://schemas.openxmlformats.org/officeDocument/2006/relationships/image" Target="../media/image12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