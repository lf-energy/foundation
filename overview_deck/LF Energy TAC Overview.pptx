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8.png"/><Relationship Id="rId4" Type="http://schemas.openxmlformats.org/officeDocument/2006/relationships/image" Target="../media/image2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8.png"/><Relationship Id="rId4"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 Id="rId3" Type="http://schemas.openxmlformats.org/officeDocument/2006/relationships/image" Target="../media/image3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5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58.png"/><Relationship Id="rId4" Type="http://schemas.openxmlformats.org/officeDocument/2006/relationships/image" Target="../media/image3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7.png"/><Relationship Id="rId3" Type="http://schemas.openxmlformats.org/officeDocument/2006/relationships/image" Target="../media/image3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7.png"/><Relationship Id="rId3" Type="http://schemas.openxmlformats.org/officeDocument/2006/relationships/image" Target="../media/image39.png"/><Relationship Id="rId4" Type="http://schemas.openxmlformats.org/officeDocument/2006/relationships/image" Target="../media/image7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58.png"/><Relationship Id="rId4" Type="http://schemas.openxmlformats.org/officeDocument/2006/relationships/image" Target="../media/image2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3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8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9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 Id="rId3" Type="http://schemas.openxmlformats.org/officeDocument/2006/relationships/image" Target="../media/image9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 Id="rId3" Type="http://schemas.openxmlformats.org/officeDocument/2006/relationships/image" Target="../media/image10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19.jpg"/><Relationship Id="rId8" Type="http://schemas.openxmlformats.org/officeDocument/2006/relationships/image" Target="../media/image109.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