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5.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59.png"/><Relationship Id="rId4" Type="http://schemas.openxmlformats.org/officeDocument/2006/relationships/image" Target="../media/image2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59.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25.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25.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59.png"/><Relationship Id="rId4" Type="http://schemas.openxmlformats.org/officeDocument/2006/relationships/image" Target="../media/image25.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25.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25.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25.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59.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25.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25.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59.png"/><Relationship Id="rId4" Type="http://schemas.openxmlformats.org/officeDocument/2006/relationships/image" Target="../media/image25.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25.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25.png"/><Relationship Id="rId4" Type="http://schemas.openxmlformats.org/officeDocument/2006/relationships/image" Target="../media/image54.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25.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59.png"/><Relationship Id="rId4" Type="http://schemas.openxmlformats.org/officeDocument/2006/relationships/image" Target="../media/image21.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25.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1.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3.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5.png"/><Relationship Id="rId3" Type="http://schemas.openxmlformats.org/officeDocument/2006/relationships/image" Target="../media/image79.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0.png"/><Relationship Id="rId3" Type="http://schemas.openxmlformats.org/officeDocument/2006/relationships/image" Target="../media/image87.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0.png"/><Relationship Id="rId3" Type="http://schemas.openxmlformats.org/officeDocument/2006/relationships/image" Target="../media/image3.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0.png"/><Relationship Id="rId3" Type="http://schemas.openxmlformats.org/officeDocument/2006/relationships/image" Target="../media/image106.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7.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4.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5.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0.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91.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8.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 Id="rId3" Type="http://schemas.openxmlformats.org/officeDocument/2006/relationships/image" Target="../media/image1.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3.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1.png"/><Relationship Id="rId3" Type="http://schemas.openxmlformats.org/officeDocument/2006/relationships/image" Target="../media/image118.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111.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13.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5.png"/><Relationship Id="rId3" Type="http://schemas.openxmlformats.org/officeDocument/2006/relationships/image" Target="../media/image111.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1.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4.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3.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5.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9.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1.jpg"/><Relationship Id="rId8" Type="http://schemas.openxmlformats.org/officeDocument/2006/relationships/image" Target="../media/image112.jpg"/><Relationship Id="rId11" Type="http://schemas.openxmlformats.org/officeDocument/2006/relationships/hyperlink" Target="http://support.lfenergy.org" TargetMode="External"/><Relationship Id="rId10" Type="http://schemas.openxmlformats.org/officeDocument/2006/relationships/image" Target="../media/image12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