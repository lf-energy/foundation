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6.png"/><Relationship Id="rId3" Type="http://schemas.openxmlformats.org/officeDocument/2006/relationships/image" Target="../media/image32.png"/><Relationship Id="rId4" Type="http://schemas.openxmlformats.org/officeDocument/2006/relationships/image" Target="../media/image1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2.png"/><Relationship Id="rId4" Type="http://schemas.openxmlformats.org/officeDocument/2006/relationships/image" Target="../media/image2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2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2.png"/><Relationship Id="rId4" Type="http://schemas.openxmlformats.org/officeDocument/2006/relationships/image" Target="../media/image2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3.png"/><Relationship Id="rId4" Type="http://schemas.openxmlformats.org/officeDocument/2006/relationships/image" Target="../media/image5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6.png"/><Relationship Id="rId3" Type="http://schemas.openxmlformats.org/officeDocument/2006/relationships/image" Target="../media/image32.png"/><Relationship Id="rId4" Type="http://schemas.openxmlformats.org/officeDocument/2006/relationships/image" Target="../media/image1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10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94.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6.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 Id="rId3" Type="http://schemas.openxmlformats.org/officeDocument/2006/relationships/image" Target="../media/image88.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6.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7.png"/><Relationship Id="rId3" Type="http://schemas.openxmlformats.org/officeDocument/2006/relationships/image" Target="../media/image11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09.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0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5.jpg"/><Relationship Id="rId11" Type="http://schemas.openxmlformats.org/officeDocument/2006/relationships/hyperlink" Target="http://support.lfenergy.org" TargetMode="External"/><Relationship Id="rId10" Type="http://schemas.openxmlformats.org/officeDocument/2006/relationships/image" Target="../media/image12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