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3.png"/><Relationship Id="rId4" Type="http://schemas.openxmlformats.org/officeDocument/2006/relationships/image" Target="../media/image8.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8.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50.png"/><Relationship Id="rId4" Type="http://schemas.openxmlformats.org/officeDocument/2006/relationships/image" Target="../media/image2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5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57.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5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50.png"/><Relationship Id="rId4" Type="http://schemas.openxmlformats.org/officeDocument/2006/relationships/image" Target="../media/image5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57.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 Id="rId3" Type="http://schemas.openxmlformats.org/officeDocument/2006/relationships/image" Target="../media/image5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57.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3.png"/><Relationship Id="rId4" Type="http://schemas.openxmlformats.org/officeDocument/2006/relationships/image" Target="../media/image8.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8.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50.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1.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57.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57.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50.png"/><Relationship Id="rId4" Type="http://schemas.openxmlformats.org/officeDocument/2006/relationships/image" Target="../media/image57.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7.png"/><Relationship Id="rId3" Type="http://schemas.openxmlformats.org/officeDocument/2006/relationships/image" Target="../media/image57.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7.png"/><Relationship Id="rId3" Type="http://schemas.openxmlformats.org/officeDocument/2006/relationships/image" Target="../media/image57.png"/><Relationship Id="rId4" Type="http://schemas.openxmlformats.org/officeDocument/2006/relationships/image" Target="../media/image63.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57.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50.png"/><Relationship Id="rId4" Type="http://schemas.openxmlformats.org/officeDocument/2006/relationships/image" Target="../media/image21.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57.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3.png"/><Relationship Id="rId4" Type="http://schemas.openxmlformats.org/officeDocument/2006/relationships/image" Target="../media/image8.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8.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 Id="rId3" Type="http://schemas.openxmlformats.org/officeDocument/2006/relationships/image" Target="../media/image85.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8.png"/><Relationship Id="rId3" Type="http://schemas.openxmlformats.org/officeDocument/2006/relationships/image" Target="../media/image119.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8.png"/><Relationship Id="rId3" Type="http://schemas.openxmlformats.org/officeDocument/2006/relationships/image" Target="../media/image8.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6.png"/><Relationship Id="rId3" Type="http://schemas.openxmlformats.org/officeDocument/2006/relationships/image" Target="../media/image81.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6.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8.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0.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3.png"/><Relationship Id="rId4" Type="http://schemas.openxmlformats.org/officeDocument/2006/relationships/image" Target="../media/image8.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 Id="rId3" Type="http://schemas.openxmlformats.org/officeDocument/2006/relationships/image" Target="../media/image2.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8.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1.png"/><Relationship Id="rId3" Type="http://schemas.openxmlformats.org/officeDocument/2006/relationships/image" Target="../media/image103.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20.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 Id="rId3" Type="http://schemas.openxmlformats.org/officeDocument/2006/relationships/image" Target="../media/image104.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1.png"/><Relationship Id="rId3" Type="http://schemas.openxmlformats.org/officeDocument/2006/relationships/image" Target="../media/image120.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4.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5.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3.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1.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7.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2.jpg"/><Relationship Id="rId8" Type="http://schemas.openxmlformats.org/officeDocument/2006/relationships/image" Target="../media/image118.jpg"/><Relationship Id="rId11" Type="http://schemas.openxmlformats.org/officeDocument/2006/relationships/hyperlink" Target="http://support.lfenergy.org" TargetMode="External"/><Relationship Id="rId10" Type="http://schemas.openxmlformats.org/officeDocument/2006/relationships/image" Target="../media/image12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