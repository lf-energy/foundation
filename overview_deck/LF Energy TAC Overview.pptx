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7.png"/><Relationship Id="rId4" Type="http://schemas.openxmlformats.org/officeDocument/2006/relationships/image" Target="../media/image1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2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 Id="rId4" Type="http://schemas.openxmlformats.org/officeDocument/2006/relationships/image" Target="../media/image2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2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png"/><Relationship Id="rId3" Type="http://schemas.openxmlformats.org/officeDocument/2006/relationships/image" Target="../media/image2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3.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3.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7.png"/><Relationship Id="rId4" Type="http://schemas.openxmlformats.org/officeDocument/2006/relationships/image" Target="../media/image2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1.png"/><Relationship Id="rId3" Type="http://schemas.openxmlformats.org/officeDocument/2006/relationships/image" Target="../media/image2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1.png"/><Relationship Id="rId3" Type="http://schemas.openxmlformats.org/officeDocument/2006/relationships/image" Target="../media/image23.png"/><Relationship Id="rId4" Type="http://schemas.openxmlformats.org/officeDocument/2006/relationships/image" Target="../media/image6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7.png"/><Relationship Id="rId4" Type="http://schemas.openxmlformats.org/officeDocument/2006/relationships/image" Target="../media/image18.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7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91.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 Id="rId3" Type="http://schemas.openxmlformats.org/officeDocument/2006/relationships/image" Target="../media/image90.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2.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4.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 Id="rId3" Type="http://schemas.openxmlformats.org/officeDocument/2006/relationships/image" Target="../media/image121.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20.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14.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 Id="rId3" Type="http://schemas.openxmlformats.org/officeDocument/2006/relationships/image" Target="../media/image120.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11.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