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01.png"/><Relationship Id="rId4" Type="http://schemas.openxmlformats.org/officeDocument/2006/relationships/image" Target="../media/image2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0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5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5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01.png"/><Relationship Id="rId4" Type="http://schemas.openxmlformats.org/officeDocument/2006/relationships/image" Target="../media/image5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5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png"/><Relationship Id="rId3" Type="http://schemas.openxmlformats.org/officeDocument/2006/relationships/image" Target="../media/image5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5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01.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5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5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01.png"/><Relationship Id="rId4" Type="http://schemas.openxmlformats.org/officeDocument/2006/relationships/image" Target="../media/image5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7.png"/><Relationship Id="rId3" Type="http://schemas.openxmlformats.org/officeDocument/2006/relationships/image" Target="../media/image5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7.png"/><Relationship Id="rId3" Type="http://schemas.openxmlformats.org/officeDocument/2006/relationships/image" Target="../media/image51.png"/><Relationship Id="rId4" Type="http://schemas.openxmlformats.org/officeDocument/2006/relationships/image" Target="../media/image7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5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01.png"/><Relationship Id="rId4" Type="http://schemas.openxmlformats.org/officeDocument/2006/relationships/image" Target="../media/image2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5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8.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8.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11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image" Target="../media/image8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image" Target="../media/image8.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8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21.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8.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8.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 Id="rId3" Type="http://schemas.openxmlformats.org/officeDocument/2006/relationships/image" Target="../media/image10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5.png"/><Relationship Id="rId3" Type="http://schemas.openxmlformats.org/officeDocument/2006/relationships/image" Target="../media/image110.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