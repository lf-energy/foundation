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51.png"/><Relationship Id="rId4" Type="http://schemas.openxmlformats.org/officeDocument/2006/relationships/image" Target="../media/image44.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5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51.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1.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51.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24.png"/><Relationship Id="rId4" Type="http://schemas.openxmlformats.org/officeDocument/2006/relationships/image" Target="../media/image6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51.png"/><Relationship Id="rId4" Type="http://schemas.openxmlformats.org/officeDocument/2006/relationships/image" Target="../media/image44.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6.png"/><Relationship Id="rId3" Type="http://schemas.openxmlformats.org/officeDocument/2006/relationships/image" Target="../media/image8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79.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6.png"/><Relationship Id="rId3" Type="http://schemas.openxmlformats.org/officeDocument/2006/relationships/image" Target="../media/image10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4.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8.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1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1.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