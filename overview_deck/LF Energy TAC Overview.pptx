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9.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43.png"/><Relationship Id="rId4" Type="http://schemas.openxmlformats.org/officeDocument/2006/relationships/image" Target="../media/image16.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4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37.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37.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43.png"/><Relationship Id="rId4" Type="http://schemas.openxmlformats.org/officeDocument/2006/relationships/image" Target="../media/image3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37.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 Id="rId3" Type="http://schemas.openxmlformats.org/officeDocument/2006/relationships/image" Target="../media/image37.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37.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3.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9.png"/><Relationship Id="rId4" Type="http://schemas.openxmlformats.org/officeDocument/2006/relationships/image" Target="../media/image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43.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37.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37.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43.png"/><Relationship Id="rId4" Type="http://schemas.openxmlformats.org/officeDocument/2006/relationships/image" Target="../media/image37.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4.png"/><Relationship Id="rId3" Type="http://schemas.openxmlformats.org/officeDocument/2006/relationships/image" Target="../media/image37.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4.png"/><Relationship Id="rId3" Type="http://schemas.openxmlformats.org/officeDocument/2006/relationships/image" Target="../media/image37.png"/><Relationship Id="rId4" Type="http://schemas.openxmlformats.org/officeDocument/2006/relationships/image" Target="../media/image52.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37.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43.png"/><Relationship Id="rId4" Type="http://schemas.openxmlformats.org/officeDocument/2006/relationships/image" Target="../media/image16.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37.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image" Target="../media/image2.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3.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9.png"/><Relationship Id="rId4" Type="http://schemas.openxmlformats.org/officeDocument/2006/relationships/image" Target="../media/image2.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6.png"/><Relationship Id="rId3" Type="http://schemas.openxmlformats.org/officeDocument/2006/relationships/image" Target="../media/image104.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9.png"/><Relationship Id="rId3" Type="http://schemas.openxmlformats.org/officeDocument/2006/relationships/image" Target="../media/image89.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9.png"/><Relationship Id="rId3" Type="http://schemas.openxmlformats.org/officeDocument/2006/relationships/image" Target="../media/image2.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2.png"/><Relationship Id="rId3" Type="http://schemas.openxmlformats.org/officeDocument/2006/relationships/image" Target="../media/image82.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1.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9.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19.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7.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image" Target="../media/image2.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9.png"/><Relationship Id="rId3" Type="http://schemas.openxmlformats.org/officeDocument/2006/relationships/image" Target="../media/image3.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9.png"/><Relationship Id="rId4" Type="http://schemas.openxmlformats.org/officeDocument/2006/relationships/image" Target="../media/image2.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8.png"/><Relationship Id="rId3" Type="http://schemas.openxmlformats.org/officeDocument/2006/relationships/image" Target="../media/image109.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122.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2.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5.png"/><Relationship Id="rId3" Type="http://schemas.openxmlformats.org/officeDocument/2006/relationships/image" Target="../media/image122.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3.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5.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4.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2.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2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4.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1.jpg"/><Relationship Id="rId8" Type="http://schemas.openxmlformats.org/officeDocument/2006/relationships/image" Target="../media/image110.jpg"/><Relationship Id="rId11" Type="http://schemas.openxmlformats.org/officeDocument/2006/relationships/hyperlink" Target="http://support.lfenergy.org" TargetMode="External"/><Relationship Id="rId10" Type="http://schemas.openxmlformats.org/officeDocument/2006/relationships/image" Target="../media/image12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