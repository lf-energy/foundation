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6.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10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10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6.png"/><Relationship Id="rId4" Type="http://schemas.openxmlformats.org/officeDocument/2006/relationships/image" Target="../media/image10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10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10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10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5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0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0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56.png"/><Relationship Id="rId4" Type="http://schemas.openxmlformats.org/officeDocument/2006/relationships/image" Target="../media/image10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10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106.png"/><Relationship Id="rId4" Type="http://schemas.openxmlformats.org/officeDocument/2006/relationships/image" Target="../media/image8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0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56.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0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10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90.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7.png"/><Relationship Id="rId3" Type="http://schemas.openxmlformats.org/officeDocument/2006/relationships/image" Target="../media/image114.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8.png"/><Relationship Id="rId3" Type="http://schemas.openxmlformats.org/officeDocument/2006/relationships/image" Target="../media/image9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4.png"/><Relationship Id="rId3" Type="http://schemas.openxmlformats.org/officeDocument/2006/relationships/image" Target="../media/image11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0.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