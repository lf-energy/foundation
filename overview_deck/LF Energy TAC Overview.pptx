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0.png"/><Relationship Id="rId4" Type="http://schemas.openxmlformats.org/officeDocument/2006/relationships/image" Target="../media/image2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5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50.png"/><Relationship Id="rId4" Type="http://schemas.openxmlformats.org/officeDocument/2006/relationships/image" Target="../media/image2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50.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5.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5.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50.png"/><Relationship Id="rId4" Type="http://schemas.openxmlformats.org/officeDocument/2006/relationships/image" Target="../media/image25.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5.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5.png"/><Relationship Id="rId4" Type="http://schemas.openxmlformats.org/officeDocument/2006/relationships/image" Target="../media/image120.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5.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50.png"/><Relationship Id="rId4" Type="http://schemas.openxmlformats.org/officeDocument/2006/relationships/image" Target="../media/image24.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5.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4.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5.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 Id="rId3" Type="http://schemas.openxmlformats.org/officeDocument/2006/relationships/image" Target="../media/image92.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3.png"/><Relationship Id="rId3" Type="http://schemas.openxmlformats.org/officeDocument/2006/relationships/image" Target="../media/image79.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3.png"/><Relationship Id="rId3" Type="http://schemas.openxmlformats.org/officeDocument/2006/relationships/image" Target="../media/image5.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101.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4.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3.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8.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 Id="rId3" Type="http://schemas.openxmlformats.org/officeDocument/2006/relationships/image" Target="../media/image4.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5.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8.png"/><Relationship Id="rId3" Type="http://schemas.openxmlformats.org/officeDocument/2006/relationships/image" Target="../media/image112.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07.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4.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07.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6.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5.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