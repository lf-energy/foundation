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45.png"/><Relationship Id="rId4"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4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45.png"/><Relationship Id="rId4" Type="http://schemas.openxmlformats.org/officeDocument/2006/relationships/image" Target="../media/image3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3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3.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3.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45.png"/><Relationship Id="rId4" Type="http://schemas.openxmlformats.org/officeDocument/2006/relationships/image" Target="../media/image3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33.png"/><Relationship Id="rId4" Type="http://schemas.openxmlformats.org/officeDocument/2006/relationships/image" Target="../media/image60.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5.png"/><Relationship Id="rId4" Type="http://schemas.openxmlformats.org/officeDocument/2006/relationships/image" Target="../media/image2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0.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8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2.png"/><Relationship Id="rId3" Type="http://schemas.openxmlformats.org/officeDocument/2006/relationships/image" Target="../media/image8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5.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1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1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0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5.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6.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