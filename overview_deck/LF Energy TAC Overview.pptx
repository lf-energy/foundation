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1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4.png"/><Relationship Id="rId3" Type="http://schemas.openxmlformats.org/officeDocument/2006/relationships/image" Target="../media/image24.png"/><Relationship Id="rId4" Type="http://schemas.openxmlformats.org/officeDocument/2006/relationships/image" Target="../media/image63.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image" Target="../media/image1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9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1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2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0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3.png"/><Relationship Id="rId3" Type="http://schemas.openxmlformats.org/officeDocument/2006/relationships/image" Target="../media/image10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1.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