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33.png"/><Relationship Id="rId4" Type="http://schemas.openxmlformats.org/officeDocument/2006/relationships/image" Target="../media/image2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3.png"/><Relationship Id="rId4" Type="http://schemas.openxmlformats.org/officeDocument/2006/relationships/image" Target="../media/image2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2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3.png"/><Relationship Id="rId4" Type="http://schemas.openxmlformats.org/officeDocument/2006/relationships/image" Target="../media/image2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7.png"/><Relationship Id="rId4" Type="http://schemas.openxmlformats.org/officeDocument/2006/relationships/image" Target="../media/image71.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3.png"/><Relationship Id="rId4" Type="http://schemas.openxmlformats.org/officeDocument/2006/relationships/image" Target="../media/image24.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101.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image" Target="../media/image88.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8.png"/><Relationship Id="rId3" Type="http://schemas.openxmlformats.org/officeDocument/2006/relationships/image" Target="../media/image93.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3.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2.png"/><Relationship Id="rId3" Type="http://schemas.openxmlformats.org/officeDocument/2006/relationships/image" Target="../media/image109.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17.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04.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17.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5.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1.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4.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