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8.png"/><Relationship Id="rId4" Type="http://schemas.openxmlformats.org/officeDocument/2006/relationships/image" Target="../media/image2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2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3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3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3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3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3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3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7.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7.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28.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1.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1.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31.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31.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31.png"/><Relationship Id="rId4" Type="http://schemas.openxmlformats.org/officeDocument/2006/relationships/image" Target="../media/image76.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1.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8.png"/><Relationship Id="rId4" Type="http://schemas.openxmlformats.org/officeDocument/2006/relationships/image" Target="../media/image24.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1.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7.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7.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99.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1.png"/><Relationship Id="rId3" Type="http://schemas.openxmlformats.org/officeDocument/2006/relationships/image" Target="../media/image94.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1.png"/><Relationship Id="rId3" Type="http://schemas.openxmlformats.org/officeDocument/2006/relationships/image" Target="../media/image2.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2.png"/><Relationship Id="rId3" Type="http://schemas.openxmlformats.org/officeDocument/2006/relationships/image" Target="../media/image96.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7.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1.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03.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3.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7.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7.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9.png"/><Relationship Id="rId3" Type="http://schemas.openxmlformats.org/officeDocument/2006/relationships/image" Target="../media/image102.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17.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18.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0.png"/><Relationship Id="rId3" Type="http://schemas.openxmlformats.org/officeDocument/2006/relationships/image" Target="../media/image117.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3.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5.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2.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1.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21.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4.jpg"/><Relationship Id="rId8" Type="http://schemas.openxmlformats.org/officeDocument/2006/relationships/image" Target="../media/image115.jpg"/><Relationship Id="rId11" Type="http://schemas.openxmlformats.org/officeDocument/2006/relationships/hyperlink" Target="http://support.lfenergy.org" TargetMode="External"/><Relationship Id="rId10" Type="http://schemas.openxmlformats.org/officeDocument/2006/relationships/image" Target="../media/image12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