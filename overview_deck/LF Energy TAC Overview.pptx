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7.png"/><Relationship Id="rId4" Type="http://schemas.openxmlformats.org/officeDocument/2006/relationships/image" Target="../media/image2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7.png"/><Relationship Id="rId4"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3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8.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8.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7.png"/><Relationship Id="rId4" Type="http://schemas.openxmlformats.org/officeDocument/2006/relationships/image" Target="../media/image38.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3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38.png"/><Relationship Id="rId4" Type="http://schemas.openxmlformats.org/officeDocument/2006/relationships/image" Target="../media/image80.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7.png"/><Relationship Id="rId4" Type="http://schemas.openxmlformats.org/officeDocument/2006/relationships/image" Target="../media/image2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8.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99.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100.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 Id="rId3" Type="http://schemas.openxmlformats.org/officeDocument/2006/relationships/image" Target="../media/image9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1.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6.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8.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