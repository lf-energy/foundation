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9.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3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0.png"/><Relationship Id="rId4" Type="http://schemas.openxmlformats.org/officeDocument/2006/relationships/image" Target="../media/image7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9.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9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8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11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7.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 Id="rId3" Type="http://schemas.openxmlformats.org/officeDocument/2006/relationships/image" Target="../media/image10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0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21.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0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