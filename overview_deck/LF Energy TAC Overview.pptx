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3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3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3.png"/><Relationship Id="rId4" Type="http://schemas.openxmlformats.org/officeDocument/2006/relationships/image" Target="../media/image5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11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 Id="rId3" Type="http://schemas.openxmlformats.org/officeDocument/2006/relationships/image" Target="../media/image92.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 Id="rId3" Type="http://schemas.openxmlformats.org/officeDocument/2006/relationships/image" Target="../media/image11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8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1.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1.png"/><Relationship Id="rId3" Type="http://schemas.openxmlformats.org/officeDocument/2006/relationships/image" Target="../media/image103.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0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2.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5.jpg"/><Relationship Id="rId8" Type="http://schemas.openxmlformats.org/officeDocument/2006/relationships/image" Target="../media/image119.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