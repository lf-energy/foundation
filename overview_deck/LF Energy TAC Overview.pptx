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29.xml"/>
  <Override ContentType="application/vnd.openxmlformats-officedocument.presentationml.slideLayout+xml" PartName="/ppt/slideLayouts/slideLayout29.xml"/>
  <Override ContentType="application/vnd.openxmlformats-officedocument.presentationml.slideLayout+xml" PartName="/ppt/slideLayouts/slideLayout137.xml"/>
  <Override ContentType="application/vnd.openxmlformats-officedocument.presentationml.slideLayout+xml" PartName="/ppt/slideLayouts/slideLayout120.xml"/>
  <Override ContentType="application/vnd.openxmlformats-officedocument.presentationml.slideLayout+xml" PartName="/ppt/slideLayouts/slideLayout96.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98.xml"/>
  <Override ContentType="application/vnd.openxmlformats-officedocument.presentationml.slideLayout+xml" PartName="/ppt/slideLayouts/slideLayout110.xml"/>
  <Override ContentType="application/vnd.openxmlformats-officedocument.presentationml.slideLayout+xml" PartName="/ppt/slideLayouts/slideLayout61.xml"/>
  <Override ContentType="application/vnd.openxmlformats-officedocument.presentationml.slideLayout+xml" PartName="/ppt/slideLayouts/slideLayout12.xml"/>
  <Override ContentType="application/vnd.openxmlformats-officedocument.presentationml.slideLayout+xml" PartName="/ppt/slideLayouts/slideLayout102.xml"/>
  <Override ContentType="application/vnd.openxmlformats-officedocument.presentationml.slideLayout+xml" PartName="/ppt/slideLayouts/slideLayout119.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7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135.xml"/>
  <Override ContentType="application/vnd.openxmlformats-officedocument.presentationml.slideLayout+xml" PartName="/ppt/slideLayouts/slideLayout122.xml"/>
  <Override ContentType="application/vnd.openxmlformats-officedocument.presentationml.slideLayout+xml" PartName="/ppt/slideLayouts/slideLayout49.xml"/>
  <Override ContentType="application/vnd.openxmlformats-officedocument.presentationml.slideLayout+xml" PartName="/ppt/slideLayouts/slideLayout104.xml"/>
  <Override ContentType="application/vnd.openxmlformats-officedocument.presentationml.slideLayout+xml" PartName="/ppt/slideLayouts/slideLayout19.xml"/>
  <Override ContentType="application/vnd.openxmlformats-officedocument.presentationml.slideLayout+xml" PartName="/ppt/slideLayouts/slideLayout117.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84.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92.xml"/>
  <Override ContentType="application/vnd.openxmlformats-officedocument.presentationml.slideLayout+xml" PartName="/ppt/slideLayouts/slideLayout116.xml"/>
  <Override ContentType="application/vnd.openxmlformats-officedocument.presentationml.slideLayout+xml" PartName="/ppt/slideLayouts/slideLayout83.xml"/>
  <Override ContentType="application/vnd.openxmlformats-officedocument.presentationml.slideLayout+xml" PartName="/ppt/slideLayouts/slideLayout40.xml"/>
  <Override ContentType="application/vnd.openxmlformats-officedocument.presentationml.slideLayout+xml" PartName="/ppt/slideLayouts/slideLayout133.xml"/>
  <Override ContentType="application/vnd.openxmlformats-officedocument.presentationml.slideLayout+xml" PartName="/ppt/slideLayouts/slideLayout17.xml"/>
  <Override ContentType="application/vnd.openxmlformats-officedocument.presentationml.slideLayout+xml" PartName="/ppt/slideLayouts/slideLayout140.xml"/>
  <Override ContentType="application/vnd.openxmlformats-officedocument.presentationml.slideLayout+xml" PartName="/ppt/slideLayouts/slideLayout34.xml"/>
  <Override ContentType="application/vnd.openxmlformats-officedocument.presentationml.slideLayout+xml" PartName="/ppt/slideLayouts/slideLayout90.xml"/>
  <Override ContentType="application/vnd.openxmlformats-officedocument.presentationml.slideLayout+xml" PartName="/ppt/slideLayouts/slideLayout6.xml"/>
  <Override ContentType="application/vnd.openxmlformats-officedocument.presentationml.slideLayout+xml" PartName="/ppt/slideLayouts/slideLayout106.xml"/>
  <Override ContentType="application/vnd.openxmlformats-officedocument.presentationml.slideLayout+xml" PartName="/ppt/slideLayouts/slideLayout77.xml"/>
  <Override ContentType="application/vnd.openxmlformats-officedocument.presentationml.slideLayout+xml" PartName="/ppt/slideLayouts/slideLayout30.xml"/>
  <Override ContentType="application/vnd.openxmlformats-officedocument.presentationml.slideLayout+xml" PartName="/ppt/slideLayouts/slideLayout73.xml"/>
  <Override ContentType="application/vnd.openxmlformats-officedocument.presentationml.slideLayout+xml" PartName="/ppt/slideLayouts/slideLayout123.xml"/>
  <Override ContentType="application/vnd.openxmlformats-officedocument.presentationml.slideLayout+xml" PartName="/ppt/slideLayouts/slideLayout86.xml"/>
  <Override ContentType="application/vnd.openxmlformats-officedocument.presentationml.slideLayout+xml" PartName="/ppt/slideLayouts/slideLayout56.xml"/>
  <Override ContentType="application/vnd.openxmlformats-officedocument.presentationml.slideLayout+xml" PartName="/ppt/slideLayouts/slideLayout81.xml"/>
  <Override ContentType="application/vnd.openxmlformats-officedocument.presentationml.slideLayout+xml" PartName="/ppt/slideLayouts/slideLayout127.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94.xml"/>
  <Override ContentType="application/vnd.openxmlformats-officedocument.presentationml.slideLayout+xml" PartName="/ppt/slideLayouts/slideLayout114.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131.xml"/>
  <Override ContentType="application/vnd.openxmlformats-officedocument.presentationml.slideLayout+xml" PartName="/ppt/slideLayouts/slideLayout28.xml"/>
  <Override ContentType="application/vnd.openxmlformats-officedocument.presentationml.slideLayout+xml" PartName="/ppt/slideLayouts/slideLayout58.xml"/>
  <Override ContentType="application/vnd.openxmlformats-officedocument.presentationml.slideLayout+xml" PartName="/ppt/slideLayouts/slideLayout125.xml"/>
  <Override ContentType="application/vnd.openxmlformats-officedocument.presentationml.slideLayout+xml" PartName="/ppt/slideLayouts/slideLayout15.xml"/>
  <Override ContentType="application/vnd.openxmlformats-officedocument.presentationml.slideLayout+xml" PartName="/ppt/slideLayouts/slideLayout88.xml"/>
  <Override ContentType="application/vnd.openxmlformats-officedocument.presentationml.slideLayout+xml" PartName="/ppt/slideLayouts/slideLayout112.xml"/>
  <Override ContentType="application/vnd.openxmlformats-officedocument.presentationml.slideLayout+xml" PartName="/ppt/slideLayouts/slideLayout8.xml"/>
  <Override ContentType="application/vnd.openxmlformats-officedocument.presentationml.slideLayout+xml" PartName="/ppt/slideLayouts/slideLayout75.xml"/>
  <Override ContentType="application/vnd.openxmlformats-officedocument.presentationml.slideLayout+xml" PartName="/ppt/slideLayouts/slideLayout108.xml"/>
  <Override ContentType="application/vnd.openxmlformats-officedocument.presentationml.slideLayout+xml" PartName="/ppt/slideLayouts/slideLayout45.xml"/>
  <Override ContentType="application/vnd.openxmlformats-officedocument.presentationml.slideLayout+xml" PartName="/ppt/slideLayouts/slideLayout138.xml"/>
  <Override ContentType="application/vnd.openxmlformats-officedocument.presentationml.slideLayout+xml" PartName="/ppt/slideLayouts/slideLayout32.xml"/>
  <Override ContentType="application/vnd.openxmlformats-officedocument.presentationml.slideLayout+xml" PartName="/ppt/slideLayouts/slideLayout97.xml"/>
  <Override ContentType="application/vnd.openxmlformats-officedocument.presentationml.slideLayout+xml" PartName="/ppt/slideLayouts/slideLayout111.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103.xml"/>
  <Override ContentType="application/vnd.openxmlformats-officedocument.presentationml.slideLayout+xml" PartName="/ppt/slideLayouts/slideLayout46.xml"/>
  <Override ContentType="application/vnd.openxmlformats-officedocument.presentationml.slideLayout+xml" PartName="/ppt/slideLayouts/slideLayout89.xml"/>
  <Override ContentType="application/vnd.openxmlformats-officedocument.presentationml.slideLayout+xml" PartName="/ppt/slideLayouts/slideLayout70.xml"/>
  <Override ContentType="application/vnd.openxmlformats-officedocument.presentationml.slideLayout+xml" PartName="/ppt/slideLayouts/slideLayout128.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52.xml"/>
  <Override ContentType="application/vnd.openxmlformats-officedocument.presentationml.slideLayout+xml" PartName="/ppt/slideLayouts/slideLayout95.xml"/>
  <Override ContentType="application/vnd.openxmlformats-officedocument.presentationml.slideLayout+xml" PartName="/ppt/slideLayouts/slideLayout101.xml"/>
  <Override ContentType="application/vnd.openxmlformats-officedocument.presentationml.slideLayout+xml" PartName="/ppt/slideLayouts/slideLayout64.xml"/>
  <Override ContentType="application/vnd.openxmlformats-officedocument.presentationml.slideLayout+xml" PartName="/ppt/slideLayouts/slideLayout99.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136.xml"/>
  <Override ContentType="application/vnd.openxmlformats-officedocument.presentationml.slideLayout+xml" PartName="/ppt/slideLayouts/slideLayout18.xml"/>
  <Override ContentType="application/vnd.openxmlformats-officedocument.presentationml.slideLayout+xml" PartName="/ppt/slideLayouts/slideLayout105.xml"/>
  <Override ContentType="application/vnd.openxmlformats-officedocument.presentationml.slideLayout+xml" PartName="/ppt/slideLayouts/slideLayout118.xml"/>
  <Override ContentType="application/vnd.openxmlformats-officedocument.presentationml.slideLayout+xml" PartName="/ppt/slideLayouts/slideLayout48.xml"/>
  <Override ContentType="application/vnd.openxmlformats-officedocument.presentationml.slideLayout+xml" PartName="/ppt/slideLayouts/slideLayout85.xml"/>
  <Override ContentType="application/vnd.openxmlformats-officedocument.presentationml.slideLayout+xml" PartName="/ppt/slideLayouts/slideLayout72.xml"/>
  <Override ContentType="application/vnd.openxmlformats-officedocument.presentationml.slideLayout+xml" PartName="/ppt/slideLayouts/slideLayout79.xml"/>
  <Override ContentType="application/vnd.openxmlformats-officedocument.presentationml.slideLayout+xml" PartName="/ppt/slideLayouts/slideLayout134.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23.xml"/>
  <Override ContentType="application/vnd.openxmlformats-officedocument.presentationml.slideLayout+xml" PartName="/ppt/slideLayouts/slideLayout121.xml"/>
  <Override ContentType="application/vnd.openxmlformats-officedocument.presentationml.slideLayout+xml" PartName="/ppt/slideLayouts/slideLayout14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76.xml"/>
  <Override ContentType="application/vnd.openxmlformats-officedocument.presentationml.slideLayout+xml" PartName="/ppt/slideLayouts/slideLayout107.xml"/>
  <Override ContentType="application/vnd.openxmlformats-officedocument.presentationml.slideLayout+xml" PartName="/ppt/slideLayouts/slideLayout59.xml"/>
  <Override ContentType="application/vnd.openxmlformats-officedocument.presentationml.slideLayout+xml" PartName="/ppt/slideLayouts/slideLayout124.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74.xml"/>
  <Override ContentType="application/vnd.openxmlformats-officedocument.presentationml.slideLayout+xml" PartName="/ppt/slideLayouts/slideLayout109.xml"/>
  <Override ContentType="application/vnd.openxmlformats-officedocument.presentationml.slideLayout+xml" PartName="/ppt/slideLayouts/slideLayout42.xml"/>
  <Override ContentType="application/vnd.openxmlformats-officedocument.presentationml.slideLayout+xml" PartName="/ppt/slideLayouts/slideLayout91.xml"/>
  <Override ContentType="application/vnd.openxmlformats-officedocument.presentationml.slideLayout+xml" PartName="/ppt/slideLayouts/slideLayout68.xml"/>
  <Override ContentType="application/vnd.openxmlformats-officedocument.presentationml.slideLayout+xml" PartName="/ppt/slideLayouts/slideLayout115.xml"/>
  <Override ContentType="application/vnd.openxmlformats-officedocument.presentationml.slideLayout+xml" PartName="/ppt/slideLayouts/slideLayout82.xml"/>
  <Override ContentType="application/vnd.openxmlformats-officedocument.presentationml.slideLayout+xml" PartName="/ppt/slideLayouts/slideLayout132.xml"/>
  <Override ContentType="application/vnd.openxmlformats-officedocument.presentationml.slideLayout+xml" PartName="/ppt/slideLayouts/slideLayout100.xml"/>
  <Override ContentType="application/vnd.openxmlformats-officedocument.presentationml.slideLayout+xml" PartName="/ppt/slideLayouts/slideLayout130.xml"/>
  <Override ContentType="application/vnd.openxmlformats-officedocument.presentationml.slideLayout+xml" PartName="/ppt/slideLayouts/slideLayout113.xml"/>
  <Override ContentType="application/vnd.openxmlformats-officedocument.presentationml.slideLayout+xml" PartName="/ppt/slideLayouts/slideLayout57.xml"/>
  <Override ContentType="application/vnd.openxmlformats-officedocument.presentationml.slideLayout+xml" PartName="/ppt/slideLayouts/slideLayout126.xml"/>
  <Override ContentType="application/vnd.openxmlformats-officedocument.presentationml.slideLayout+xml" PartName="/ppt/slideLayouts/slideLayout8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80.xml"/>
  <Override ContentType="application/vnd.openxmlformats-officedocument.presentationml.slideLayout+xml" PartName="/ppt/slideLayouts/slideLayout44.xml"/>
  <Override ContentType="application/vnd.openxmlformats-officedocument.presentationml.slideLayout+xml" PartName="/ppt/slideLayouts/slideLayout139.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93.xml"/>
  <Override ContentType="application/vnd.openxmlformats-officedocument.presentationml.slideLayout+xml" PartName="/ppt/slideLayouts/slideLayout27.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Master+xml" PartName="/ppt/slideMasters/slideMaster4.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theme+xml" PartName="/ppt/theme/theme5.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89" r:id="rId4"/>
    <p:sldMasterId id="2147483790" r:id="rId5"/>
    <p:sldMasterId id="2147483791" r:id="rId6"/>
    <p:sldMasterId id="2147483792" r:id="rId7"/>
  </p:sldMasterIdLst>
  <p:notesMasterIdLst>
    <p:notesMasterId r:id="rId8"/>
  </p:notesMasterIdLst>
  <p:sldIdLst>
    <p:sldId id="256" r:id="rId9"/>
    <p:sldId id="257" r:id="rId10"/>
    <p:sldId id="258" r:id="rId11"/>
    <p:sldId id="259" r:id="rId12"/>
    <p:sldId id="260" r:id="rId13"/>
    <p:sldId id="261" r:id="rId14"/>
    <p:sldId id="262" r:id="rId15"/>
    <p:sldId id="263" r:id="rId16"/>
    <p:sldId id="264" r:id="rId17"/>
    <p:sldId id="265" r:id="rId18"/>
    <p:sldId id="266" r:id="rId19"/>
    <p:sldId id="267" r:id="rId20"/>
    <p:sldId id="268" r:id="rId21"/>
    <p:sldId id="269" r:id="rId22"/>
    <p:sldId id="270" r:id="rId23"/>
    <p:sldId id="271" r:id="rId24"/>
    <p:sldId id="272" r:id="rId25"/>
    <p:sldId id="273" r:id="rId26"/>
    <p:sldId id="274" r:id="rId27"/>
    <p:sldId id="275" r:id="rId28"/>
    <p:sldId id="276" r:id="rId29"/>
    <p:sldId id="277" r:id="rId30"/>
    <p:sldId id="278" r:id="rId31"/>
    <p:sldId id="279" r:id="rId32"/>
    <p:sldId id="280" r:id="rId33"/>
    <p:sldId id="281" r:id="rId34"/>
    <p:sldId id="282"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4.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notesMaster" Target="notesMasters/notesMaster1.xml"/><Relationship Id="rId31" Type="http://schemas.openxmlformats.org/officeDocument/2006/relationships/slide" Target="slides/slide23.xml"/><Relationship Id="rId30" Type="http://schemas.openxmlformats.org/officeDocument/2006/relationships/slide" Target="slides/slide22.xml"/><Relationship Id="rId33" Type="http://schemas.openxmlformats.org/officeDocument/2006/relationships/slide" Target="slides/slide25.xml"/><Relationship Id="rId32" Type="http://schemas.openxmlformats.org/officeDocument/2006/relationships/slide" Target="slides/slide24.xml"/><Relationship Id="rId35" Type="http://schemas.openxmlformats.org/officeDocument/2006/relationships/slide" Target="slides/slide27.xml"/><Relationship Id="rId34" Type="http://schemas.openxmlformats.org/officeDocument/2006/relationships/slide" Target="slides/slide26.xml"/><Relationship Id="rId20" Type="http://schemas.openxmlformats.org/officeDocument/2006/relationships/slide" Target="slides/slide12.xml"/><Relationship Id="rId22" Type="http://schemas.openxmlformats.org/officeDocument/2006/relationships/slide" Target="slides/slide14.xml"/><Relationship Id="rId21" Type="http://schemas.openxmlformats.org/officeDocument/2006/relationships/slide" Target="slides/slide13.xml"/><Relationship Id="rId24" Type="http://schemas.openxmlformats.org/officeDocument/2006/relationships/slide" Target="slides/slide16.xml"/><Relationship Id="rId23" Type="http://schemas.openxmlformats.org/officeDocument/2006/relationships/slide" Target="slides/slide15.xml"/><Relationship Id="rId26" Type="http://schemas.openxmlformats.org/officeDocument/2006/relationships/slide" Target="slides/slide18.xml"/><Relationship Id="rId25" Type="http://schemas.openxmlformats.org/officeDocument/2006/relationships/slide" Target="slides/slide17.xml"/><Relationship Id="rId28" Type="http://schemas.openxmlformats.org/officeDocument/2006/relationships/slide" Target="slides/slide20.xml"/><Relationship Id="rId27" Type="http://schemas.openxmlformats.org/officeDocument/2006/relationships/slide" Target="slides/slide19.xml"/><Relationship Id="rId29" Type="http://schemas.openxmlformats.org/officeDocument/2006/relationships/slide" Target="slides/slide21.xml"/><Relationship Id="rId11" Type="http://schemas.openxmlformats.org/officeDocument/2006/relationships/slide" Target="slides/slide3.xml"/><Relationship Id="rId10" Type="http://schemas.openxmlformats.org/officeDocument/2006/relationships/slide" Target="slides/slide2.xml"/><Relationship Id="rId13" Type="http://schemas.openxmlformats.org/officeDocument/2006/relationships/slide" Target="slides/slide5.xml"/><Relationship Id="rId12" Type="http://schemas.openxmlformats.org/officeDocument/2006/relationships/slide" Target="slides/slide4.xml"/><Relationship Id="rId15" Type="http://schemas.openxmlformats.org/officeDocument/2006/relationships/slide" Target="slides/slide7.xml"/><Relationship Id="rId14" Type="http://schemas.openxmlformats.org/officeDocument/2006/relationships/slide" Target="slides/slide6.xml"/><Relationship Id="rId17" Type="http://schemas.openxmlformats.org/officeDocument/2006/relationships/slide" Target="slides/slide9.xml"/><Relationship Id="rId16" Type="http://schemas.openxmlformats.org/officeDocument/2006/relationships/slide" Target="slides/slide8.xml"/><Relationship Id="rId19" Type="http://schemas.openxmlformats.org/officeDocument/2006/relationships/slide" Target="slides/slide11.xml"/><Relationship Id="rId18"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lf-energy-foundation-tac" TargetMode="Externa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1" name="Shape 831"/>
        <p:cNvGrpSpPr/>
        <p:nvPr/>
      </p:nvGrpSpPr>
      <p:grpSpPr>
        <a:xfrm>
          <a:off x="0" y="0"/>
          <a:ext cx="0" cy="0"/>
          <a:chOff x="0" y="0"/>
          <a:chExt cx="0" cy="0"/>
        </a:xfrm>
      </p:grpSpPr>
      <p:sp>
        <p:nvSpPr>
          <p:cNvPr id="832" name="Google Shape;832;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833" name="Google Shape;833;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8" name="Shape 838"/>
        <p:cNvGrpSpPr/>
        <p:nvPr/>
      </p:nvGrpSpPr>
      <p:grpSpPr>
        <a:xfrm>
          <a:off x="0" y="0"/>
          <a:ext cx="0" cy="0"/>
          <a:chOff x="0" y="0"/>
          <a:chExt cx="0" cy="0"/>
        </a:xfrm>
      </p:grpSpPr>
      <p:sp>
        <p:nvSpPr>
          <p:cNvPr id="839" name="Google Shape;839;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0" name="Google Shape;840;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4" name="Shape 844"/>
        <p:cNvGrpSpPr/>
        <p:nvPr/>
      </p:nvGrpSpPr>
      <p:grpSpPr>
        <a:xfrm>
          <a:off x="0" y="0"/>
          <a:ext cx="0" cy="0"/>
          <a:chOff x="0" y="0"/>
          <a:chExt cx="0" cy="0"/>
        </a:xfrm>
      </p:grpSpPr>
      <p:sp>
        <p:nvSpPr>
          <p:cNvPr id="845" name="Google Shape;845;g306416b18ed_0_1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6" name="Google Shape;846;g306416b18ed_0_17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0" name="Shape 850"/>
        <p:cNvGrpSpPr/>
        <p:nvPr/>
      </p:nvGrpSpPr>
      <p:grpSpPr>
        <a:xfrm>
          <a:off x="0" y="0"/>
          <a:ext cx="0" cy="0"/>
          <a:chOff x="0" y="0"/>
          <a:chExt cx="0" cy="0"/>
        </a:xfrm>
      </p:grpSpPr>
      <p:sp>
        <p:nvSpPr>
          <p:cNvPr id="851" name="Google Shape;851;g306416b18ed_0_5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52" name="Google Shape;852;g306416b18ed_0_51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a:t>
            </a:r>
            <a:r>
              <a:rPr lang="en"/>
              <a:t> </a:t>
            </a:r>
            <a:endParaRPr/>
          </a:p>
        </p:txBody>
      </p:sp>
      <p:sp>
        <p:nvSpPr>
          <p:cNvPr id="853" name="Google Shape;853;g306416b18ed_0_51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7" name="Shape 857"/>
        <p:cNvGrpSpPr/>
        <p:nvPr/>
      </p:nvGrpSpPr>
      <p:grpSpPr>
        <a:xfrm>
          <a:off x="0" y="0"/>
          <a:ext cx="0" cy="0"/>
          <a:chOff x="0" y="0"/>
          <a:chExt cx="0" cy="0"/>
        </a:xfrm>
      </p:grpSpPr>
      <p:sp>
        <p:nvSpPr>
          <p:cNvPr id="858" name="Google Shape;858;g306416b18ed_0_8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59" name="Google Shape;859;g306416b18ed_0_8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3" name="Shape 863"/>
        <p:cNvGrpSpPr/>
        <p:nvPr/>
      </p:nvGrpSpPr>
      <p:grpSpPr>
        <a:xfrm>
          <a:off x="0" y="0"/>
          <a:ext cx="0" cy="0"/>
          <a:chOff x="0" y="0"/>
          <a:chExt cx="0" cy="0"/>
        </a:xfrm>
      </p:grpSpPr>
      <p:sp>
        <p:nvSpPr>
          <p:cNvPr id="864" name="Google Shape;864;g306416b18ed_0_12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65" name="Google Shape;865;g306416b18ed_0_120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a:t>
            </a:r>
            <a:r>
              <a:rPr lang="en"/>
              <a:t> </a:t>
            </a:r>
            <a:endParaRPr/>
          </a:p>
        </p:txBody>
      </p:sp>
      <p:sp>
        <p:nvSpPr>
          <p:cNvPr id="866" name="Google Shape;866;g306416b18ed_0_120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0" name="Shape 870"/>
        <p:cNvGrpSpPr/>
        <p:nvPr/>
      </p:nvGrpSpPr>
      <p:grpSpPr>
        <a:xfrm>
          <a:off x="0" y="0"/>
          <a:ext cx="0" cy="0"/>
          <a:chOff x="0" y="0"/>
          <a:chExt cx="0" cy="0"/>
        </a:xfrm>
      </p:grpSpPr>
      <p:sp>
        <p:nvSpPr>
          <p:cNvPr id="871" name="Google Shape;871;g306416b18ed_0_15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72" name="Google Shape;872;g306416b18ed_0_15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7" name="Shape 877"/>
        <p:cNvGrpSpPr/>
        <p:nvPr/>
      </p:nvGrpSpPr>
      <p:grpSpPr>
        <a:xfrm>
          <a:off x="0" y="0"/>
          <a:ext cx="0" cy="0"/>
          <a:chOff x="0" y="0"/>
          <a:chExt cx="0" cy="0"/>
        </a:xfrm>
      </p:grpSpPr>
      <p:sp>
        <p:nvSpPr>
          <p:cNvPr id="878" name="Google Shape;878;g306416b18ed_0_19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79" name="Google Shape;879;g306416b18ed_0_193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80" name="Google Shape;880;g306416b18ed_0_193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2" name="Shape 902"/>
        <p:cNvGrpSpPr/>
        <p:nvPr/>
      </p:nvGrpSpPr>
      <p:grpSpPr>
        <a:xfrm>
          <a:off x="0" y="0"/>
          <a:ext cx="0" cy="0"/>
          <a:chOff x="0" y="0"/>
          <a:chExt cx="0" cy="0"/>
        </a:xfrm>
      </p:grpSpPr>
      <p:sp>
        <p:nvSpPr>
          <p:cNvPr id="903" name="Google Shape;90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4" name="Google Shape;90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8" name="Shape 908"/>
        <p:cNvGrpSpPr/>
        <p:nvPr/>
      </p:nvGrpSpPr>
      <p:grpSpPr>
        <a:xfrm>
          <a:off x="0" y="0"/>
          <a:ext cx="0" cy="0"/>
          <a:chOff x="0" y="0"/>
          <a:chExt cx="0" cy="0"/>
        </a:xfrm>
      </p:grpSpPr>
      <p:sp>
        <p:nvSpPr>
          <p:cNvPr id="909" name="Google Shape;909;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0" name="Google Shape;910;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5" name="Shape 915"/>
        <p:cNvGrpSpPr/>
        <p:nvPr/>
      </p:nvGrpSpPr>
      <p:grpSpPr>
        <a:xfrm>
          <a:off x="0" y="0"/>
          <a:ext cx="0" cy="0"/>
          <a:chOff x="0" y="0"/>
          <a:chExt cx="0" cy="0"/>
        </a:xfrm>
      </p:grpSpPr>
      <p:sp>
        <p:nvSpPr>
          <p:cNvPr id="916" name="Google Shape;916;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17" name="Google Shape;917;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2" name="Shape 922"/>
        <p:cNvGrpSpPr/>
        <p:nvPr/>
      </p:nvGrpSpPr>
      <p:grpSpPr>
        <a:xfrm>
          <a:off x="0" y="0"/>
          <a:ext cx="0" cy="0"/>
          <a:chOff x="0" y="0"/>
          <a:chExt cx="0" cy="0"/>
        </a:xfrm>
      </p:grpSpPr>
      <p:sp>
        <p:nvSpPr>
          <p:cNvPr id="923" name="Google Shape;923;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24" name="Google Shape;924;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8" name="Shape 928"/>
        <p:cNvGrpSpPr/>
        <p:nvPr/>
      </p:nvGrpSpPr>
      <p:grpSpPr>
        <a:xfrm>
          <a:off x="0" y="0"/>
          <a:ext cx="0" cy="0"/>
          <a:chOff x="0" y="0"/>
          <a:chExt cx="0" cy="0"/>
        </a:xfrm>
      </p:grpSpPr>
      <p:sp>
        <p:nvSpPr>
          <p:cNvPr id="929" name="Google Shape;929;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0" name="Google Shape;930;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5" name="Shape 935"/>
        <p:cNvGrpSpPr/>
        <p:nvPr/>
      </p:nvGrpSpPr>
      <p:grpSpPr>
        <a:xfrm>
          <a:off x="0" y="0"/>
          <a:ext cx="0" cy="0"/>
          <a:chOff x="0" y="0"/>
          <a:chExt cx="0" cy="0"/>
        </a:xfrm>
      </p:grpSpPr>
      <p:sp>
        <p:nvSpPr>
          <p:cNvPr id="936" name="Google Shape;936;g306416b18ed_0_22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937" name="Google Shape;937;g306416b18ed_0_22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https://jmertic.github.io/committee-gallery/lf-energy-foundation-tac</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Zoom to fit</a:t>
            </a:r>
            <a:endParaRPr/>
          </a:p>
        </p:txBody>
      </p:sp>
      <p:sp>
        <p:nvSpPr>
          <p:cNvPr id="938" name="Google Shape;938;g306416b18ed_0_22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2" name="Shape 942"/>
        <p:cNvGrpSpPr/>
        <p:nvPr/>
      </p:nvGrpSpPr>
      <p:grpSpPr>
        <a:xfrm>
          <a:off x="0" y="0"/>
          <a:ext cx="0" cy="0"/>
          <a:chOff x="0" y="0"/>
          <a:chExt cx="0" cy="0"/>
        </a:xfrm>
      </p:grpSpPr>
      <p:sp>
        <p:nvSpPr>
          <p:cNvPr id="943" name="Google Shape;94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44" name="Google Shape;94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9" name="Shape 949"/>
        <p:cNvGrpSpPr/>
        <p:nvPr/>
      </p:nvGrpSpPr>
      <p:grpSpPr>
        <a:xfrm>
          <a:off x="0" y="0"/>
          <a:ext cx="0" cy="0"/>
          <a:chOff x="0" y="0"/>
          <a:chExt cx="0" cy="0"/>
        </a:xfrm>
      </p:grpSpPr>
      <p:sp>
        <p:nvSpPr>
          <p:cNvPr id="950" name="Google Shape;950;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51" name="Google Shape;951;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5" name="Shape 955"/>
        <p:cNvGrpSpPr/>
        <p:nvPr/>
      </p:nvGrpSpPr>
      <p:grpSpPr>
        <a:xfrm>
          <a:off x="0" y="0"/>
          <a:ext cx="0" cy="0"/>
          <a:chOff x="0" y="0"/>
          <a:chExt cx="0" cy="0"/>
        </a:xfrm>
      </p:grpSpPr>
      <p:sp>
        <p:nvSpPr>
          <p:cNvPr id="956" name="Google Shape;956;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57" name="Google Shape;957;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2" name="Shape 962"/>
        <p:cNvGrpSpPr/>
        <p:nvPr/>
      </p:nvGrpSpPr>
      <p:grpSpPr>
        <a:xfrm>
          <a:off x="0" y="0"/>
          <a:ext cx="0" cy="0"/>
          <a:chOff x="0" y="0"/>
          <a:chExt cx="0" cy="0"/>
        </a:xfrm>
      </p:grpSpPr>
      <p:sp>
        <p:nvSpPr>
          <p:cNvPr id="963" name="Google Shape;963;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4" name="Google Shape;964;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9" name="Shape 969"/>
        <p:cNvGrpSpPr/>
        <p:nvPr/>
      </p:nvGrpSpPr>
      <p:grpSpPr>
        <a:xfrm>
          <a:off x="0" y="0"/>
          <a:ext cx="0" cy="0"/>
          <a:chOff x="0" y="0"/>
          <a:chExt cx="0" cy="0"/>
        </a:xfrm>
      </p:grpSpPr>
      <p:sp>
        <p:nvSpPr>
          <p:cNvPr id="970" name="Google Shape;970;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1" name="Google Shape;971;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6" name="Shape 976"/>
        <p:cNvGrpSpPr/>
        <p:nvPr/>
      </p:nvGrpSpPr>
      <p:grpSpPr>
        <a:xfrm>
          <a:off x="0" y="0"/>
          <a:ext cx="0" cy="0"/>
          <a:chOff x="0" y="0"/>
          <a:chExt cx="0" cy="0"/>
        </a:xfrm>
      </p:grpSpPr>
      <p:sp>
        <p:nvSpPr>
          <p:cNvPr id="977" name="Google Shape;977;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8" name="Google Shape;978;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3" name="Shape 983"/>
        <p:cNvGrpSpPr/>
        <p:nvPr/>
      </p:nvGrpSpPr>
      <p:grpSpPr>
        <a:xfrm>
          <a:off x="0" y="0"/>
          <a:ext cx="0" cy="0"/>
          <a:chOff x="0" y="0"/>
          <a:chExt cx="0" cy="0"/>
        </a:xfrm>
      </p:grpSpPr>
      <p:sp>
        <p:nvSpPr>
          <p:cNvPr id="984" name="Google Shape;984;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5" name="Google Shape;985;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1" name="Shape 991"/>
        <p:cNvGrpSpPr/>
        <p:nvPr/>
      </p:nvGrpSpPr>
      <p:grpSpPr>
        <a:xfrm>
          <a:off x="0" y="0"/>
          <a:ext cx="0" cy="0"/>
          <a:chOff x="0" y="0"/>
          <a:chExt cx="0" cy="0"/>
        </a:xfrm>
      </p:grpSpPr>
      <p:sp>
        <p:nvSpPr>
          <p:cNvPr id="992" name="Google Shape;992;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3" name="Google Shape;993;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7" name="Shape 997"/>
        <p:cNvGrpSpPr/>
        <p:nvPr/>
      </p:nvGrpSpPr>
      <p:grpSpPr>
        <a:xfrm>
          <a:off x="0" y="0"/>
          <a:ext cx="0" cy="0"/>
          <a:chOff x="0" y="0"/>
          <a:chExt cx="0" cy="0"/>
        </a:xfrm>
      </p:grpSpPr>
      <p:sp>
        <p:nvSpPr>
          <p:cNvPr id="998" name="Google Shape;998;g306416b18ed_0_264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9" name="Google Shape;999;g306416b18ed_0_26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4" name="Shape 1004"/>
        <p:cNvGrpSpPr/>
        <p:nvPr/>
      </p:nvGrpSpPr>
      <p:grpSpPr>
        <a:xfrm>
          <a:off x="0" y="0"/>
          <a:ext cx="0" cy="0"/>
          <a:chOff x="0" y="0"/>
          <a:chExt cx="0" cy="0"/>
        </a:xfrm>
      </p:grpSpPr>
      <p:sp>
        <p:nvSpPr>
          <p:cNvPr id="1005" name="Google Shape;1005;g306416b18ed_0_30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06" name="Google Shape;1006;g306416b18ed_0_303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5" name="Shape 1015"/>
        <p:cNvGrpSpPr/>
        <p:nvPr/>
      </p:nvGrpSpPr>
      <p:grpSpPr>
        <a:xfrm>
          <a:off x="0" y="0"/>
          <a:ext cx="0" cy="0"/>
          <a:chOff x="0" y="0"/>
          <a:chExt cx="0" cy="0"/>
        </a:xfrm>
      </p:grpSpPr>
      <p:sp>
        <p:nvSpPr>
          <p:cNvPr id="1016" name="Google Shape;1016;g306416b18ed_0_34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17" name="Google Shape;1017;g306416b18ed_0_34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2" name="Shape 1022"/>
        <p:cNvGrpSpPr/>
        <p:nvPr/>
      </p:nvGrpSpPr>
      <p:grpSpPr>
        <a:xfrm>
          <a:off x="0" y="0"/>
          <a:ext cx="0" cy="0"/>
          <a:chOff x="0" y="0"/>
          <a:chExt cx="0" cy="0"/>
        </a:xfrm>
      </p:grpSpPr>
      <p:sp>
        <p:nvSpPr>
          <p:cNvPr id="1023" name="Google Shape;1023;g306416b18ed_0_3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4" name="Google Shape;1024;g306416b18ed_0_3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9" name="Shape 1029"/>
        <p:cNvGrpSpPr/>
        <p:nvPr/>
      </p:nvGrpSpPr>
      <p:grpSpPr>
        <a:xfrm>
          <a:off x="0" y="0"/>
          <a:ext cx="0" cy="0"/>
          <a:chOff x="0" y="0"/>
          <a:chExt cx="0" cy="0"/>
        </a:xfrm>
      </p:grpSpPr>
      <p:sp>
        <p:nvSpPr>
          <p:cNvPr id="1030" name="Google Shape;1030;g306416b18ed_0_4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31" name="Google Shape;1031;g306416b18ed_0_4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1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9.png"/><Relationship Id="rId4" Type="http://schemas.openxmlformats.org/officeDocument/2006/relationships/image" Target="../media/image8.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8.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 Id="rId3" Type="http://schemas.openxmlformats.org/officeDocument/2006/relationships/image" Target="../media/image1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1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image" Target="../media/image8.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jp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3.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3.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3.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1.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5.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5.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0.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0.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5.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1.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8.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12.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 Id="rId3" Type="http://schemas.openxmlformats.org/officeDocument/2006/relationships/image" Target="../media/image43.png"/><Relationship Id="rId4" Type="http://schemas.openxmlformats.org/officeDocument/2006/relationships/image" Target="../media/image16.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 Id="rId3" Type="http://schemas.openxmlformats.org/officeDocument/2006/relationships/image" Target="../media/image43.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 Id="rId3" Type="http://schemas.openxmlformats.org/officeDocument/2006/relationships/image" Target="../media/image27.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 Id="rId3" Type="http://schemas.openxmlformats.org/officeDocument/2006/relationships/image" Target="../media/image27.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 Id="rId3" Type="http://schemas.openxmlformats.org/officeDocument/2006/relationships/image" Target="../media/image43.png"/><Relationship Id="rId4" Type="http://schemas.openxmlformats.org/officeDocument/2006/relationships/image" Target="../media/image27.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 Id="rId3" Type="http://schemas.openxmlformats.org/officeDocument/2006/relationships/image" Target="../media/image27.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 Id="rId3" Type="http://schemas.openxmlformats.org/officeDocument/2006/relationships/image" Target="../media/image27.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 Id="rId3" Type="http://schemas.openxmlformats.org/officeDocument/2006/relationships/image" Target="../media/image27.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12.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9.png"/><Relationship Id="rId4" Type="http://schemas.openxmlformats.org/officeDocument/2006/relationships/image" Target="../media/image8.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8.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 Id="rId3" Type="http://schemas.openxmlformats.org/officeDocument/2006/relationships/image" Target="../media/image12.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12.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image" Target="../media/image8.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jp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 Id="rId3" Type="http://schemas.openxmlformats.org/officeDocument/2006/relationships/image" Target="../media/image43.png"/></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27.png"/></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27.png"/></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 Id="rId3" Type="http://schemas.openxmlformats.org/officeDocument/2006/relationships/image" Target="../media/image43.png"/><Relationship Id="rId4" Type="http://schemas.openxmlformats.org/officeDocument/2006/relationships/image" Target="../media/image27.png"/></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png"/><Relationship Id="rId3" Type="http://schemas.openxmlformats.org/officeDocument/2006/relationships/image" Target="../media/image27.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png"/><Relationship Id="rId3" Type="http://schemas.openxmlformats.org/officeDocument/2006/relationships/image" Target="../media/image27.png"/><Relationship Id="rId4" Type="http://schemas.openxmlformats.org/officeDocument/2006/relationships/image" Target="../media/image59.png"/></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27.png"/></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 Id="rId3" Type="http://schemas.openxmlformats.org/officeDocument/2006/relationships/image" Target="../media/image43.png"/><Relationship Id="rId4" Type="http://schemas.openxmlformats.org/officeDocument/2006/relationships/image" Target="../media/image16.png"/></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27.pn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12.png"/></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9.png"/><Relationship Id="rId4" Type="http://schemas.openxmlformats.org/officeDocument/2006/relationships/image" Target="../media/image8.png"/></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8.png"/></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8.png"/><Relationship Id="rId3" Type="http://schemas.openxmlformats.org/officeDocument/2006/relationships/image" Target="../media/image12.png"/></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12.pn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image" Target="../media/image8.png"/></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7.jpg"/></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4.png"/><Relationship Id="rId3" Type="http://schemas.openxmlformats.org/officeDocument/2006/relationships/image" Target="../media/image84.png"/></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2.png"/><Relationship Id="rId3" Type="http://schemas.openxmlformats.org/officeDocument/2006/relationships/image" Target="../media/image87.png"/></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2.png"/><Relationship Id="rId3" Type="http://schemas.openxmlformats.org/officeDocument/2006/relationships/image" Target="../media/image8.png"/></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2.png"/><Relationship Id="rId3" Type="http://schemas.openxmlformats.org/officeDocument/2006/relationships/image" Target="../media/image102.png"/></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6.png"/></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9.png"/></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0.png"/></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2.png"/><Relationship Id="rId3" Type="http://schemas.openxmlformats.org/officeDocument/2006/relationships/hyperlink" Target="https://lfenergy.org/" TargetMode="External"/><Relationship Id="rId4" Type="http://schemas.openxmlformats.org/officeDocument/2006/relationships/hyperlink" Target="https://www.lfenergy.org/join/" TargetMode="External"/><Relationship Id="rId5" Type="http://schemas.openxmlformats.org/officeDocument/2006/relationships/hyperlink" Target="https://www.lfenergy.org/join/" TargetMode="External"/><Relationship Id="rId6" Type="http://schemas.openxmlformats.org/officeDocument/2006/relationships/hyperlink" Target="https://lists.lfenergy.org/" TargetMode="External"/><Relationship Id="rId7" Type="http://schemas.openxmlformats.org/officeDocument/2006/relationships/image" Target="../media/image93.png"/></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7.png"/></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 Id="rId3" Type="http://schemas.openxmlformats.org/officeDocument/2006/relationships/image" Target="../media/image12.png"/></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 Id="rId3" Type="http://schemas.openxmlformats.org/officeDocument/2006/relationships/image" Target="../media/image9.png"/><Relationship Id="rId4" Type="http://schemas.openxmlformats.org/officeDocument/2006/relationships/image" Target="../media/image8.png"/></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 Id="rId3" Type="http://schemas.openxmlformats.org/officeDocument/2006/relationships/image" Target="../media/image8.png"/></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png"/></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9.png"/></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8.png"/><Relationship Id="rId3" Type="http://schemas.openxmlformats.org/officeDocument/2006/relationships/image" Target="../media/image12.png"/></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png"/></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png"/></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png"/></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9.png"/><Relationship Id="rId3" Type="http://schemas.openxmlformats.org/officeDocument/2006/relationships/image" Target="../media/image12.png"/></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image" Target="../media/image8.png"/></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png"/></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8.png"/></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5.png"/><Relationship Id="rId3" Type="http://schemas.openxmlformats.org/officeDocument/2006/relationships/image" Target="../media/image107.png"/></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 Id="rId3" Type="http://schemas.openxmlformats.org/officeDocument/2006/relationships/image" Target="../media/image111.png"/></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9.png"/><Relationship Id="rId3" Type="http://schemas.openxmlformats.org/officeDocument/2006/relationships/image" Target="../media/image113.png"/></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9.png"/><Relationship Id="rId3" Type="http://schemas.openxmlformats.org/officeDocument/2006/relationships/image" Target="../media/image111.png"/></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5.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9" name="Shape 9"/>
        <p:cNvGrpSpPr/>
        <p:nvPr/>
      </p:nvGrpSpPr>
      <p:grpSpPr>
        <a:xfrm>
          <a:off x="0" y="0"/>
          <a:ext cx="0" cy="0"/>
          <a:chOff x="0" y="0"/>
          <a:chExt cx="0" cy="0"/>
        </a:xfrm>
      </p:grpSpPr>
      <p:sp>
        <p:nvSpPr>
          <p:cNvPr id="10" name="Google Shape;10;p2"/>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 name="Google Shape;11;p2"/>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 name="Google Shape;12;p2"/>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 name="Google Shape;13;p2"/>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 name="Google Shape;14;p2"/>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5" name="Google Shape;15;p2"/>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16" name="Google Shape;16;p2"/>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 name="Google Shape;17;p2"/>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8" name="Shape 18"/>
        <p:cNvGrpSpPr/>
        <p:nvPr/>
      </p:nvGrpSpPr>
      <p:grpSpPr>
        <a:xfrm>
          <a:off x="0" y="0"/>
          <a:ext cx="0" cy="0"/>
          <a:chOff x="0" y="0"/>
          <a:chExt cx="0" cy="0"/>
        </a:xfrm>
      </p:grpSpPr>
      <p:sp>
        <p:nvSpPr>
          <p:cNvPr id="19" name="Google Shape;19;p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0" name="Google Shape;20;p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1" name="Google Shape;21;p3"/>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2" name="Google Shape;22;p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3" name="Google Shape;23;p3"/>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4" name="Google Shape;24;p3"/>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25" name="Google Shape;25;p3"/>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26" name="Shape 26"/>
        <p:cNvGrpSpPr/>
        <p:nvPr/>
      </p:nvGrpSpPr>
      <p:grpSpPr>
        <a:xfrm>
          <a:off x="0" y="0"/>
          <a:ext cx="0" cy="0"/>
          <a:chOff x="0" y="0"/>
          <a:chExt cx="0" cy="0"/>
        </a:xfrm>
      </p:grpSpPr>
      <p:sp>
        <p:nvSpPr>
          <p:cNvPr id="27" name="Google Shape;27;p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8" name="Google Shape;28;p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9" name="Google Shape;29;p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 name="Google Shape;30;p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 name="Google Shape;31;p4"/>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 name="Google Shape;32;p4"/>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3" name="Google Shape;33;p4"/>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4" name="Shape 34"/>
        <p:cNvGrpSpPr/>
        <p:nvPr/>
      </p:nvGrpSpPr>
      <p:grpSpPr>
        <a:xfrm>
          <a:off x="0" y="0"/>
          <a:ext cx="0" cy="0"/>
          <a:chOff x="0" y="0"/>
          <a:chExt cx="0" cy="0"/>
        </a:xfrm>
      </p:grpSpPr>
      <p:sp>
        <p:nvSpPr>
          <p:cNvPr id="35" name="Google Shape;35;p5"/>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 name="Google Shape;36;p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7" name="Google Shape;37;p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8" name="Google Shape;38;p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9" name="Google Shape;39;p5"/>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0" name="Shape 40"/>
        <p:cNvGrpSpPr/>
        <p:nvPr/>
      </p:nvGrpSpPr>
      <p:grpSpPr>
        <a:xfrm>
          <a:off x="0" y="0"/>
          <a:ext cx="0" cy="0"/>
          <a:chOff x="0" y="0"/>
          <a:chExt cx="0" cy="0"/>
        </a:xfrm>
      </p:grpSpPr>
      <p:sp>
        <p:nvSpPr>
          <p:cNvPr id="41" name="Google Shape;41;p6"/>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 name="Google Shape;42;p6"/>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3" name="Google Shape;43;p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4" name="Google Shape;44;p6"/>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45" name="Shape 45"/>
        <p:cNvGrpSpPr/>
        <p:nvPr/>
      </p:nvGrpSpPr>
      <p:grpSpPr>
        <a:xfrm>
          <a:off x="0" y="0"/>
          <a:ext cx="0" cy="0"/>
          <a:chOff x="0" y="0"/>
          <a:chExt cx="0" cy="0"/>
        </a:xfrm>
      </p:grpSpPr>
      <p:sp>
        <p:nvSpPr>
          <p:cNvPr id="46" name="Google Shape;46;p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 name="Google Shape;47;p7"/>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8" name="Google Shape;48;p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 name="Google Shape;49;p7"/>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 name="Shape 50"/>
        <p:cNvGrpSpPr/>
        <p:nvPr/>
      </p:nvGrpSpPr>
      <p:grpSpPr>
        <a:xfrm>
          <a:off x="0" y="0"/>
          <a:ext cx="0" cy="0"/>
          <a:chOff x="0" y="0"/>
          <a:chExt cx="0" cy="0"/>
        </a:xfrm>
      </p:grpSpPr>
      <p:sp>
        <p:nvSpPr>
          <p:cNvPr id="51" name="Google Shape;51;p8"/>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52" name="Google Shape;52;p8"/>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3" name="Google Shape;53;p8"/>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4" name="Google Shape;54;p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5" name="Google Shape;55;p8"/>
          <p:cNvGrpSpPr/>
          <p:nvPr/>
        </p:nvGrpSpPr>
        <p:grpSpPr>
          <a:xfrm>
            <a:off x="6971838" y="-12"/>
            <a:ext cx="2174881" cy="1450030"/>
            <a:chOff x="6098378" y="5"/>
            <a:chExt cx="3045625" cy="2030570"/>
          </a:xfrm>
        </p:grpSpPr>
        <p:sp>
          <p:nvSpPr>
            <p:cNvPr id="56" name="Google Shape;56;p8"/>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8"/>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8"/>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8"/>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60" name="Google Shape;60;p8"/>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61" name="Google Shape;61;p8"/>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62" name="Shape 62"/>
        <p:cNvGrpSpPr/>
        <p:nvPr/>
      </p:nvGrpSpPr>
      <p:grpSpPr>
        <a:xfrm>
          <a:off x="0" y="0"/>
          <a:ext cx="0" cy="0"/>
          <a:chOff x="0" y="0"/>
          <a:chExt cx="0" cy="0"/>
        </a:xfrm>
      </p:grpSpPr>
      <p:sp>
        <p:nvSpPr>
          <p:cNvPr id="63" name="Google Shape;63;p9"/>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 name="Google Shape;64;p9"/>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 name="Google Shape;65;p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66" name="Google Shape;66;p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 name="Google Shape;67;p9"/>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 name="Google Shape;68;p9"/>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69" name="Google Shape;69;p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0" name="Shape 70"/>
        <p:cNvGrpSpPr/>
        <p:nvPr/>
      </p:nvGrpSpPr>
      <p:grpSpPr>
        <a:xfrm>
          <a:off x="0" y="0"/>
          <a:ext cx="0" cy="0"/>
          <a:chOff x="0" y="0"/>
          <a:chExt cx="0" cy="0"/>
        </a:xfrm>
      </p:grpSpPr>
      <p:sp>
        <p:nvSpPr>
          <p:cNvPr id="71" name="Google Shape;71;p1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72" name="Google Shape;72;p1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 name="Google Shape;73;p1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 name="Shape 74"/>
        <p:cNvGrpSpPr/>
        <p:nvPr/>
      </p:nvGrpSpPr>
      <p:grpSpPr>
        <a:xfrm>
          <a:off x="0" y="0"/>
          <a:ext cx="0" cy="0"/>
          <a:chOff x="0" y="0"/>
          <a:chExt cx="0" cy="0"/>
        </a:xfrm>
      </p:grpSpPr>
      <p:sp>
        <p:nvSpPr>
          <p:cNvPr id="75" name="Google Shape;75;p11"/>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11"/>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77" name="Google Shape;77;p11"/>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78" name="Google Shape;78;p11"/>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79" name="Google Shape;79;p1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 name="Google Shape;80;p11"/>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 name="Google Shape;81;p11"/>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82" name="Shape 82"/>
        <p:cNvGrpSpPr/>
        <p:nvPr/>
      </p:nvGrpSpPr>
      <p:grpSpPr>
        <a:xfrm>
          <a:off x="0" y="0"/>
          <a:ext cx="0" cy="0"/>
          <a:chOff x="0" y="0"/>
          <a:chExt cx="0" cy="0"/>
        </a:xfrm>
      </p:grpSpPr>
      <p:grpSp>
        <p:nvGrpSpPr>
          <p:cNvPr id="83" name="Google Shape;83;p12"/>
          <p:cNvGrpSpPr/>
          <p:nvPr/>
        </p:nvGrpSpPr>
        <p:grpSpPr>
          <a:xfrm>
            <a:off x="6098378" y="5"/>
            <a:ext cx="3045625" cy="2030570"/>
            <a:chOff x="6098378" y="5"/>
            <a:chExt cx="3045625" cy="2030570"/>
          </a:xfrm>
        </p:grpSpPr>
        <p:sp>
          <p:nvSpPr>
            <p:cNvPr id="84" name="Google Shape;84;p1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 name="Google Shape;85;p1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 name="Google Shape;86;p1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8" name="Google Shape;88;p12"/>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9" name="Google Shape;89;p12"/>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90" name="Google Shape;90;p1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1" name="Google Shape;91;p1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92" name="Shape 92"/>
        <p:cNvGrpSpPr/>
        <p:nvPr/>
      </p:nvGrpSpPr>
      <p:grpSpPr>
        <a:xfrm>
          <a:off x="0" y="0"/>
          <a:ext cx="0" cy="0"/>
          <a:chOff x="0" y="0"/>
          <a:chExt cx="0" cy="0"/>
        </a:xfrm>
      </p:grpSpPr>
      <p:sp>
        <p:nvSpPr>
          <p:cNvPr id="93" name="Google Shape;9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94" name="Shape 94"/>
        <p:cNvGrpSpPr/>
        <p:nvPr/>
      </p:nvGrpSpPr>
      <p:grpSpPr>
        <a:xfrm>
          <a:off x="0" y="0"/>
          <a:ext cx="0" cy="0"/>
          <a:chOff x="0" y="0"/>
          <a:chExt cx="0" cy="0"/>
        </a:xfrm>
      </p:grpSpPr>
      <p:sp>
        <p:nvSpPr>
          <p:cNvPr id="95" name="Google Shape;9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 name="Google Shape;9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 name="Google Shape;97;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 name="Google Shape;98;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 name="Google Shape;99;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 name="Google Shape;100;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01" name="Google Shape;101;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02" name="Google Shape;102;p14"/>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03" name="Google Shape;103;p14"/>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04" name="Shape 104"/>
        <p:cNvGrpSpPr/>
        <p:nvPr/>
      </p:nvGrpSpPr>
      <p:grpSpPr>
        <a:xfrm>
          <a:off x="0" y="0"/>
          <a:ext cx="0" cy="0"/>
          <a:chOff x="0" y="0"/>
          <a:chExt cx="0" cy="0"/>
        </a:xfrm>
      </p:grpSpPr>
      <p:sp>
        <p:nvSpPr>
          <p:cNvPr id="105" name="Google Shape;105;p15"/>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106" name="Google Shape;106;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107" name="Shape 107"/>
        <p:cNvGrpSpPr/>
        <p:nvPr/>
      </p:nvGrpSpPr>
      <p:grpSpPr>
        <a:xfrm>
          <a:off x="0" y="0"/>
          <a:ext cx="0" cy="0"/>
          <a:chOff x="0" y="0"/>
          <a:chExt cx="0" cy="0"/>
        </a:xfrm>
      </p:grpSpPr>
      <p:sp>
        <p:nvSpPr>
          <p:cNvPr id="108" name="Google Shape;108;p1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09" name="Google Shape;109;p1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110" name="Shape 110"/>
        <p:cNvGrpSpPr/>
        <p:nvPr/>
      </p:nvGrpSpPr>
      <p:grpSpPr>
        <a:xfrm>
          <a:off x="0" y="0"/>
          <a:ext cx="0" cy="0"/>
          <a:chOff x="0" y="0"/>
          <a:chExt cx="0" cy="0"/>
        </a:xfrm>
      </p:grpSpPr>
      <p:sp>
        <p:nvSpPr>
          <p:cNvPr id="111" name="Google Shape;111;p17"/>
          <p:cNvSpPr/>
          <p:nvPr>
            <p:ph idx="2" type="pic"/>
          </p:nvPr>
        </p:nvSpPr>
        <p:spPr>
          <a:xfrm>
            <a:off x="4572000" y="0"/>
            <a:ext cx="4572000" cy="5143500"/>
          </a:xfrm>
          <a:prstGeom prst="rect">
            <a:avLst/>
          </a:prstGeom>
          <a:solidFill>
            <a:srgbClr val="7F7F7F"/>
          </a:solidFill>
          <a:ln>
            <a:noFill/>
          </a:ln>
        </p:spPr>
      </p:sp>
      <p:sp>
        <p:nvSpPr>
          <p:cNvPr id="112" name="Google Shape;112;p17"/>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113" name="Google Shape;113;p17"/>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114" name="Shape 114"/>
        <p:cNvGrpSpPr/>
        <p:nvPr/>
      </p:nvGrpSpPr>
      <p:grpSpPr>
        <a:xfrm>
          <a:off x="0" y="0"/>
          <a:ext cx="0" cy="0"/>
          <a:chOff x="0" y="0"/>
          <a:chExt cx="0" cy="0"/>
        </a:xfrm>
      </p:grpSpPr>
      <p:sp>
        <p:nvSpPr>
          <p:cNvPr id="115" name="Google Shape;115;p18"/>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16" name="Google Shape;116;p1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117" name="Google Shape;117;p18"/>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8" name="Google Shape;118;p18"/>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119" name="Shape 119"/>
        <p:cNvGrpSpPr/>
        <p:nvPr/>
      </p:nvGrpSpPr>
      <p:grpSpPr>
        <a:xfrm>
          <a:off x="0" y="0"/>
          <a:ext cx="0" cy="0"/>
          <a:chOff x="0" y="0"/>
          <a:chExt cx="0" cy="0"/>
        </a:xfrm>
      </p:grpSpPr>
      <p:sp>
        <p:nvSpPr>
          <p:cNvPr id="120" name="Google Shape;120;p19"/>
          <p:cNvSpPr/>
          <p:nvPr>
            <p:ph idx="2" type="pic"/>
          </p:nvPr>
        </p:nvSpPr>
        <p:spPr>
          <a:xfrm>
            <a:off x="4572000" y="0"/>
            <a:ext cx="4572000" cy="5143500"/>
          </a:xfrm>
          <a:prstGeom prst="rect">
            <a:avLst/>
          </a:prstGeom>
          <a:solidFill>
            <a:srgbClr val="7F7F7F"/>
          </a:solidFill>
          <a:ln>
            <a:noFill/>
          </a:ln>
        </p:spPr>
      </p:sp>
      <p:sp>
        <p:nvSpPr>
          <p:cNvPr id="121" name="Google Shape;121;p19"/>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2" name="Google Shape;122;p19"/>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23" name="Shape 123"/>
        <p:cNvGrpSpPr/>
        <p:nvPr/>
      </p:nvGrpSpPr>
      <p:grpSpPr>
        <a:xfrm>
          <a:off x="0" y="0"/>
          <a:ext cx="0" cy="0"/>
          <a:chOff x="0" y="0"/>
          <a:chExt cx="0" cy="0"/>
        </a:xfrm>
      </p:grpSpPr>
      <p:sp>
        <p:nvSpPr>
          <p:cNvPr id="124" name="Google Shape;124;p20"/>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25" name="Google Shape;125;p20"/>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6" name="Google Shape;126;p20"/>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27" name="Google Shape;127;p20"/>
          <p:cNvSpPr/>
          <p:nvPr>
            <p:ph idx="2" type="pic"/>
          </p:nvPr>
        </p:nvSpPr>
        <p:spPr>
          <a:xfrm>
            <a:off x="-5" y="-37"/>
            <a:ext cx="2786400" cy="1025700"/>
          </a:xfrm>
          <a:prstGeom prst="rect">
            <a:avLst/>
          </a:prstGeom>
          <a:noFill/>
          <a:ln>
            <a:noFill/>
          </a:ln>
        </p:spPr>
      </p:sp>
      <p:sp>
        <p:nvSpPr>
          <p:cNvPr id="128" name="Google Shape;128;p20"/>
          <p:cNvSpPr/>
          <p:nvPr>
            <p:ph idx="3" type="pic"/>
          </p:nvPr>
        </p:nvSpPr>
        <p:spPr>
          <a:xfrm>
            <a:off x="5465475" y="1135388"/>
            <a:ext cx="3483900" cy="2273700"/>
          </a:xfrm>
          <a:prstGeom prst="rect">
            <a:avLst/>
          </a:prstGeom>
          <a:noFill/>
          <a:ln>
            <a:noFill/>
          </a:ln>
        </p:spPr>
      </p:sp>
      <p:sp>
        <p:nvSpPr>
          <p:cNvPr id="129" name="Google Shape;129;p20"/>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30" name="Google Shape;130;p20"/>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31" name="Google Shape;131;p20"/>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32" name="Google Shape;132;p2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133" name="Shape 133"/>
        <p:cNvGrpSpPr/>
        <p:nvPr/>
      </p:nvGrpSpPr>
      <p:grpSpPr>
        <a:xfrm>
          <a:off x="0" y="0"/>
          <a:ext cx="0" cy="0"/>
          <a:chOff x="0" y="0"/>
          <a:chExt cx="0" cy="0"/>
        </a:xfrm>
      </p:grpSpPr>
      <p:sp>
        <p:nvSpPr>
          <p:cNvPr id="134" name="Google Shape;134;p21"/>
          <p:cNvSpPr/>
          <p:nvPr>
            <p:ph idx="2" type="pic"/>
          </p:nvPr>
        </p:nvSpPr>
        <p:spPr>
          <a:xfrm>
            <a:off x="0" y="0"/>
            <a:ext cx="9144000" cy="5143500"/>
          </a:xfrm>
          <a:prstGeom prst="rect">
            <a:avLst/>
          </a:prstGeom>
          <a:noFill/>
          <a:ln>
            <a:noFill/>
          </a:ln>
        </p:spPr>
      </p:sp>
      <p:sp>
        <p:nvSpPr>
          <p:cNvPr id="135" name="Google Shape;135;p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136" name="Shape 136"/>
        <p:cNvGrpSpPr/>
        <p:nvPr/>
      </p:nvGrpSpPr>
      <p:grpSpPr>
        <a:xfrm>
          <a:off x="0" y="0"/>
          <a:ext cx="0" cy="0"/>
          <a:chOff x="0" y="0"/>
          <a:chExt cx="0" cy="0"/>
        </a:xfrm>
      </p:grpSpPr>
      <p:sp>
        <p:nvSpPr>
          <p:cNvPr id="137" name="Google Shape;137;p22"/>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138" name="Shape 138"/>
        <p:cNvGrpSpPr/>
        <p:nvPr/>
      </p:nvGrpSpPr>
      <p:grpSpPr>
        <a:xfrm>
          <a:off x="0" y="0"/>
          <a:ext cx="0" cy="0"/>
          <a:chOff x="0" y="0"/>
          <a:chExt cx="0" cy="0"/>
        </a:xfrm>
      </p:grpSpPr>
      <p:sp>
        <p:nvSpPr>
          <p:cNvPr id="139" name="Google Shape;139;p23"/>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40" name="Google Shape;140;p23"/>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141" name="Shape 141"/>
        <p:cNvGrpSpPr/>
        <p:nvPr/>
      </p:nvGrpSpPr>
      <p:grpSpPr>
        <a:xfrm>
          <a:off x="0" y="0"/>
          <a:ext cx="0" cy="0"/>
          <a:chOff x="0" y="0"/>
          <a:chExt cx="0" cy="0"/>
        </a:xfrm>
      </p:grpSpPr>
      <p:sp>
        <p:nvSpPr>
          <p:cNvPr id="142" name="Google Shape;142;p24"/>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143" name="Google Shape;143;p24"/>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44" name="Google Shape;144;p24"/>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p:spTree>
      <p:nvGrpSpPr>
        <p:cNvPr id="145" name="Shape 145"/>
        <p:cNvGrpSpPr/>
        <p:nvPr/>
      </p:nvGrpSpPr>
      <p:grpSpPr>
        <a:xfrm>
          <a:off x="0" y="0"/>
          <a:ext cx="0" cy="0"/>
          <a:chOff x="0" y="0"/>
          <a:chExt cx="0" cy="0"/>
        </a:xfrm>
      </p:grpSpPr>
      <p:pic>
        <p:nvPicPr>
          <p:cNvPr id="146" name="Google Shape;146;p25"/>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147" name="Google Shape;147;p25"/>
          <p:cNvSpPr txBox="1"/>
          <p:nvPr>
            <p:ph type="title"/>
          </p:nvPr>
        </p:nvSpPr>
        <p:spPr>
          <a:xfrm>
            <a:off x="342900" y="2753591"/>
            <a:ext cx="84354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1">
  <p:cSld name="OBJECT_3">
    <p:bg>
      <p:bgPr>
        <a:solidFill>
          <a:schemeClr val="lt1"/>
        </a:solidFill>
      </p:bgPr>
    </p:bg>
    <p:spTree>
      <p:nvGrpSpPr>
        <p:cNvPr id="148" name="Shape 148"/>
        <p:cNvGrpSpPr/>
        <p:nvPr/>
      </p:nvGrpSpPr>
      <p:grpSpPr>
        <a:xfrm>
          <a:off x="0" y="0"/>
          <a:ext cx="0" cy="0"/>
          <a:chOff x="0" y="0"/>
          <a:chExt cx="0" cy="0"/>
        </a:xfrm>
      </p:grpSpPr>
      <p:sp>
        <p:nvSpPr>
          <p:cNvPr id="149" name="Google Shape;149;p26"/>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0" name="Google Shape;150;p26"/>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1" name="Google Shape;151;p26"/>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2" name="Google Shape;152;p26"/>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2">
  <p:cSld name="OBJECT_4">
    <p:bg>
      <p:bgPr>
        <a:solidFill>
          <a:schemeClr val="lt1"/>
        </a:solidFill>
      </p:bgPr>
    </p:bg>
    <p:spTree>
      <p:nvGrpSpPr>
        <p:cNvPr id="153" name="Shape 153"/>
        <p:cNvGrpSpPr/>
        <p:nvPr/>
      </p:nvGrpSpPr>
      <p:grpSpPr>
        <a:xfrm>
          <a:off x="0" y="0"/>
          <a:ext cx="0" cy="0"/>
          <a:chOff x="0" y="0"/>
          <a:chExt cx="0" cy="0"/>
        </a:xfrm>
      </p:grpSpPr>
      <p:sp>
        <p:nvSpPr>
          <p:cNvPr id="154" name="Google Shape;154;p27"/>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5" name="Google Shape;155;p27"/>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6" name="Google Shape;156;p27"/>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7" name="Google Shape;157;p27"/>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58" name="Shape 158"/>
        <p:cNvGrpSpPr/>
        <p:nvPr/>
      </p:nvGrpSpPr>
      <p:grpSpPr>
        <a:xfrm>
          <a:off x="0" y="0"/>
          <a:ext cx="0" cy="0"/>
          <a:chOff x="0" y="0"/>
          <a:chExt cx="0" cy="0"/>
        </a:xfrm>
      </p:grpSpPr>
      <p:sp>
        <p:nvSpPr>
          <p:cNvPr id="159" name="Google Shape;159;p28"/>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Clr>
                <a:srgbClr val="009ADE"/>
              </a:buClr>
              <a:buSzPts val="3300"/>
              <a:buFont typeface="Century Gothic"/>
              <a:buNone/>
              <a:defRPr b="0" sz="3300">
                <a:solidFill>
                  <a:srgbClr val="009ADE"/>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60" name="Google Shape;160;p28"/>
          <p:cNvPicPr preferRelativeResize="0"/>
          <p:nvPr/>
        </p:nvPicPr>
        <p:blipFill rotWithShape="1">
          <a:blip r:embed="rId2">
            <a:alphaModFix/>
          </a:blip>
          <a:srcRect b="0" l="0" r="0" t="0"/>
          <a:stretch/>
        </p:blipFill>
        <p:spPr>
          <a:xfrm>
            <a:off x="3158302" y="3533522"/>
            <a:ext cx="2830736" cy="370034"/>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3">
  <p:cSld name="OBJECT_5">
    <p:spTree>
      <p:nvGrpSpPr>
        <p:cNvPr id="161" name="Shape 161"/>
        <p:cNvGrpSpPr/>
        <p:nvPr/>
      </p:nvGrpSpPr>
      <p:grpSpPr>
        <a:xfrm>
          <a:off x="0" y="0"/>
          <a:ext cx="0" cy="0"/>
          <a:chOff x="0" y="0"/>
          <a:chExt cx="0" cy="0"/>
        </a:xfrm>
      </p:grpSpPr>
      <p:sp>
        <p:nvSpPr>
          <p:cNvPr id="162" name="Google Shape;162;p29"/>
          <p:cNvSpPr txBox="1"/>
          <p:nvPr>
            <p:ph type="title"/>
          </p:nvPr>
        </p:nvSpPr>
        <p:spPr>
          <a:xfrm>
            <a:off x="462708" y="375951"/>
            <a:ext cx="8155200" cy="9600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63" name="Google Shape;163;p29"/>
          <p:cNvSpPr txBox="1"/>
          <p:nvPr>
            <p:ph idx="1" type="body"/>
          </p:nvPr>
        </p:nvSpPr>
        <p:spPr>
          <a:xfrm>
            <a:off x="462709" y="113538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64" name="Google Shape;164;p29"/>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65" name="Google Shape;165;p29"/>
          <p:cNvSpPr/>
          <p:nvPr/>
        </p:nvSpPr>
        <p:spPr>
          <a:xfrm>
            <a:off x="7165424" y="4831900"/>
            <a:ext cx="1732800" cy="230700"/>
          </a:xfrm>
          <a:prstGeom prst="rect">
            <a:avLst/>
          </a:prstGeom>
          <a:noFill/>
          <a:ln>
            <a:noFill/>
          </a:ln>
        </p:spPr>
        <p:txBody>
          <a:bodyPr anchorCtr="0" anchor="t" bIns="34275" lIns="68575" spcFirstLastPara="1" rIns="68575" wrap="square" tIns="34275">
            <a:noAutofit/>
          </a:bodyPr>
          <a:lstStyle/>
          <a:p>
            <a:pPr indent="0" lvl="0" marL="0" marR="0" rtl="0" algn="l">
              <a:lnSpc>
                <a:spcPct val="100000"/>
              </a:lnSpc>
              <a:spcBef>
                <a:spcPts val="0"/>
              </a:spcBef>
              <a:spcAft>
                <a:spcPts val="0"/>
              </a:spcAft>
              <a:buClr>
                <a:srgbClr val="000000"/>
              </a:buClr>
              <a:buSzPts val="1100"/>
              <a:buFont typeface="Arial"/>
              <a:buNone/>
            </a:pPr>
            <a:r>
              <a:rPr b="0" i="0" lang="en" sz="1100" u="none" cap="none" strike="noStrike">
                <a:solidFill>
                  <a:srgbClr val="003764"/>
                </a:solidFill>
                <a:latin typeface="Century Gothic"/>
                <a:ea typeface="Century Gothic"/>
                <a:cs typeface="Century Gothic"/>
                <a:sym typeface="Century Gothic"/>
              </a:rPr>
              <a:t>The Power of Together</a:t>
            </a:r>
            <a:endParaRPr b="0" i="0" sz="1100" u="none" cap="none" strike="noStrike">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White - Blank no logo">
  <p:cSld name="BLANK_1_2">
    <p:spTree>
      <p:nvGrpSpPr>
        <p:cNvPr id="166" name="Shape 166"/>
        <p:cNvGrpSpPr/>
        <p:nvPr/>
      </p:nvGrpSpPr>
      <p:grpSpPr>
        <a:xfrm>
          <a:off x="0" y="0"/>
          <a:ext cx="0" cy="0"/>
          <a:chOff x="0" y="0"/>
          <a:chExt cx="0" cy="0"/>
        </a:xfrm>
      </p:grpSpPr>
      <p:sp>
        <p:nvSpPr>
          <p:cNvPr id="167" name="Google Shape;167;p30"/>
          <p:cNvSpPr/>
          <p:nvPr/>
        </p:nvSpPr>
        <p:spPr>
          <a:xfrm>
            <a:off x="0" y="0"/>
            <a:ext cx="9144000" cy="51435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 name="Google Shape;168;p30"/>
          <p:cNvSpPr txBox="1"/>
          <p:nvPr>
            <p:ph idx="12" type="sldNum"/>
          </p:nvPr>
        </p:nvSpPr>
        <p:spPr>
          <a:xfrm>
            <a:off x="8662175" y="4788400"/>
            <a:ext cx="406500" cy="355200"/>
          </a:xfrm>
          <a:prstGeom prst="rect">
            <a:avLst/>
          </a:prstGeom>
        </p:spPr>
        <p:txBody>
          <a:bodyPr anchorCtr="0" anchor="ctr" bIns="91425" lIns="91425" spcFirstLastPara="1" rIns="91425" wrap="square" tIns="91425">
            <a:normAutofit/>
          </a:bodyPr>
          <a:lstStyle>
            <a:lvl1pPr lvl="0" rtl="0">
              <a:buNone/>
              <a:defRPr>
                <a:solidFill>
                  <a:srgbClr val="4F525D"/>
                </a:solidFill>
              </a:defRPr>
            </a:lvl1pPr>
            <a:lvl2pPr lvl="1" rtl="0">
              <a:buNone/>
              <a:defRPr>
                <a:solidFill>
                  <a:srgbClr val="4F525D"/>
                </a:solidFill>
              </a:defRPr>
            </a:lvl2pPr>
            <a:lvl3pPr lvl="2" rtl="0">
              <a:buNone/>
              <a:defRPr>
                <a:solidFill>
                  <a:srgbClr val="4F525D"/>
                </a:solidFill>
              </a:defRPr>
            </a:lvl3pPr>
            <a:lvl4pPr lvl="3" rtl="0">
              <a:buNone/>
              <a:defRPr>
                <a:solidFill>
                  <a:srgbClr val="4F525D"/>
                </a:solidFill>
              </a:defRPr>
            </a:lvl4pPr>
            <a:lvl5pPr lvl="4" rtl="0">
              <a:buNone/>
              <a:defRPr>
                <a:solidFill>
                  <a:srgbClr val="4F525D"/>
                </a:solidFill>
              </a:defRPr>
            </a:lvl5pPr>
            <a:lvl6pPr lvl="5" rtl="0">
              <a:buNone/>
              <a:defRPr>
                <a:solidFill>
                  <a:srgbClr val="4F525D"/>
                </a:solidFill>
              </a:defRPr>
            </a:lvl6pPr>
            <a:lvl7pPr lvl="6" rtl="0">
              <a:buNone/>
              <a:defRPr>
                <a:solidFill>
                  <a:srgbClr val="4F525D"/>
                </a:solidFill>
              </a:defRPr>
            </a:lvl7pPr>
            <a:lvl8pPr lvl="7" rtl="0">
              <a:buNone/>
              <a:defRPr>
                <a:solidFill>
                  <a:srgbClr val="4F525D"/>
                </a:solidFill>
              </a:defRPr>
            </a:lvl8pPr>
            <a:lvl9pPr lvl="8" rtl="0">
              <a:buNone/>
              <a:defRPr>
                <a:solidFill>
                  <a:srgbClr val="4F525D"/>
                </a:solidFill>
              </a:defRPr>
            </a:lvl9pPr>
          </a:lstStyle>
          <a:p>
            <a:pPr indent="0" lvl="0" marL="0" rtl="0" algn="r">
              <a:spcBef>
                <a:spcPts val="0"/>
              </a:spcBef>
              <a:spcAft>
                <a:spcPts val="0"/>
              </a:spcAft>
              <a:buNone/>
            </a:pPr>
            <a:fld id="{00000000-1234-1234-1234-123412341234}" type="slidenum">
              <a:rPr lang="en"/>
              <a:t>‹#›</a:t>
            </a:fld>
            <a:endParaRPr/>
          </a:p>
        </p:txBody>
      </p:sp>
      <p:sp>
        <p:nvSpPr>
          <p:cNvPr id="169" name="Google Shape;169;p30"/>
          <p:cNvSpPr txBox="1"/>
          <p:nvPr>
            <p:ph idx="1" type="subTitle"/>
          </p:nvPr>
        </p:nvSpPr>
        <p:spPr>
          <a:xfrm>
            <a:off x="311700" y="4498550"/>
            <a:ext cx="7971900" cy="500100"/>
          </a:xfrm>
          <a:prstGeom prst="rect">
            <a:avLst/>
          </a:prstGeom>
        </p:spPr>
        <p:txBody>
          <a:bodyPr anchorCtr="0" anchor="ctr" bIns="91425" lIns="91425" spcFirstLastPara="1" rIns="91425" wrap="square" tIns="91425">
            <a:normAutofit/>
          </a:bodyPr>
          <a:lstStyle>
            <a:lvl1pPr lvl="0" rtl="0">
              <a:spcBef>
                <a:spcPts val="0"/>
              </a:spcBef>
              <a:spcAft>
                <a:spcPts val="0"/>
              </a:spcAft>
              <a:buNone/>
              <a:defRPr sz="1200">
                <a:solidFill>
                  <a:srgbClr val="4F525D"/>
                </a:solidFill>
              </a:defRPr>
            </a:lvl1pPr>
            <a:lvl2pPr lvl="1" rtl="0">
              <a:spcBef>
                <a:spcPts val="0"/>
              </a:spcBef>
              <a:spcAft>
                <a:spcPts val="0"/>
              </a:spcAft>
              <a:buNone/>
              <a:defRPr>
                <a:solidFill>
                  <a:srgbClr val="4F525D"/>
                </a:solidFill>
              </a:defRPr>
            </a:lvl2pPr>
            <a:lvl3pPr lvl="2" rtl="0">
              <a:spcBef>
                <a:spcPts val="0"/>
              </a:spcBef>
              <a:spcAft>
                <a:spcPts val="0"/>
              </a:spcAft>
              <a:buNone/>
              <a:defRPr>
                <a:solidFill>
                  <a:srgbClr val="4F525D"/>
                </a:solidFill>
              </a:defRPr>
            </a:lvl3pPr>
            <a:lvl4pPr lvl="3" rtl="0">
              <a:spcBef>
                <a:spcPts val="0"/>
              </a:spcBef>
              <a:spcAft>
                <a:spcPts val="0"/>
              </a:spcAft>
              <a:buNone/>
              <a:defRPr>
                <a:solidFill>
                  <a:srgbClr val="4F525D"/>
                </a:solidFill>
              </a:defRPr>
            </a:lvl4pPr>
            <a:lvl5pPr lvl="4" rtl="0">
              <a:spcBef>
                <a:spcPts val="0"/>
              </a:spcBef>
              <a:spcAft>
                <a:spcPts val="0"/>
              </a:spcAft>
              <a:buNone/>
              <a:defRPr>
                <a:solidFill>
                  <a:srgbClr val="4F525D"/>
                </a:solidFill>
              </a:defRPr>
            </a:lvl5pPr>
            <a:lvl6pPr lvl="5" rtl="0">
              <a:spcBef>
                <a:spcPts val="0"/>
              </a:spcBef>
              <a:spcAft>
                <a:spcPts val="0"/>
              </a:spcAft>
              <a:buNone/>
              <a:defRPr>
                <a:solidFill>
                  <a:srgbClr val="4F525D"/>
                </a:solidFill>
              </a:defRPr>
            </a:lvl6pPr>
            <a:lvl7pPr lvl="6" rtl="0">
              <a:spcBef>
                <a:spcPts val="0"/>
              </a:spcBef>
              <a:spcAft>
                <a:spcPts val="0"/>
              </a:spcAft>
              <a:buNone/>
              <a:defRPr>
                <a:solidFill>
                  <a:srgbClr val="4F525D"/>
                </a:solidFill>
              </a:defRPr>
            </a:lvl7pPr>
            <a:lvl8pPr lvl="7" rtl="0">
              <a:spcBef>
                <a:spcPts val="0"/>
              </a:spcBef>
              <a:spcAft>
                <a:spcPts val="0"/>
              </a:spcAft>
              <a:buNone/>
              <a:defRPr>
                <a:solidFill>
                  <a:srgbClr val="4F525D"/>
                </a:solidFill>
              </a:defRPr>
            </a:lvl8pPr>
            <a:lvl9pPr lvl="8" rtl="0">
              <a:spcBef>
                <a:spcPts val="0"/>
              </a:spcBef>
              <a:spcAft>
                <a:spcPts val="0"/>
              </a:spcAft>
              <a:buNone/>
              <a:defRPr>
                <a:solidFill>
                  <a:srgbClr val="4F525D"/>
                </a:solidFill>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Two Column">
  <p:cSld name="Text Two Column">
    <p:spTree>
      <p:nvGrpSpPr>
        <p:cNvPr id="170" name="Shape 170"/>
        <p:cNvGrpSpPr/>
        <p:nvPr/>
      </p:nvGrpSpPr>
      <p:grpSpPr>
        <a:xfrm>
          <a:off x="0" y="0"/>
          <a:ext cx="0" cy="0"/>
          <a:chOff x="0" y="0"/>
          <a:chExt cx="0" cy="0"/>
        </a:xfrm>
      </p:grpSpPr>
      <p:sp>
        <p:nvSpPr>
          <p:cNvPr id="171" name="Google Shape;171;p31"/>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2" name="Google Shape;172;p31"/>
          <p:cNvSpPr txBox="1"/>
          <p:nvPr>
            <p:ph idx="1" type="body"/>
          </p:nvPr>
        </p:nvSpPr>
        <p:spPr>
          <a:xfrm>
            <a:off x="468630"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3" name="Google Shape;173;p31"/>
          <p:cNvSpPr txBox="1"/>
          <p:nvPr>
            <p:ph idx="2" type="body"/>
          </p:nvPr>
        </p:nvSpPr>
        <p:spPr>
          <a:xfrm>
            <a:off x="4669987"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4" name="Google Shape;174;p31"/>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75" name="Google Shape;175;p31"/>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76" name="Google Shape;176;p31"/>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177" name="Shape 177"/>
        <p:cNvGrpSpPr/>
        <p:nvPr/>
      </p:nvGrpSpPr>
      <p:grpSpPr>
        <a:xfrm>
          <a:off x="0" y="0"/>
          <a:ext cx="0" cy="0"/>
          <a:chOff x="0" y="0"/>
          <a:chExt cx="0" cy="0"/>
        </a:xfrm>
      </p:grpSpPr>
      <p:sp>
        <p:nvSpPr>
          <p:cNvPr id="178" name="Google Shape;178;p32"/>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9" name="Google Shape;179;p32"/>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80" name="Google Shape;180;p32"/>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1" name="Google Shape;181;p32"/>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2" name="Google Shape;182;p32"/>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183" name="Shape 183"/>
        <p:cNvGrpSpPr/>
        <p:nvPr/>
      </p:nvGrpSpPr>
      <p:grpSpPr>
        <a:xfrm>
          <a:off x="0" y="0"/>
          <a:ext cx="0" cy="0"/>
          <a:chOff x="0" y="0"/>
          <a:chExt cx="0" cy="0"/>
        </a:xfrm>
      </p:grpSpPr>
      <p:sp>
        <p:nvSpPr>
          <p:cNvPr id="184" name="Google Shape;184;p33"/>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rtl="0" algn="ctr">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85" name="Google Shape;185;p33"/>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6" name="Google Shape;186;p33"/>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7" name="Google Shape;187;p33"/>
          <p:cNvPicPr preferRelativeResize="0"/>
          <p:nvPr/>
        </p:nvPicPr>
        <p:blipFill rotWithShape="1">
          <a:blip r:embed="rId2">
            <a:alphaModFix/>
          </a:blip>
          <a:srcRect b="0" l="0" r="0" t="0"/>
          <a:stretch/>
        </p:blipFill>
        <p:spPr>
          <a:xfrm>
            <a:off x="3936206" y="4315172"/>
            <a:ext cx="1271588" cy="173128"/>
          </a:xfrm>
          <a:prstGeom prst="rect">
            <a:avLst/>
          </a:prstGeom>
          <a:noFill/>
          <a:ln>
            <a:noFill/>
          </a:ln>
        </p:spPr>
      </p:pic>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avy">
  <p:cSld name="TITLE_6">
    <p:bg>
      <p:bgPr>
        <a:solidFill>
          <a:srgbClr val="2C3649"/>
        </a:solidFill>
      </p:bgPr>
    </p:bg>
    <p:spTree>
      <p:nvGrpSpPr>
        <p:cNvPr id="188" name="Shape 188"/>
        <p:cNvGrpSpPr/>
        <p:nvPr/>
      </p:nvGrpSpPr>
      <p:grpSpPr>
        <a:xfrm>
          <a:off x="0" y="0"/>
          <a:ext cx="0" cy="0"/>
          <a:chOff x="0" y="0"/>
          <a:chExt cx="0" cy="0"/>
        </a:xfrm>
      </p:grpSpPr>
      <p:sp>
        <p:nvSpPr>
          <p:cNvPr id="189" name="Google Shape;189;p34"/>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90" name="Google Shape;190;p34"/>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191" name="Google Shape;191;p34"/>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34"/>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 name="Google Shape;193;p34"/>
          <p:cNvSpPr txBox="1"/>
          <p:nvPr>
            <p:ph type="ctrTitle"/>
          </p:nvPr>
        </p:nvSpPr>
        <p:spPr>
          <a:xfrm>
            <a:off x="476250" y="1175975"/>
            <a:ext cx="5848500" cy="15231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Clr>
                <a:schemeClr val="lt1"/>
              </a:buClr>
              <a:buSzPts val="5200"/>
              <a:buNone/>
              <a:defRPr sz="5200">
                <a:solidFill>
                  <a:schemeClr val="lt1"/>
                </a:solidFill>
              </a:defRPr>
            </a:lvl2pPr>
            <a:lvl3pPr lvl="2" rtl="0" algn="ctr">
              <a:spcBef>
                <a:spcPts val="0"/>
              </a:spcBef>
              <a:spcAft>
                <a:spcPts val="0"/>
              </a:spcAft>
              <a:buClr>
                <a:schemeClr val="lt1"/>
              </a:buClr>
              <a:buSzPts val="5200"/>
              <a:buNone/>
              <a:defRPr sz="5200">
                <a:solidFill>
                  <a:schemeClr val="lt1"/>
                </a:solidFill>
              </a:defRPr>
            </a:lvl3pPr>
            <a:lvl4pPr lvl="3" rtl="0" algn="ctr">
              <a:spcBef>
                <a:spcPts val="0"/>
              </a:spcBef>
              <a:spcAft>
                <a:spcPts val="0"/>
              </a:spcAft>
              <a:buClr>
                <a:schemeClr val="lt1"/>
              </a:buClr>
              <a:buSzPts val="5200"/>
              <a:buNone/>
              <a:defRPr sz="5200">
                <a:solidFill>
                  <a:schemeClr val="lt1"/>
                </a:solidFill>
              </a:defRPr>
            </a:lvl4pPr>
            <a:lvl5pPr lvl="4" rtl="0" algn="ctr">
              <a:spcBef>
                <a:spcPts val="0"/>
              </a:spcBef>
              <a:spcAft>
                <a:spcPts val="0"/>
              </a:spcAft>
              <a:buClr>
                <a:schemeClr val="lt1"/>
              </a:buClr>
              <a:buSzPts val="5200"/>
              <a:buNone/>
              <a:defRPr sz="5200">
                <a:solidFill>
                  <a:schemeClr val="lt1"/>
                </a:solidFill>
              </a:defRPr>
            </a:lvl5pPr>
            <a:lvl6pPr lvl="5" rtl="0" algn="ctr">
              <a:spcBef>
                <a:spcPts val="0"/>
              </a:spcBef>
              <a:spcAft>
                <a:spcPts val="0"/>
              </a:spcAft>
              <a:buClr>
                <a:schemeClr val="lt1"/>
              </a:buClr>
              <a:buSzPts val="5200"/>
              <a:buNone/>
              <a:defRPr sz="5200">
                <a:solidFill>
                  <a:schemeClr val="lt1"/>
                </a:solidFill>
              </a:defRPr>
            </a:lvl6pPr>
            <a:lvl7pPr lvl="6" rtl="0" algn="ctr">
              <a:spcBef>
                <a:spcPts val="0"/>
              </a:spcBef>
              <a:spcAft>
                <a:spcPts val="0"/>
              </a:spcAft>
              <a:buClr>
                <a:schemeClr val="lt1"/>
              </a:buClr>
              <a:buSzPts val="5200"/>
              <a:buNone/>
              <a:defRPr sz="5200">
                <a:solidFill>
                  <a:schemeClr val="lt1"/>
                </a:solidFill>
              </a:defRPr>
            </a:lvl7pPr>
            <a:lvl8pPr lvl="7" rtl="0" algn="ctr">
              <a:spcBef>
                <a:spcPts val="0"/>
              </a:spcBef>
              <a:spcAft>
                <a:spcPts val="0"/>
              </a:spcAft>
              <a:buClr>
                <a:schemeClr val="lt1"/>
              </a:buClr>
              <a:buSzPts val="5200"/>
              <a:buNone/>
              <a:defRPr sz="5200">
                <a:solidFill>
                  <a:schemeClr val="lt1"/>
                </a:solidFill>
              </a:defRPr>
            </a:lvl8pPr>
            <a:lvl9pPr lvl="8" rtl="0" algn="ctr">
              <a:spcBef>
                <a:spcPts val="0"/>
              </a:spcBef>
              <a:spcAft>
                <a:spcPts val="0"/>
              </a:spcAft>
              <a:buClr>
                <a:schemeClr val="lt1"/>
              </a:buClr>
              <a:buSzPts val="5200"/>
              <a:buNone/>
              <a:defRPr sz="5200">
                <a:solidFill>
                  <a:schemeClr val="lt1"/>
                </a:solidFill>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and image 2">
  <p:cSld name="CUSTOM_1">
    <p:bg>
      <p:bgPr>
        <a:solidFill>
          <a:srgbClr val="2C3649"/>
        </a:solidFill>
      </p:bgPr>
    </p:bg>
    <p:spTree>
      <p:nvGrpSpPr>
        <p:cNvPr id="194" name="Shape 194"/>
        <p:cNvGrpSpPr/>
        <p:nvPr/>
      </p:nvGrpSpPr>
      <p:grpSpPr>
        <a:xfrm>
          <a:off x="0" y="0"/>
          <a:ext cx="0" cy="0"/>
          <a:chOff x="0" y="0"/>
          <a:chExt cx="0" cy="0"/>
        </a:xfrm>
      </p:grpSpPr>
      <p:sp>
        <p:nvSpPr>
          <p:cNvPr id="195" name="Google Shape;195;p35"/>
          <p:cNvSpPr/>
          <p:nvPr>
            <p:ph idx="2" type="pic"/>
          </p:nvPr>
        </p:nvSpPr>
        <p:spPr>
          <a:xfrm>
            <a:off x="559675" y="1212750"/>
            <a:ext cx="3943500" cy="4711800"/>
          </a:xfrm>
          <a:prstGeom prst="roundRect">
            <a:avLst>
              <a:gd fmla="val 16435" name="adj"/>
            </a:avLst>
          </a:prstGeom>
          <a:noFill/>
          <a:ln>
            <a:noFill/>
          </a:ln>
        </p:spPr>
      </p:sp>
      <p:sp>
        <p:nvSpPr>
          <p:cNvPr id="196" name="Google Shape;196;p35"/>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97" name="Google Shape;197;p35"/>
          <p:cNvSpPr txBox="1"/>
          <p:nvPr>
            <p:ph idx="1" type="body"/>
          </p:nvPr>
        </p:nvSpPr>
        <p:spPr>
          <a:xfrm>
            <a:off x="4993450" y="1719925"/>
            <a:ext cx="3676500" cy="641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198" name="Google Shape;198;p35"/>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199" name="Google Shape;199;p35"/>
          <p:cNvSpPr txBox="1"/>
          <p:nvPr>
            <p:ph idx="3" type="subTitle"/>
          </p:nvPr>
        </p:nvSpPr>
        <p:spPr>
          <a:xfrm>
            <a:off x="4993450" y="1409700"/>
            <a:ext cx="3676500" cy="4002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DAFFA8"/>
              </a:buClr>
              <a:buSzPts val="1400"/>
              <a:buFont typeface="Barlow Semi Condensed Black"/>
              <a:buNone/>
              <a:defRPr sz="1400">
                <a:solidFill>
                  <a:srgbClr val="DAFFA8"/>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arge points">
  <p:cSld name="CUSTOM_5">
    <p:bg>
      <p:bgPr>
        <a:solidFill>
          <a:srgbClr val="2C3649"/>
        </a:solidFill>
      </p:bgPr>
    </p:bg>
    <p:spTree>
      <p:nvGrpSpPr>
        <p:cNvPr id="200" name="Shape 200"/>
        <p:cNvGrpSpPr/>
        <p:nvPr/>
      </p:nvGrpSpPr>
      <p:grpSpPr>
        <a:xfrm>
          <a:off x="0" y="0"/>
          <a:ext cx="0" cy="0"/>
          <a:chOff x="0" y="0"/>
          <a:chExt cx="0" cy="0"/>
        </a:xfrm>
      </p:grpSpPr>
      <p:pic>
        <p:nvPicPr>
          <p:cNvPr id="201" name="Google Shape;201;p36"/>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202" name="Google Shape;202;p36"/>
          <p:cNvSpPr txBox="1"/>
          <p:nvPr>
            <p:ph type="title"/>
          </p:nvPr>
        </p:nvSpPr>
        <p:spPr>
          <a:xfrm>
            <a:off x="495300" y="13898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3" name="Google Shape;203;p36"/>
          <p:cNvSpPr txBox="1"/>
          <p:nvPr>
            <p:ph idx="2" type="title"/>
          </p:nvPr>
        </p:nvSpPr>
        <p:spPr>
          <a:xfrm>
            <a:off x="495300" y="2264050"/>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4" name="Google Shape;204;p36"/>
          <p:cNvSpPr txBox="1"/>
          <p:nvPr>
            <p:ph idx="3" type="title"/>
          </p:nvPr>
        </p:nvSpPr>
        <p:spPr>
          <a:xfrm>
            <a:off x="495300" y="31490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1">
  <p:cSld name="CUSTOM_3">
    <p:bg>
      <p:bgPr>
        <a:solidFill>
          <a:srgbClr val="2C3649"/>
        </a:solidFill>
      </p:bgPr>
    </p:bg>
    <p:spTree>
      <p:nvGrpSpPr>
        <p:cNvPr id="205" name="Shape 205"/>
        <p:cNvGrpSpPr/>
        <p:nvPr/>
      </p:nvGrpSpPr>
      <p:grpSpPr>
        <a:xfrm>
          <a:off x="0" y="0"/>
          <a:ext cx="0" cy="0"/>
          <a:chOff x="0" y="0"/>
          <a:chExt cx="0" cy="0"/>
        </a:xfrm>
      </p:grpSpPr>
      <p:sp>
        <p:nvSpPr>
          <p:cNvPr id="206" name="Google Shape;206;p37"/>
          <p:cNvSpPr/>
          <p:nvPr/>
        </p:nvSpPr>
        <p:spPr>
          <a:xfrm>
            <a:off x="44958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 name="Google Shape;207;p37"/>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000"/>
              <a:buNone/>
              <a:defRPr>
                <a:solidFill>
                  <a:schemeClr val="lt1"/>
                </a:solidFill>
              </a:defRPr>
            </a:lvl2pPr>
            <a:lvl3pPr lvl="2" rtl="0">
              <a:spcBef>
                <a:spcPts val="0"/>
              </a:spcBef>
              <a:spcAft>
                <a:spcPts val="0"/>
              </a:spcAft>
              <a:buClr>
                <a:schemeClr val="lt1"/>
              </a:buClr>
              <a:buSzPts val="3000"/>
              <a:buNone/>
              <a:defRPr>
                <a:solidFill>
                  <a:schemeClr val="lt1"/>
                </a:solidFill>
              </a:defRPr>
            </a:lvl3pPr>
            <a:lvl4pPr lvl="3" rtl="0">
              <a:spcBef>
                <a:spcPts val="0"/>
              </a:spcBef>
              <a:spcAft>
                <a:spcPts val="0"/>
              </a:spcAft>
              <a:buClr>
                <a:schemeClr val="lt1"/>
              </a:buClr>
              <a:buSzPts val="3000"/>
              <a:buNone/>
              <a:defRPr>
                <a:solidFill>
                  <a:schemeClr val="lt1"/>
                </a:solidFill>
              </a:defRPr>
            </a:lvl4pPr>
            <a:lvl5pPr lvl="4" rtl="0">
              <a:spcBef>
                <a:spcPts val="0"/>
              </a:spcBef>
              <a:spcAft>
                <a:spcPts val="0"/>
              </a:spcAft>
              <a:buClr>
                <a:schemeClr val="lt1"/>
              </a:buClr>
              <a:buSzPts val="3000"/>
              <a:buNone/>
              <a:defRPr>
                <a:solidFill>
                  <a:schemeClr val="lt1"/>
                </a:solidFill>
              </a:defRPr>
            </a:lvl5pPr>
            <a:lvl6pPr lvl="5" rtl="0">
              <a:spcBef>
                <a:spcPts val="0"/>
              </a:spcBef>
              <a:spcAft>
                <a:spcPts val="0"/>
              </a:spcAft>
              <a:buClr>
                <a:schemeClr val="lt1"/>
              </a:buClr>
              <a:buSzPts val="3000"/>
              <a:buNone/>
              <a:defRPr>
                <a:solidFill>
                  <a:schemeClr val="lt1"/>
                </a:solidFill>
              </a:defRPr>
            </a:lvl6pPr>
            <a:lvl7pPr lvl="6" rtl="0">
              <a:spcBef>
                <a:spcPts val="0"/>
              </a:spcBef>
              <a:spcAft>
                <a:spcPts val="0"/>
              </a:spcAft>
              <a:buClr>
                <a:schemeClr val="lt1"/>
              </a:buClr>
              <a:buSzPts val="3000"/>
              <a:buNone/>
              <a:defRPr>
                <a:solidFill>
                  <a:schemeClr val="lt1"/>
                </a:solidFill>
              </a:defRPr>
            </a:lvl7pPr>
            <a:lvl8pPr lvl="7" rtl="0">
              <a:spcBef>
                <a:spcPts val="0"/>
              </a:spcBef>
              <a:spcAft>
                <a:spcPts val="0"/>
              </a:spcAft>
              <a:buClr>
                <a:schemeClr val="lt1"/>
              </a:buClr>
              <a:buSzPts val="3000"/>
              <a:buNone/>
              <a:defRPr>
                <a:solidFill>
                  <a:schemeClr val="lt1"/>
                </a:solidFill>
              </a:defRPr>
            </a:lvl8pPr>
            <a:lvl9pPr lvl="8" rtl="0">
              <a:spcBef>
                <a:spcPts val="0"/>
              </a:spcBef>
              <a:spcAft>
                <a:spcPts val="0"/>
              </a:spcAft>
              <a:buClr>
                <a:schemeClr val="lt1"/>
              </a:buClr>
              <a:buSzPts val="3000"/>
              <a:buNone/>
              <a:defRPr>
                <a:solidFill>
                  <a:schemeClr val="lt1"/>
                </a:solidFill>
              </a:defRPr>
            </a:lvl9pPr>
          </a:lstStyle>
          <a:p/>
        </p:txBody>
      </p:sp>
      <p:pic>
        <p:nvPicPr>
          <p:cNvPr id="208" name="Google Shape;208;p37"/>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09" name="Google Shape;209;p37"/>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0" name="Google Shape;210;p37"/>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ur boxes">
  <p:cSld name="CUSTOM_13">
    <p:bg>
      <p:bgPr>
        <a:solidFill>
          <a:srgbClr val="F7F5F0"/>
        </a:solidFill>
      </p:bgPr>
    </p:bg>
    <p:spTree>
      <p:nvGrpSpPr>
        <p:cNvPr id="211" name="Shape 211"/>
        <p:cNvGrpSpPr/>
        <p:nvPr/>
      </p:nvGrpSpPr>
      <p:grpSpPr>
        <a:xfrm>
          <a:off x="0" y="0"/>
          <a:ext cx="0" cy="0"/>
          <a:chOff x="0" y="0"/>
          <a:chExt cx="0" cy="0"/>
        </a:xfrm>
      </p:grpSpPr>
      <p:sp>
        <p:nvSpPr>
          <p:cNvPr id="212" name="Google Shape;212;p38"/>
          <p:cNvSpPr/>
          <p:nvPr/>
        </p:nvSpPr>
        <p:spPr>
          <a:xfrm>
            <a:off x="562492"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 name="Google Shape;213;p38"/>
          <p:cNvSpPr/>
          <p:nvPr/>
        </p:nvSpPr>
        <p:spPr>
          <a:xfrm>
            <a:off x="2606391"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 name="Google Shape;214;p38"/>
          <p:cNvSpPr/>
          <p:nvPr/>
        </p:nvSpPr>
        <p:spPr>
          <a:xfrm>
            <a:off x="4650290"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 name="Google Shape;215;p38"/>
          <p:cNvSpPr/>
          <p:nvPr/>
        </p:nvSpPr>
        <p:spPr>
          <a:xfrm>
            <a:off x="6694188"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16" name="Google Shape;216;p38"/>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17" name="Google Shape;217;p38"/>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218" name="Google Shape;218;p38"/>
          <p:cNvSpPr txBox="1"/>
          <p:nvPr>
            <p:ph idx="1" type="body"/>
          </p:nvPr>
        </p:nvSpPr>
        <p:spPr>
          <a:xfrm>
            <a:off x="562525"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9" name="Google Shape;219;p38"/>
          <p:cNvSpPr txBox="1"/>
          <p:nvPr>
            <p:ph idx="2" type="body"/>
          </p:nvPr>
        </p:nvSpPr>
        <p:spPr>
          <a:xfrm>
            <a:off x="26064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0" name="Google Shape;220;p38"/>
          <p:cNvSpPr txBox="1"/>
          <p:nvPr>
            <p:ph idx="3" type="body"/>
          </p:nvPr>
        </p:nvSpPr>
        <p:spPr>
          <a:xfrm>
            <a:off x="46503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1" name="Google Shape;221;p38"/>
          <p:cNvSpPr txBox="1"/>
          <p:nvPr>
            <p:ph idx="4" type="body"/>
          </p:nvPr>
        </p:nvSpPr>
        <p:spPr>
          <a:xfrm>
            <a:off x="66942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2">
  <p:cSld name="CUSTOM_3_1">
    <p:bg>
      <p:bgPr>
        <a:solidFill>
          <a:srgbClr val="2C3649"/>
        </a:solidFill>
      </p:bgPr>
    </p:bg>
    <p:spTree>
      <p:nvGrpSpPr>
        <p:cNvPr id="222" name="Shape 222"/>
        <p:cNvGrpSpPr/>
        <p:nvPr/>
      </p:nvGrpSpPr>
      <p:grpSpPr>
        <a:xfrm>
          <a:off x="0" y="0"/>
          <a:ext cx="0" cy="0"/>
          <a:chOff x="0" y="0"/>
          <a:chExt cx="0" cy="0"/>
        </a:xfrm>
      </p:grpSpPr>
      <p:sp>
        <p:nvSpPr>
          <p:cNvPr id="223" name="Google Shape;223;p39"/>
          <p:cNvSpPr/>
          <p:nvPr/>
        </p:nvSpPr>
        <p:spPr>
          <a:xfrm>
            <a:off x="-96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 name="Google Shape;224;p39"/>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Clr>
                <a:srgbClr val="2C3649"/>
              </a:buClr>
              <a:buSzPts val="3000"/>
              <a:buNone/>
              <a:defRPr>
                <a:solidFill>
                  <a:srgbClr val="2C3649"/>
                </a:solidFill>
              </a:defRPr>
            </a:lvl2pPr>
            <a:lvl3pPr lvl="2" rtl="0">
              <a:spcBef>
                <a:spcPts val="0"/>
              </a:spcBef>
              <a:spcAft>
                <a:spcPts val="0"/>
              </a:spcAft>
              <a:buClr>
                <a:srgbClr val="2C3649"/>
              </a:buClr>
              <a:buSzPts val="3000"/>
              <a:buNone/>
              <a:defRPr>
                <a:solidFill>
                  <a:srgbClr val="2C3649"/>
                </a:solidFill>
              </a:defRPr>
            </a:lvl3pPr>
            <a:lvl4pPr lvl="3" rtl="0">
              <a:spcBef>
                <a:spcPts val="0"/>
              </a:spcBef>
              <a:spcAft>
                <a:spcPts val="0"/>
              </a:spcAft>
              <a:buClr>
                <a:srgbClr val="2C3649"/>
              </a:buClr>
              <a:buSzPts val="3000"/>
              <a:buNone/>
              <a:defRPr>
                <a:solidFill>
                  <a:srgbClr val="2C3649"/>
                </a:solidFill>
              </a:defRPr>
            </a:lvl4pPr>
            <a:lvl5pPr lvl="4" rtl="0">
              <a:spcBef>
                <a:spcPts val="0"/>
              </a:spcBef>
              <a:spcAft>
                <a:spcPts val="0"/>
              </a:spcAft>
              <a:buClr>
                <a:srgbClr val="2C3649"/>
              </a:buClr>
              <a:buSzPts val="3000"/>
              <a:buNone/>
              <a:defRPr>
                <a:solidFill>
                  <a:srgbClr val="2C3649"/>
                </a:solidFill>
              </a:defRPr>
            </a:lvl5pPr>
            <a:lvl6pPr lvl="5" rtl="0">
              <a:spcBef>
                <a:spcPts val="0"/>
              </a:spcBef>
              <a:spcAft>
                <a:spcPts val="0"/>
              </a:spcAft>
              <a:buClr>
                <a:srgbClr val="2C3649"/>
              </a:buClr>
              <a:buSzPts val="3000"/>
              <a:buNone/>
              <a:defRPr>
                <a:solidFill>
                  <a:srgbClr val="2C3649"/>
                </a:solidFill>
              </a:defRPr>
            </a:lvl6pPr>
            <a:lvl7pPr lvl="6" rtl="0">
              <a:spcBef>
                <a:spcPts val="0"/>
              </a:spcBef>
              <a:spcAft>
                <a:spcPts val="0"/>
              </a:spcAft>
              <a:buClr>
                <a:srgbClr val="2C3649"/>
              </a:buClr>
              <a:buSzPts val="3000"/>
              <a:buNone/>
              <a:defRPr>
                <a:solidFill>
                  <a:srgbClr val="2C3649"/>
                </a:solidFill>
              </a:defRPr>
            </a:lvl7pPr>
            <a:lvl8pPr lvl="7" rtl="0">
              <a:spcBef>
                <a:spcPts val="0"/>
              </a:spcBef>
              <a:spcAft>
                <a:spcPts val="0"/>
              </a:spcAft>
              <a:buClr>
                <a:srgbClr val="2C3649"/>
              </a:buClr>
              <a:buSzPts val="3000"/>
              <a:buNone/>
              <a:defRPr>
                <a:solidFill>
                  <a:srgbClr val="2C3649"/>
                </a:solidFill>
              </a:defRPr>
            </a:lvl8pPr>
            <a:lvl9pPr lvl="8" rtl="0">
              <a:spcBef>
                <a:spcPts val="0"/>
              </a:spcBef>
              <a:spcAft>
                <a:spcPts val="0"/>
              </a:spcAft>
              <a:buClr>
                <a:srgbClr val="2C3649"/>
              </a:buClr>
              <a:buSzPts val="3000"/>
              <a:buNone/>
              <a:defRPr>
                <a:solidFill>
                  <a:srgbClr val="2C3649"/>
                </a:solidFill>
              </a:defRPr>
            </a:lvl9pPr>
          </a:lstStyle>
          <a:p/>
        </p:txBody>
      </p:sp>
      <p:sp>
        <p:nvSpPr>
          <p:cNvPr id="225" name="Google Shape;225;p39"/>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
        <p:nvSpPr>
          <p:cNvPr id="226" name="Google Shape;226;p39"/>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227" name="Google Shape;227;p39"/>
          <p:cNvPicPr preferRelativeResize="0"/>
          <p:nvPr/>
        </p:nvPicPr>
        <p:blipFill>
          <a:blip r:embed="rId2">
            <a:alphaModFix/>
          </a:blip>
          <a:stretch>
            <a:fillRect/>
          </a:stretch>
        </p:blipFill>
        <p:spPr>
          <a:xfrm>
            <a:off x="8382800" y="229400"/>
            <a:ext cx="532601" cy="532601"/>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End Slide Navy">
  <p:cSld name="CUSTOM_15">
    <p:bg>
      <p:bgPr>
        <a:solidFill>
          <a:srgbClr val="2C3649"/>
        </a:solidFill>
      </p:bgPr>
    </p:bg>
    <p:spTree>
      <p:nvGrpSpPr>
        <p:cNvPr id="228" name="Shape 228"/>
        <p:cNvGrpSpPr/>
        <p:nvPr/>
      </p:nvGrpSpPr>
      <p:grpSpPr>
        <a:xfrm>
          <a:off x="0" y="0"/>
          <a:ext cx="0" cy="0"/>
          <a:chOff x="0" y="0"/>
          <a:chExt cx="0" cy="0"/>
        </a:xfrm>
      </p:grpSpPr>
      <p:sp>
        <p:nvSpPr>
          <p:cNvPr id="229" name="Google Shape;229;p40"/>
          <p:cNvSpPr txBox="1"/>
          <p:nvPr>
            <p:ph type="title"/>
          </p:nvPr>
        </p:nvSpPr>
        <p:spPr>
          <a:xfrm>
            <a:off x="476250" y="410775"/>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400"/>
              <a:buNone/>
              <a:defRPr sz="3400">
                <a:solidFill>
                  <a:schemeClr val="lt1"/>
                </a:solidFill>
              </a:defRPr>
            </a:lvl2pPr>
            <a:lvl3pPr lvl="2" rtl="0">
              <a:spcBef>
                <a:spcPts val="0"/>
              </a:spcBef>
              <a:spcAft>
                <a:spcPts val="0"/>
              </a:spcAft>
              <a:buClr>
                <a:schemeClr val="lt1"/>
              </a:buClr>
              <a:buSzPts val="3400"/>
              <a:buNone/>
              <a:defRPr sz="3400">
                <a:solidFill>
                  <a:schemeClr val="lt1"/>
                </a:solidFill>
              </a:defRPr>
            </a:lvl3pPr>
            <a:lvl4pPr lvl="3" rtl="0">
              <a:spcBef>
                <a:spcPts val="0"/>
              </a:spcBef>
              <a:spcAft>
                <a:spcPts val="0"/>
              </a:spcAft>
              <a:buClr>
                <a:schemeClr val="lt1"/>
              </a:buClr>
              <a:buSzPts val="3400"/>
              <a:buNone/>
              <a:defRPr sz="3400">
                <a:solidFill>
                  <a:schemeClr val="lt1"/>
                </a:solidFill>
              </a:defRPr>
            </a:lvl4pPr>
            <a:lvl5pPr lvl="4" rtl="0">
              <a:spcBef>
                <a:spcPts val="0"/>
              </a:spcBef>
              <a:spcAft>
                <a:spcPts val="0"/>
              </a:spcAft>
              <a:buClr>
                <a:schemeClr val="lt1"/>
              </a:buClr>
              <a:buSzPts val="3400"/>
              <a:buNone/>
              <a:defRPr sz="3400">
                <a:solidFill>
                  <a:schemeClr val="lt1"/>
                </a:solidFill>
              </a:defRPr>
            </a:lvl5pPr>
            <a:lvl6pPr lvl="5" rtl="0">
              <a:spcBef>
                <a:spcPts val="0"/>
              </a:spcBef>
              <a:spcAft>
                <a:spcPts val="0"/>
              </a:spcAft>
              <a:buClr>
                <a:schemeClr val="lt1"/>
              </a:buClr>
              <a:buSzPts val="3400"/>
              <a:buNone/>
              <a:defRPr sz="3400">
                <a:solidFill>
                  <a:schemeClr val="lt1"/>
                </a:solidFill>
              </a:defRPr>
            </a:lvl6pPr>
            <a:lvl7pPr lvl="6" rtl="0">
              <a:spcBef>
                <a:spcPts val="0"/>
              </a:spcBef>
              <a:spcAft>
                <a:spcPts val="0"/>
              </a:spcAft>
              <a:buClr>
                <a:schemeClr val="lt1"/>
              </a:buClr>
              <a:buSzPts val="3400"/>
              <a:buNone/>
              <a:defRPr sz="3400">
                <a:solidFill>
                  <a:schemeClr val="lt1"/>
                </a:solidFill>
              </a:defRPr>
            </a:lvl7pPr>
            <a:lvl8pPr lvl="7" rtl="0">
              <a:spcBef>
                <a:spcPts val="0"/>
              </a:spcBef>
              <a:spcAft>
                <a:spcPts val="0"/>
              </a:spcAft>
              <a:buClr>
                <a:schemeClr val="lt1"/>
              </a:buClr>
              <a:buSzPts val="3400"/>
              <a:buNone/>
              <a:defRPr sz="3400">
                <a:solidFill>
                  <a:schemeClr val="lt1"/>
                </a:solidFill>
              </a:defRPr>
            </a:lvl8pPr>
            <a:lvl9pPr lvl="8" rtl="0">
              <a:spcBef>
                <a:spcPts val="0"/>
              </a:spcBef>
              <a:spcAft>
                <a:spcPts val="0"/>
              </a:spcAft>
              <a:buClr>
                <a:schemeClr val="lt1"/>
              </a:buClr>
              <a:buSzPts val="3400"/>
              <a:buNone/>
              <a:defRPr sz="3400">
                <a:solidFill>
                  <a:schemeClr val="lt1"/>
                </a:solidFill>
              </a:defRPr>
            </a:lvl9pPr>
          </a:lstStyle>
          <a:p/>
        </p:txBody>
      </p:sp>
      <p:sp>
        <p:nvSpPr>
          <p:cNvPr id="230" name="Google Shape;230;p40"/>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31" name="Google Shape;231;p40"/>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232" name="Google Shape;232;p40"/>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 name="Google Shape;233;p40"/>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with subtitle">
  <p:cSld name="SECTION_HEADER_2">
    <p:bg>
      <p:bgPr>
        <a:gradFill>
          <a:gsLst>
            <a:gs pos="0">
              <a:schemeClr val="accent2"/>
            </a:gs>
            <a:gs pos="100000">
              <a:schemeClr val="accent4"/>
            </a:gs>
          </a:gsLst>
          <a:lin ang="5400012" scaled="0"/>
        </a:gradFill>
      </p:bgPr>
    </p:bg>
    <p:spTree>
      <p:nvGrpSpPr>
        <p:cNvPr id="234" name="Shape 234"/>
        <p:cNvGrpSpPr/>
        <p:nvPr/>
      </p:nvGrpSpPr>
      <p:grpSpPr>
        <a:xfrm>
          <a:off x="0" y="0"/>
          <a:ext cx="0" cy="0"/>
          <a:chOff x="0" y="0"/>
          <a:chExt cx="0" cy="0"/>
        </a:xfrm>
      </p:grpSpPr>
      <p:sp>
        <p:nvSpPr>
          <p:cNvPr id="235" name="Google Shape;235;p4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6" name="Google Shape;236;p41"/>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37" name="Google Shape;237;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38" name="Google Shape;238;p41"/>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pic>
        <p:nvPicPr>
          <p:cNvPr id="239" name="Google Shape;239;p41"/>
          <p:cNvPicPr preferRelativeResize="0"/>
          <p:nvPr/>
        </p:nvPicPr>
        <p:blipFill>
          <a:blip r:embed="rId3">
            <a:alphaModFix/>
          </a:blip>
          <a:stretch>
            <a:fillRect/>
          </a:stretch>
        </p:blipFill>
        <p:spPr>
          <a:xfrm>
            <a:off x="705581" y="4235025"/>
            <a:ext cx="2575105" cy="393600"/>
          </a:xfrm>
          <a:prstGeom prst="rect">
            <a:avLst/>
          </a:prstGeom>
          <a:noFill/>
          <a:ln>
            <a:noFill/>
          </a:ln>
        </p:spPr>
      </p:pic>
      <p:sp>
        <p:nvSpPr>
          <p:cNvPr id="240" name="Google Shape;240;p41"/>
          <p:cNvSpPr txBox="1"/>
          <p:nvPr/>
        </p:nvSpPr>
        <p:spPr>
          <a:xfrm>
            <a:off x="3444200" y="4217600"/>
            <a:ext cx="5376000" cy="4311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600">
                <a:solidFill>
                  <a:srgbClr val="FFFFFF"/>
                </a:solidFill>
                <a:latin typeface="Roboto Slab Light"/>
                <a:ea typeface="Roboto Slab Light"/>
                <a:cs typeface="Roboto Slab Light"/>
                <a:sym typeface="Roboto Slab Light"/>
              </a:rPr>
              <a:t>Governing Board CONFIDENTIAL</a:t>
            </a:r>
            <a:endParaRPr sz="1600">
              <a:solidFill>
                <a:srgbClr val="FFFFFF"/>
              </a:solidFill>
              <a:latin typeface="Roboto Slab Light"/>
              <a:ea typeface="Roboto Slab Light"/>
              <a:cs typeface="Roboto Slab Light"/>
              <a:sym typeface="Roboto Slab Light"/>
            </a:endParaRPr>
          </a:p>
        </p:txBody>
      </p:sp>
      <p:sp>
        <p:nvSpPr>
          <p:cNvPr id="241" name="Google Shape;241;p41"/>
          <p:cNvSpPr txBox="1"/>
          <p:nvPr>
            <p:ph idx="1" type="subTitle"/>
          </p:nvPr>
        </p:nvSpPr>
        <p:spPr>
          <a:xfrm>
            <a:off x="598100" y="2991150"/>
            <a:ext cx="8375100" cy="4689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on Left">
  <p:cSld name="SECTION_TITLE_AND_DESCRIPTION_1">
    <p:spTree>
      <p:nvGrpSpPr>
        <p:cNvPr id="242" name="Shape 242"/>
        <p:cNvGrpSpPr/>
        <p:nvPr/>
      </p:nvGrpSpPr>
      <p:grpSpPr>
        <a:xfrm>
          <a:off x="0" y="0"/>
          <a:ext cx="0" cy="0"/>
          <a:chOff x="0" y="0"/>
          <a:chExt cx="0" cy="0"/>
        </a:xfrm>
      </p:grpSpPr>
      <p:sp>
        <p:nvSpPr>
          <p:cNvPr id="243" name="Google Shape;243;p4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244" name="Google Shape;244;p4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245" name="Google Shape;245;p4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46" name="Google Shape;246;p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47" name="Google Shape;247;p4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48" name="Google Shape;248;p42"/>
          <p:cNvPicPr preferRelativeResize="0"/>
          <p:nvPr/>
        </p:nvPicPr>
        <p:blipFill>
          <a:blip r:embed="rId3">
            <a:alphaModFix/>
          </a:blip>
          <a:stretch>
            <a:fillRect/>
          </a:stretch>
        </p:blipFill>
        <p:spPr>
          <a:xfrm>
            <a:off x="190331" y="4233328"/>
            <a:ext cx="2575265" cy="393600"/>
          </a:xfrm>
          <a:prstGeom prst="rect">
            <a:avLst/>
          </a:prstGeom>
          <a:noFill/>
          <a:ln>
            <a:noFill/>
          </a:ln>
        </p:spPr>
      </p:pic>
      <p:sp>
        <p:nvSpPr>
          <p:cNvPr id="249" name="Google Shape;249;p42"/>
          <p:cNvSpPr txBox="1"/>
          <p:nvPr/>
        </p:nvSpPr>
        <p:spPr>
          <a:xfrm>
            <a:off x="190325" y="4632450"/>
            <a:ext cx="5376000" cy="431100"/>
          </a:xfrm>
          <a:prstGeom prst="rect">
            <a:avLst/>
          </a:prstGeom>
          <a:noFill/>
          <a:ln>
            <a:noFill/>
          </a:ln>
        </p:spPr>
        <p:txBody>
          <a:bodyPr anchorCtr="0" anchor="ctr" bIns="91425" lIns="0" spcFirstLastPara="1" rIns="91425" wrap="square" tIns="91425">
            <a:noAutofit/>
          </a:bodyPr>
          <a:lstStyle/>
          <a:p>
            <a:pPr indent="0" lvl="0" marL="0" rtl="0" algn="l">
              <a:spcBef>
                <a:spcPts val="0"/>
              </a:spcBef>
              <a:spcAft>
                <a:spcPts val="0"/>
              </a:spcAft>
              <a:buNone/>
            </a:pPr>
            <a:r>
              <a:rPr lang="en" sz="1600">
                <a:latin typeface="Roboto Slab Light"/>
                <a:ea typeface="Roboto Slab Light"/>
                <a:cs typeface="Roboto Slab Light"/>
                <a:sym typeface="Roboto Slab Light"/>
              </a:rPr>
              <a:t>Governing Board CONFIDENTIAL</a:t>
            </a:r>
            <a:endParaRPr sz="1600">
              <a:latin typeface="Roboto Slab Light"/>
              <a:ea typeface="Roboto Slab Light"/>
              <a:cs typeface="Roboto Slab Light"/>
              <a:sym typeface="Roboto Slab Light"/>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Slide_1">
    <p:bg>
      <p:bgPr>
        <a:blipFill>
          <a:blip r:embed="rId2">
            <a:alphaModFix/>
          </a:blip>
          <a:stretch>
            <a:fillRect/>
          </a:stretch>
        </a:blipFill>
      </p:bgPr>
    </p:bg>
    <p:spTree>
      <p:nvGrpSpPr>
        <p:cNvPr id="250" name="Shape 250"/>
        <p:cNvGrpSpPr/>
        <p:nvPr/>
      </p:nvGrpSpPr>
      <p:grpSpPr>
        <a:xfrm>
          <a:off x="0" y="0"/>
          <a:ext cx="0" cy="0"/>
          <a:chOff x="0" y="0"/>
          <a:chExt cx="0" cy="0"/>
        </a:xfrm>
      </p:grpSpPr>
      <p:pic>
        <p:nvPicPr>
          <p:cNvPr id="251" name="Google Shape;251;p43"/>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252" name="Google Shape;252;p43"/>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253" name="Google Shape;253;p43"/>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254" name="Google Shape;254;p43"/>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255" name="Shape 255"/>
        <p:cNvGrpSpPr/>
        <p:nvPr/>
      </p:nvGrpSpPr>
      <p:grpSpPr>
        <a:xfrm>
          <a:off x="0" y="0"/>
          <a:ext cx="0" cy="0"/>
          <a:chOff x="0" y="0"/>
          <a:chExt cx="0" cy="0"/>
        </a:xfrm>
      </p:grpSpPr>
      <p:pic>
        <p:nvPicPr>
          <p:cNvPr id="256" name="Google Shape;256;p4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57" name="Google Shape;257;p44"/>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8" name="Google Shape;258;p44"/>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59" name="Shape 25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0" name="Shape 260"/>
        <p:cNvGrpSpPr/>
        <p:nvPr/>
      </p:nvGrpSpPr>
      <p:grpSpPr>
        <a:xfrm>
          <a:off x="0" y="0"/>
          <a:ext cx="0" cy="0"/>
          <a:chOff x="0" y="0"/>
          <a:chExt cx="0" cy="0"/>
        </a:xfrm>
      </p:grpSpPr>
      <p:pic>
        <p:nvPicPr>
          <p:cNvPr descr="A black and white text&#10;&#10;Description automatically generated" id="261" name="Google Shape;261;p4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2" name="Google Shape;262;p4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263" name="Shape 263"/>
        <p:cNvGrpSpPr/>
        <p:nvPr/>
      </p:nvGrpSpPr>
      <p:grpSpPr>
        <a:xfrm>
          <a:off x="0" y="0"/>
          <a:ext cx="0" cy="0"/>
          <a:chOff x="0" y="0"/>
          <a:chExt cx="0" cy="0"/>
        </a:xfrm>
      </p:grpSpPr>
      <p:sp>
        <p:nvSpPr>
          <p:cNvPr id="264" name="Google Shape;264;p4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5" name="Google Shape;265;p4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6" name="Google Shape;266;p4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267" name="Shape 267"/>
        <p:cNvGrpSpPr/>
        <p:nvPr/>
      </p:nvGrpSpPr>
      <p:grpSpPr>
        <a:xfrm>
          <a:off x="0" y="0"/>
          <a:ext cx="0" cy="0"/>
          <a:chOff x="0" y="0"/>
          <a:chExt cx="0" cy="0"/>
        </a:xfrm>
      </p:grpSpPr>
      <p:pic>
        <p:nvPicPr>
          <p:cNvPr id="268" name="Google Shape;268;p4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69" name="Google Shape;269;p4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270" name="Google Shape;270;p4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271" name="Shape 271"/>
        <p:cNvGrpSpPr/>
        <p:nvPr/>
      </p:nvGrpSpPr>
      <p:grpSpPr>
        <a:xfrm>
          <a:off x="0" y="0"/>
          <a:ext cx="0" cy="0"/>
          <a:chOff x="0" y="0"/>
          <a:chExt cx="0" cy="0"/>
        </a:xfrm>
      </p:grpSpPr>
      <p:sp>
        <p:nvSpPr>
          <p:cNvPr id="272" name="Google Shape;272;p4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3" name="Google Shape;273;p4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4" name="Google Shape;274;p4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275" name="Shape 275"/>
        <p:cNvGrpSpPr/>
        <p:nvPr/>
      </p:nvGrpSpPr>
      <p:grpSpPr>
        <a:xfrm>
          <a:off x="0" y="0"/>
          <a:ext cx="0" cy="0"/>
          <a:chOff x="0" y="0"/>
          <a:chExt cx="0" cy="0"/>
        </a:xfrm>
      </p:grpSpPr>
      <p:pic>
        <p:nvPicPr>
          <p:cNvPr descr="A black and white text&#10;&#10;Description automatically generated" id="276" name="Google Shape;276;p50"/>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7" name="Google Shape;277;p50"/>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78" name="Google Shape;278;p50"/>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79" name="Google Shape;279;p50"/>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1">
  <p:cSld name="8_Title and Content_4">
    <p:bg>
      <p:bgPr>
        <a:blipFill>
          <a:blip r:embed="rId2">
            <a:alphaModFix/>
          </a:blip>
          <a:stretch>
            <a:fillRect/>
          </a:stretch>
        </a:blipFill>
      </p:bgPr>
    </p:bg>
    <p:spTree>
      <p:nvGrpSpPr>
        <p:cNvPr id="280" name="Shape 280"/>
        <p:cNvGrpSpPr/>
        <p:nvPr/>
      </p:nvGrpSpPr>
      <p:grpSpPr>
        <a:xfrm>
          <a:off x="0" y="0"/>
          <a:ext cx="0" cy="0"/>
          <a:chOff x="0" y="0"/>
          <a:chExt cx="0" cy="0"/>
        </a:xfrm>
      </p:grpSpPr>
      <p:pic>
        <p:nvPicPr>
          <p:cNvPr descr="A black and white text&#10;&#10;Description automatically generated" id="281" name="Google Shape;281;p5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82" name="Google Shape;282;p5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83" name="Google Shape;283;p5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288" name="Shape 288"/>
        <p:cNvGrpSpPr/>
        <p:nvPr/>
      </p:nvGrpSpPr>
      <p:grpSpPr>
        <a:xfrm>
          <a:off x="0" y="0"/>
          <a:ext cx="0" cy="0"/>
          <a:chOff x="0" y="0"/>
          <a:chExt cx="0" cy="0"/>
        </a:xfrm>
      </p:grpSpPr>
      <p:sp>
        <p:nvSpPr>
          <p:cNvPr id="289" name="Google Shape;289;p5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0" name="Google Shape;290;p5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1" name="Google Shape;291;p5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2" name="Google Shape;292;p5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3" name="Google Shape;293;p5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4" name="Google Shape;294;p5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295" name="Google Shape;295;p5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6" name="Google Shape;296;p5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297" name="Shape 297"/>
        <p:cNvGrpSpPr/>
        <p:nvPr/>
      </p:nvGrpSpPr>
      <p:grpSpPr>
        <a:xfrm>
          <a:off x="0" y="0"/>
          <a:ext cx="0" cy="0"/>
          <a:chOff x="0" y="0"/>
          <a:chExt cx="0" cy="0"/>
        </a:xfrm>
      </p:grpSpPr>
      <p:sp>
        <p:nvSpPr>
          <p:cNvPr id="298" name="Google Shape;298;p5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99" name="Google Shape;299;p5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0" name="Google Shape;300;p5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1" name="Google Shape;301;p5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02" name="Google Shape;302;p5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03" name="Google Shape;303;p5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304" name="Google Shape;304;p5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305" name="Shape 305"/>
        <p:cNvGrpSpPr/>
        <p:nvPr/>
      </p:nvGrpSpPr>
      <p:grpSpPr>
        <a:xfrm>
          <a:off x="0" y="0"/>
          <a:ext cx="0" cy="0"/>
          <a:chOff x="0" y="0"/>
          <a:chExt cx="0" cy="0"/>
        </a:xfrm>
      </p:grpSpPr>
      <p:sp>
        <p:nvSpPr>
          <p:cNvPr id="306" name="Google Shape;306;p5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07" name="Google Shape;307;p5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8" name="Google Shape;308;p5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9" name="Google Shape;309;p5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0" name="Google Shape;310;p5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1" name="Google Shape;311;p5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12" name="Google Shape;312;p5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13" name="Shape 313"/>
        <p:cNvGrpSpPr/>
        <p:nvPr/>
      </p:nvGrpSpPr>
      <p:grpSpPr>
        <a:xfrm>
          <a:off x="0" y="0"/>
          <a:ext cx="0" cy="0"/>
          <a:chOff x="0" y="0"/>
          <a:chExt cx="0" cy="0"/>
        </a:xfrm>
      </p:grpSpPr>
      <p:sp>
        <p:nvSpPr>
          <p:cNvPr id="314" name="Google Shape;314;p5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5" name="Google Shape;315;p5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16" name="Google Shape;316;p5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17" name="Google Shape;317;p5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18" name="Google Shape;318;p5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319" name="Shape 319"/>
        <p:cNvGrpSpPr/>
        <p:nvPr/>
      </p:nvGrpSpPr>
      <p:grpSpPr>
        <a:xfrm>
          <a:off x="0" y="0"/>
          <a:ext cx="0" cy="0"/>
          <a:chOff x="0" y="0"/>
          <a:chExt cx="0" cy="0"/>
        </a:xfrm>
      </p:grpSpPr>
      <p:sp>
        <p:nvSpPr>
          <p:cNvPr id="320" name="Google Shape;320;p5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1" name="Google Shape;321;p5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2" name="Google Shape;322;p5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3" name="Google Shape;323;p5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324" name="Shape 324"/>
        <p:cNvGrpSpPr/>
        <p:nvPr/>
      </p:nvGrpSpPr>
      <p:grpSpPr>
        <a:xfrm>
          <a:off x="0" y="0"/>
          <a:ext cx="0" cy="0"/>
          <a:chOff x="0" y="0"/>
          <a:chExt cx="0" cy="0"/>
        </a:xfrm>
      </p:grpSpPr>
      <p:sp>
        <p:nvSpPr>
          <p:cNvPr id="325" name="Google Shape;325;p5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6" name="Google Shape;326;p5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7" name="Google Shape;327;p5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8" name="Google Shape;328;p5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329" name="Shape 329"/>
        <p:cNvGrpSpPr/>
        <p:nvPr/>
      </p:nvGrpSpPr>
      <p:grpSpPr>
        <a:xfrm>
          <a:off x="0" y="0"/>
          <a:ext cx="0" cy="0"/>
          <a:chOff x="0" y="0"/>
          <a:chExt cx="0" cy="0"/>
        </a:xfrm>
      </p:grpSpPr>
      <p:sp>
        <p:nvSpPr>
          <p:cNvPr id="330" name="Google Shape;330;p5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31" name="Google Shape;331;p5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2" name="Google Shape;332;p5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3" name="Google Shape;333;p5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334" name="Google Shape;334;p59"/>
          <p:cNvGrpSpPr/>
          <p:nvPr/>
        </p:nvGrpSpPr>
        <p:grpSpPr>
          <a:xfrm>
            <a:off x="6971838" y="-12"/>
            <a:ext cx="2174881" cy="1450030"/>
            <a:chOff x="6098378" y="5"/>
            <a:chExt cx="3045625" cy="2030570"/>
          </a:xfrm>
        </p:grpSpPr>
        <p:sp>
          <p:nvSpPr>
            <p:cNvPr id="335" name="Google Shape;335;p5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6" name="Google Shape;336;p5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7" name="Google Shape;337;p5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8" name="Google Shape;338;p5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339" name="Google Shape;339;p5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340" name="Google Shape;340;p5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41" name="Shape 341"/>
        <p:cNvGrpSpPr/>
        <p:nvPr/>
      </p:nvGrpSpPr>
      <p:grpSpPr>
        <a:xfrm>
          <a:off x="0" y="0"/>
          <a:ext cx="0" cy="0"/>
          <a:chOff x="0" y="0"/>
          <a:chExt cx="0" cy="0"/>
        </a:xfrm>
      </p:grpSpPr>
      <p:sp>
        <p:nvSpPr>
          <p:cNvPr id="342" name="Google Shape;342;p6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3" name="Google Shape;343;p6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4" name="Google Shape;344;p6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45" name="Google Shape;345;p6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46" name="Google Shape;346;p6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7" name="Google Shape;347;p6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48" name="Google Shape;348;p6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49" name="Shape 349"/>
        <p:cNvGrpSpPr/>
        <p:nvPr/>
      </p:nvGrpSpPr>
      <p:grpSpPr>
        <a:xfrm>
          <a:off x="0" y="0"/>
          <a:ext cx="0" cy="0"/>
          <a:chOff x="0" y="0"/>
          <a:chExt cx="0" cy="0"/>
        </a:xfrm>
      </p:grpSpPr>
      <p:sp>
        <p:nvSpPr>
          <p:cNvPr id="350" name="Google Shape;350;p6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51" name="Google Shape;351;p6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2" name="Google Shape;352;p6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3" name="Shape 353"/>
        <p:cNvGrpSpPr/>
        <p:nvPr/>
      </p:nvGrpSpPr>
      <p:grpSpPr>
        <a:xfrm>
          <a:off x="0" y="0"/>
          <a:ext cx="0" cy="0"/>
          <a:chOff x="0" y="0"/>
          <a:chExt cx="0" cy="0"/>
        </a:xfrm>
      </p:grpSpPr>
      <p:sp>
        <p:nvSpPr>
          <p:cNvPr id="354" name="Google Shape;354;p62"/>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5" name="Google Shape;355;p6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356" name="Google Shape;356;p6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357" name="Google Shape;357;p6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358" name="Google Shape;358;p6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9" name="Google Shape;359;p6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360" name="Google Shape;360;p62"/>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361" name="Shape 361"/>
        <p:cNvGrpSpPr/>
        <p:nvPr/>
      </p:nvGrpSpPr>
      <p:grpSpPr>
        <a:xfrm>
          <a:off x="0" y="0"/>
          <a:ext cx="0" cy="0"/>
          <a:chOff x="0" y="0"/>
          <a:chExt cx="0" cy="0"/>
        </a:xfrm>
      </p:grpSpPr>
      <p:grpSp>
        <p:nvGrpSpPr>
          <p:cNvPr id="362" name="Google Shape;362;p63"/>
          <p:cNvGrpSpPr/>
          <p:nvPr/>
        </p:nvGrpSpPr>
        <p:grpSpPr>
          <a:xfrm>
            <a:off x="6098378" y="5"/>
            <a:ext cx="3045625" cy="2030570"/>
            <a:chOff x="6098378" y="5"/>
            <a:chExt cx="3045625" cy="2030570"/>
          </a:xfrm>
        </p:grpSpPr>
        <p:sp>
          <p:nvSpPr>
            <p:cNvPr id="363" name="Google Shape;363;p6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4" name="Google Shape;364;p6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5" name="Google Shape;365;p6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6" name="Google Shape;366;p6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367" name="Google Shape;367;p63"/>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368" name="Google Shape;368;p63"/>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369" name="Google Shape;369;p6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70" name="Google Shape;370;p6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71" name="Shape 371"/>
        <p:cNvGrpSpPr/>
        <p:nvPr/>
      </p:nvGrpSpPr>
      <p:grpSpPr>
        <a:xfrm>
          <a:off x="0" y="0"/>
          <a:ext cx="0" cy="0"/>
          <a:chOff x="0" y="0"/>
          <a:chExt cx="0" cy="0"/>
        </a:xfrm>
      </p:grpSpPr>
      <p:sp>
        <p:nvSpPr>
          <p:cNvPr id="372" name="Google Shape;372;p6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373" name="Shape 373"/>
        <p:cNvGrpSpPr/>
        <p:nvPr/>
      </p:nvGrpSpPr>
      <p:grpSpPr>
        <a:xfrm>
          <a:off x="0" y="0"/>
          <a:ext cx="0" cy="0"/>
          <a:chOff x="0" y="0"/>
          <a:chExt cx="0" cy="0"/>
        </a:xfrm>
      </p:grpSpPr>
      <p:sp>
        <p:nvSpPr>
          <p:cNvPr id="374" name="Google Shape;374;p65"/>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5" name="Google Shape;375;p65"/>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6" name="Google Shape;376;p65"/>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7" name="Google Shape;377;p65"/>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8" name="Google Shape;378;p65"/>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9" name="Google Shape;379;p65"/>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80" name="Google Shape;380;p65"/>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381" name="Google Shape;381;p65"/>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382" name="Google Shape;382;p65"/>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383" name="Shape 383"/>
        <p:cNvGrpSpPr/>
        <p:nvPr/>
      </p:nvGrpSpPr>
      <p:grpSpPr>
        <a:xfrm>
          <a:off x="0" y="0"/>
          <a:ext cx="0" cy="0"/>
          <a:chOff x="0" y="0"/>
          <a:chExt cx="0" cy="0"/>
        </a:xfrm>
      </p:grpSpPr>
      <p:sp>
        <p:nvSpPr>
          <p:cNvPr id="384" name="Google Shape;384;p66"/>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385" name="Google Shape;385;p6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386" name="Shape 386"/>
        <p:cNvGrpSpPr/>
        <p:nvPr/>
      </p:nvGrpSpPr>
      <p:grpSpPr>
        <a:xfrm>
          <a:off x="0" y="0"/>
          <a:ext cx="0" cy="0"/>
          <a:chOff x="0" y="0"/>
          <a:chExt cx="0" cy="0"/>
        </a:xfrm>
      </p:grpSpPr>
      <p:sp>
        <p:nvSpPr>
          <p:cNvPr id="387" name="Google Shape;387;p67"/>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88" name="Google Shape;388;p67"/>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389" name="Shape 389"/>
        <p:cNvGrpSpPr/>
        <p:nvPr/>
      </p:nvGrpSpPr>
      <p:grpSpPr>
        <a:xfrm>
          <a:off x="0" y="0"/>
          <a:ext cx="0" cy="0"/>
          <a:chOff x="0" y="0"/>
          <a:chExt cx="0" cy="0"/>
        </a:xfrm>
      </p:grpSpPr>
      <p:sp>
        <p:nvSpPr>
          <p:cNvPr id="390" name="Google Shape;390;p68"/>
          <p:cNvSpPr/>
          <p:nvPr>
            <p:ph idx="2" type="pic"/>
          </p:nvPr>
        </p:nvSpPr>
        <p:spPr>
          <a:xfrm>
            <a:off x="4572000" y="0"/>
            <a:ext cx="4572000" cy="5143500"/>
          </a:xfrm>
          <a:prstGeom prst="rect">
            <a:avLst/>
          </a:prstGeom>
          <a:solidFill>
            <a:srgbClr val="7F7F7F"/>
          </a:solidFill>
          <a:ln>
            <a:noFill/>
          </a:ln>
        </p:spPr>
      </p:sp>
      <p:sp>
        <p:nvSpPr>
          <p:cNvPr id="391" name="Google Shape;391;p68"/>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392" name="Google Shape;392;p68"/>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393" name="Shape 393"/>
        <p:cNvGrpSpPr/>
        <p:nvPr/>
      </p:nvGrpSpPr>
      <p:grpSpPr>
        <a:xfrm>
          <a:off x="0" y="0"/>
          <a:ext cx="0" cy="0"/>
          <a:chOff x="0" y="0"/>
          <a:chExt cx="0" cy="0"/>
        </a:xfrm>
      </p:grpSpPr>
      <p:sp>
        <p:nvSpPr>
          <p:cNvPr id="394" name="Google Shape;394;p69"/>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95" name="Google Shape;395;p69"/>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396" name="Google Shape;396;p69"/>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97" name="Google Shape;397;p69"/>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398" name="Shape 398"/>
        <p:cNvGrpSpPr/>
        <p:nvPr/>
      </p:nvGrpSpPr>
      <p:grpSpPr>
        <a:xfrm>
          <a:off x="0" y="0"/>
          <a:ext cx="0" cy="0"/>
          <a:chOff x="0" y="0"/>
          <a:chExt cx="0" cy="0"/>
        </a:xfrm>
      </p:grpSpPr>
      <p:sp>
        <p:nvSpPr>
          <p:cNvPr id="399" name="Google Shape;399;p70"/>
          <p:cNvSpPr/>
          <p:nvPr>
            <p:ph idx="2" type="pic"/>
          </p:nvPr>
        </p:nvSpPr>
        <p:spPr>
          <a:xfrm>
            <a:off x="4572000" y="0"/>
            <a:ext cx="4572000" cy="5143500"/>
          </a:xfrm>
          <a:prstGeom prst="rect">
            <a:avLst/>
          </a:prstGeom>
          <a:solidFill>
            <a:srgbClr val="7F7F7F"/>
          </a:solidFill>
          <a:ln>
            <a:noFill/>
          </a:ln>
        </p:spPr>
      </p:sp>
      <p:sp>
        <p:nvSpPr>
          <p:cNvPr id="400" name="Google Shape;400;p70"/>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1" name="Google Shape;401;p70"/>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402" name="Shape 402"/>
        <p:cNvGrpSpPr/>
        <p:nvPr/>
      </p:nvGrpSpPr>
      <p:grpSpPr>
        <a:xfrm>
          <a:off x="0" y="0"/>
          <a:ext cx="0" cy="0"/>
          <a:chOff x="0" y="0"/>
          <a:chExt cx="0" cy="0"/>
        </a:xfrm>
      </p:grpSpPr>
      <p:sp>
        <p:nvSpPr>
          <p:cNvPr id="403" name="Google Shape;403;p71"/>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404" name="Google Shape;404;p71"/>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5" name="Google Shape;405;p71"/>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406" name="Google Shape;406;p71"/>
          <p:cNvSpPr/>
          <p:nvPr>
            <p:ph idx="2" type="pic"/>
          </p:nvPr>
        </p:nvSpPr>
        <p:spPr>
          <a:xfrm>
            <a:off x="-5" y="-37"/>
            <a:ext cx="2786400" cy="1025700"/>
          </a:xfrm>
          <a:prstGeom prst="rect">
            <a:avLst/>
          </a:prstGeom>
          <a:noFill/>
          <a:ln>
            <a:noFill/>
          </a:ln>
        </p:spPr>
      </p:sp>
      <p:sp>
        <p:nvSpPr>
          <p:cNvPr id="407" name="Google Shape;407;p71"/>
          <p:cNvSpPr/>
          <p:nvPr>
            <p:ph idx="3" type="pic"/>
          </p:nvPr>
        </p:nvSpPr>
        <p:spPr>
          <a:xfrm>
            <a:off x="5465475" y="1135388"/>
            <a:ext cx="3483900" cy="2273700"/>
          </a:xfrm>
          <a:prstGeom prst="rect">
            <a:avLst/>
          </a:prstGeom>
          <a:noFill/>
          <a:ln>
            <a:noFill/>
          </a:ln>
        </p:spPr>
      </p:sp>
      <p:sp>
        <p:nvSpPr>
          <p:cNvPr id="408" name="Google Shape;408;p71"/>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409" name="Google Shape;409;p71"/>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410" name="Google Shape;410;p71"/>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411" name="Google Shape;411;p7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412" name="Shape 412"/>
        <p:cNvGrpSpPr/>
        <p:nvPr/>
      </p:nvGrpSpPr>
      <p:grpSpPr>
        <a:xfrm>
          <a:off x="0" y="0"/>
          <a:ext cx="0" cy="0"/>
          <a:chOff x="0" y="0"/>
          <a:chExt cx="0" cy="0"/>
        </a:xfrm>
      </p:grpSpPr>
      <p:sp>
        <p:nvSpPr>
          <p:cNvPr id="413" name="Google Shape;413;p72"/>
          <p:cNvSpPr/>
          <p:nvPr>
            <p:ph idx="2" type="pic"/>
          </p:nvPr>
        </p:nvSpPr>
        <p:spPr>
          <a:xfrm>
            <a:off x="0" y="0"/>
            <a:ext cx="9144000" cy="5143500"/>
          </a:xfrm>
          <a:prstGeom prst="rect">
            <a:avLst/>
          </a:prstGeom>
          <a:noFill/>
          <a:ln>
            <a:noFill/>
          </a:ln>
        </p:spPr>
      </p:sp>
      <p:sp>
        <p:nvSpPr>
          <p:cNvPr id="414" name="Google Shape;414;p72"/>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415" name="Shape 415"/>
        <p:cNvGrpSpPr/>
        <p:nvPr/>
      </p:nvGrpSpPr>
      <p:grpSpPr>
        <a:xfrm>
          <a:off x="0" y="0"/>
          <a:ext cx="0" cy="0"/>
          <a:chOff x="0" y="0"/>
          <a:chExt cx="0" cy="0"/>
        </a:xfrm>
      </p:grpSpPr>
      <p:sp>
        <p:nvSpPr>
          <p:cNvPr id="416" name="Google Shape;416;p73"/>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417" name="Shape 417"/>
        <p:cNvGrpSpPr/>
        <p:nvPr/>
      </p:nvGrpSpPr>
      <p:grpSpPr>
        <a:xfrm>
          <a:off x="0" y="0"/>
          <a:ext cx="0" cy="0"/>
          <a:chOff x="0" y="0"/>
          <a:chExt cx="0" cy="0"/>
        </a:xfrm>
      </p:grpSpPr>
      <p:sp>
        <p:nvSpPr>
          <p:cNvPr id="418" name="Google Shape;418;p74"/>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419" name="Google Shape;419;p74"/>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420" name="Shape 420"/>
        <p:cNvGrpSpPr/>
        <p:nvPr/>
      </p:nvGrpSpPr>
      <p:grpSpPr>
        <a:xfrm>
          <a:off x="0" y="0"/>
          <a:ext cx="0" cy="0"/>
          <a:chOff x="0" y="0"/>
          <a:chExt cx="0" cy="0"/>
        </a:xfrm>
      </p:grpSpPr>
      <p:sp>
        <p:nvSpPr>
          <p:cNvPr id="421" name="Google Shape;421;p75"/>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422" name="Google Shape;422;p75"/>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423" name="Google Shape;423;p75"/>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424" name="Shape 424"/>
        <p:cNvGrpSpPr/>
        <p:nvPr/>
      </p:nvGrpSpPr>
      <p:grpSpPr>
        <a:xfrm>
          <a:off x="0" y="0"/>
          <a:ext cx="0" cy="0"/>
          <a:chOff x="0" y="0"/>
          <a:chExt cx="0" cy="0"/>
        </a:xfrm>
      </p:grpSpPr>
      <p:pic>
        <p:nvPicPr>
          <p:cNvPr id="425" name="Google Shape;425;p76"/>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426" name="Google Shape;426;p76"/>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27" name="Google Shape;427;p76"/>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428" name="Shape 428"/>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429" name="Shape 429"/>
        <p:cNvGrpSpPr/>
        <p:nvPr/>
      </p:nvGrpSpPr>
      <p:grpSpPr>
        <a:xfrm>
          <a:off x="0" y="0"/>
          <a:ext cx="0" cy="0"/>
          <a:chOff x="0" y="0"/>
          <a:chExt cx="0" cy="0"/>
        </a:xfrm>
      </p:grpSpPr>
      <p:pic>
        <p:nvPicPr>
          <p:cNvPr descr="A black and white text&#10;&#10;Description automatically generated" id="430" name="Google Shape;430;p7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1" name="Google Shape;431;p7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432" name="Shape 432"/>
        <p:cNvGrpSpPr/>
        <p:nvPr/>
      </p:nvGrpSpPr>
      <p:grpSpPr>
        <a:xfrm>
          <a:off x="0" y="0"/>
          <a:ext cx="0" cy="0"/>
          <a:chOff x="0" y="0"/>
          <a:chExt cx="0" cy="0"/>
        </a:xfrm>
      </p:grpSpPr>
      <p:sp>
        <p:nvSpPr>
          <p:cNvPr id="433" name="Google Shape;433;p7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34" name="Google Shape;434;p7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5" name="Google Shape;435;p7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436" name="Shape 436"/>
        <p:cNvGrpSpPr/>
        <p:nvPr/>
      </p:nvGrpSpPr>
      <p:grpSpPr>
        <a:xfrm>
          <a:off x="0" y="0"/>
          <a:ext cx="0" cy="0"/>
          <a:chOff x="0" y="0"/>
          <a:chExt cx="0" cy="0"/>
        </a:xfrm>
      </p:grpSpPr>
      <p:pic>
        <p:nvPicPr>
          <p:cNvPr id="437" name="Google Shape;437;p80"/>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38" name="Google Shape;438;p80"/>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439" name="Google Shape;439;p80"/>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440" name="Shape 440"/>
        <p:cNvGrpSpPr/>
        <p:nvPr/>
      </p:nvGrpSpPr>
      <p:grpSpPr>
        <a:xfrm>
          <a:off x="0" y="0"/>
          <a:ext cx="0" cy="0"/>
          <a:chOff x="0" y="0"/>
          <a:chExt cx="0" cy="0"/>
        </a:xfrm>
      </p:grpSpPr>
      <p:pic>
        <p:nvPicPr>
          <p:cNvPr descr="A black and white text&#10;&#10;Description automatically generated" id="441" name="Google Shape;441;p8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42" name="Google Shape;442;p8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43" name="Google Shape;443;p8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44" name="Google Shape;444;p8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4_Title and Content_2_1_1">
    <p:bg>
      <p:bgPr>
        <a:blipFill>
          <a:blip r:embed="rId2">
            <a:alphaModFix/>
          </a:blip>
          <a:stretch>
            <a:fillRect/>
          </a:stretch>
        </a:blipFill>
      </p:bgPr>
    </p:bg>
    <p:spTree>
      <p:nvGrpSpPr>
        <p:cNvPr id="445" name="Shape 445"/>
        <p:cNvGrpSpPr/>
        <p:nvPr/>
      </p:nvGrpSpPr>
      <p:grpSpPr>
        <a:xfrm>
          <a:off x="0" y="0"/>
          <a:ext cx="0" cy="0"/>
          <a:chOff x="0" y="0"/>
          <a:chExt cx="0" cy="0"/>
        </a:xfrm>
      </p:grpSpPr>
      <p:pic>
        <p:nvPicPr>
          <p:cNvPr descr="A black and white text&#10;&#10;Description automatically generated" id="446" name="Google Shape;446;p8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447" name="Google Shape;447;p8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448" name="Google Shape;448;p8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8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449" name="Shape 449"/>
        <p:cNvGrpSpPr/>
        <p:nvPr/>
      </p:nvGrpSpPr>
      <p:grpSpPr>
        <a:xfrm>
          <a:off x="0" y="0"/>
          <a:ext cx="0" cy="0"/>
          <a:chOff x="0" y="0"/>
          <a:chExt cx="0" cy="0"/>
        </a:xfrm>
      </p:grpSpPr>
      <p:pic>
        <p:nvPicPr>
          <p:cNvPr descr="A black and white text&#10;&#10;Description automatically generated" id="450" name="Google Shape;450;p8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51" name="Google Shape;451;p8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2" name="Google Shape;452;p8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Slide_1">
    <p:bg>
      <p:bgPr>
        <a:blipFill>
          <a:blip r:embed="rId2">
            <a:alphaModFix/>
          </a:blip>
          <a:stretch>
            <a:fillRect/>
          </a:stretch>
        </a:blipFill>
      </p:bgPr>
    </p:bg>
    <p:spTree>
      <p:nvGrpSpPr>
        <p:cNvPr id="453" name="Shape 453"/>
        <p:cNvGrpSpPr/>
        <p:nvPr/>
      </p:nvGrpSpPr>
      <p:grpSpPr>
        <a:xfrm>
          <a:off x="0" y="0"/>
          <a:ext cx="0" cy="0"/>
          <a:chOff x="0" y="0"/>
          <a:chExt cx="0" cy="0"/>
        </a:xfrm>
      </p:grpSpPr>
      <p:pic>
        <p:nvPicPr>
          <p:cNvPr id="454" name="Google Shape;454;p84"/>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455" name="Google Shape;455;p84"/>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456" name="Google Shape;456;p84"/>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457" name="Google Shape;457;p84"/>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8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1">
  <p:cSld name="8_Title and Content_4">
    <p:bg>
      <p:bgPr>
        <a:blipFill>
          <a:blip r:embed="rId2">
            <a:alphaModFix/>
          </a:blip>
          <a:stretch>
            <a:fillRect/>
          </a:stretch>
        </a:blipFill>
      </p:bgPr>
    </p:bg>
    <p:spTree>
      <p:nvGrpSpPr>
        <p:cNvPr id="458" name="Shape 458"/>
        <p:cNvGrpSpPr/>
        <p:nvPr/>
      </p:nvGrpSpPr>
      <p:grpSpPr>
        <a:xfrm>
          <a:off x="0" y="0"/>
          <a:ext cx="0" cy="0"/>
          <a:chOff x="0" y="0"/>
          <a:chExt cx="0" cy="0"/>
        </a:xfrm>
      </p:grpSpPr>
      <p:sp>
        <p:nvSpPr>
          <p:cNvPr id="459" name="Google Shape;459;p8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60" name="Google Shape;460;p8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61" name="Google Shape;461;p8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8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466" name="Shape 466"/>
        <p:cNvGrpSpPr/>
        <p:nvPr/>
      </p:nvGrpSpPr>
      <p:grpSpPr>
        <a:xfrm>
          <a:off x="0" y="0"/>
          <a:ext cx="0" cy="0"/>
          <a:chOff x="0" y="0"/>
          <a:chExt cx="0" cy="0"/>
        </a:xfrm>
      </p:grpSpPr>
      <p:sp>
        <p:nvSpPr>
          <p:cNvPr id="467" name="Google Shape;467;p8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8" name="Google Shape;468;p8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9" name="Google Shape;469;p8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0" name="Google Shape;470;p8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1" name="Google Shape;471;p8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2" name="Google Shape;472;p8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473" name="Google Shape;473;p8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4" name="Google Shape;474;p87"/>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8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475" name="Shape 475"/>
        <p:cNvGrpSpPr/>
        <p:nvPr/>
      </p:nvGrpSpPr>
      <p:grpSpPr>
        <a:xfrm>
          <a:off x="0" y="0"/>
          <a:ext cx="0" cy="0"/>
          <a:chOff x="0" y="0"/>
          <a:chExt cx="0" cy="0"/>
        </a:xfrm>
      </p:grpSpPr>
      <p:sp>
        <p:nvSpPr>
          <p:cNvPr id="476" name="Google Shape;476;p88"/>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77" name="Google Shape;477;p88"/>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78" name="Google Shape;478;p88"/>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79" name="Google Shape;479;p8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0" name="Google Shape;480;p88"/>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81" name="Google Shape;481;p88"/>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482" name="Google Shape;482;p88"/>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483" name="Shape 483"/>
        <p:cNvGrpSpPr/>
        <p:nvPr/>
      </p:nvGrpSpPr>
      <p:grpSpPr>
        <a:xfrm>
          <a:off x="0" y="0"/>
          <a:ext cx="0" cy="0"/>
          <a:chOff x="0" y="0"/>
          <a:chExt cx="0" cy="0"/>
        </a:xfrm>
      </p:grpSpPr>
      <p:sp>
        <p:nvSpPr>
          <p:cNvPr id="484" name="Google Shape;484;p89"/>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85" name="Google Shape;485;p89"/>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86" name="Google Shape;486;p89"/>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87" name="Google Shape;487;p8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8" name="Google Shape;488;p89"/>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9" name="Google Shape;489;p89"/>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90" name="Google Shape;490;p89"/>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491" name="Shape 491"/>
        <p:cNvGrpSpPr/>
        <p:nvPr/>
      </p:nvGrpSpPr>
      <p:grpSpPr>
        <a:xfrm>
          <a:off x="0" y="0"/>
          <a:ext cx="0" cy="0"/>
          <a:chOff x="0" y="0"/>
          <a:chExt cx="0" cy="0"/>
        </a:xfrm>
      </p:grpSpPr>
      <p:sp>
        <p:nvSpPr>
          <p:cNvPr id="492" name="Google Shape;492;p90"/>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3" name="Google Shape;493;p90"/>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94" name="Google Shape;494;p90"/>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495" name="Google Shape;495;p9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6" name="Google Shape;496;p90"/>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8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97" name="Shape 497"/>
        <p:cNvGrpSpPr/>
        <p:nvPr/>
      </p:nvGrpSpPr>
      <p:grpSpPr>
        <a:xfrm>
          <a:off x="0" y="0"/>
          <a:ext cx="0" cy="0"/>
          <a:chOff x="0" y="0"/>
          <a:chExt cx="0" cy="0"/>
        </a:xfrm>
      </p:grpSpPr>
      <p:sp>
        <p:nvSpPr>
          <p:cNvPr id="498" name="Google Shape;498;p9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9" name="Google Shape;499;p91"/>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0" name="Google Shape;500;p9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1" name="Google Shape;501;p91"/>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8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502" name="Shape 502"/>
        <p:cNvGrpSpPr/>
        <p:nvPr/>
      </p:nvGrpSpPr>
      <p:grpSpPr>
        <a:xfrm>
          <a:off x="0" y="0"/>
          <a:ext cx="0" cy="0"/>
          <a:chOff x="0" y="0"/>
          <a:chExt cx="0" cy="0"/>
        </a:xfrm>
      </p:grpSpPr>
      <p:sp>
        <p:nvSpPr>
          <p:cNvPr id="503" name="Google Shape;503;p92"/>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4" name="Google Shape;504;p92"/>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5" name="Google Shape;505;p9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6" name="Google Shape;506;p92"/>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9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7" name="Shape 507"/>
        <p:cNvGrpSpPr/>
        <p:nvPr/>
      </p:nvGrpSpPr>
      <p:grpSpPr>
        <a:xfrm>
          <a:off x="0" y="0"/>
          <a:ext cx="0" cy="0"/>
          <a:chOff x="0" y="0"/>
          <a:chExt cx="0" cy="0"/>
        </a:xfrm>
      </p:grpSpPr>
      <p:sp>
        <p:nvSpPr>
          <p:cNvPr id="508" name="Google Shape;508;p93"/>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09" name="Google Shape;509;p93"/>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0" name="Google Shape;510;p93"/>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1" name="Google Shape;511;p9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12" name="Google Shape;512;p93"/>
          <p:cNvGrpSpPr/>
          <p:nvPr/>
        </p:nvGrpSpPr>
        <p:grpSpPr>
          <a:xfrm>
            <a:off x="6971838" y="-12"/>
            <a:ext cx="2174881" cy="1450030"/>
            <a:chOff x="6098378" y="5"/>
            <a:chExt cx="3045625" cy="2030570"/>
          </a:xfrm>
        </p:grpSpPr>
        <p:sp>
          <p:nvSpPr>
            <p:cNvPr id="513" name="Google Shape;513;p9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4" name="Google Shape;514;p93"/>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5" name="Google Shape;515;p93"/>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6" name="Google Shape;516;p93"/>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517" name="Google Shape;517;p93"/>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518" name="Google Shape;518;p9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519" name="Shape 519"/>
        <p:cNvGrpSpPr/>
        <p:nvPr/>
      </p:nvGrpSpPr>
      <p:grpSpPr>
        <a:xfrm>
          <a:off x="0" y="0"/>
          <a:ext cx="0" cy="0"/>
          <a:chOff x="0" y="0"/>
          <a:chExt cx="0" cy="0"/>
        </a:xfrm>
      </p:grpSpPr>
      <p:sp>
        <p:nvSpPr>
          <p:cNvPr id="520" name="Google Shape;520;p94"/>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1" name="Google Shape;521;p94"/>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2" name="Google Shape;522;p94"/>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3" name="Google Shape;523;p9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524" name="Google Shape;524;p94"/>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5" name="Google Shape;525;p94"/>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526" name="Google Shape;526;p94"/>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27" name="Shape 527"/>
        <p:cNvGrpSpPr/>
        <p:nvPr/>
      </p:nvGrpSpPr>
      <p:grpSpPr>
        <a:xfrm>
          <a:off x="0" y="0"/>
          <a:ext cx="0" cy="0"/>
          <a:chOff x="0" y="0"/>
          <a:chExt cx="0" cy="0"/>
        </a:xfrm>
      </p:grpSpPr>
      <p:sp>
        <p:nvSpPr>
          <p:cNvPr id="528" name="Google Shape;528;p95"/>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9" name="Google Shape;529;p9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0" name="Google Shape;530;p9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531" name="Shape 531"/>
        <p:cNvGrpSpPr/>
        <p:nvPr/>
      </p:nvGrpSpPr>
      <p:grpSpPr>
        <a:xfrm>
          <a:off x="0" y="0"/>
          <a:ext cx="0" cy="0"/>
          <a:chOff x="0" y="0"/>
          <a:chExt cx="0" cy="0"/>
        </a:xfrm>
      </p:grpSpPr>
      <p:sp>
        <p:nvSpPr>
          <p:cNvPr id="532" name="Google Shape;532;p96"/>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3" name="Google Shape;533;p96"/>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534" name="Google Shape;534;p96"/>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535" name="Google Shape;535;p96"/>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536" name="Google Shape;536;p9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7" name="Google Shape;537;p96"/>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538" name="Google Shape;538;p96"/>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539" name="Shape 539"/>
        <p:cNvGrpSpPr/>
        <p:nvPr/>
      </p:nvGrpSpPr>
      <p:grpSpPr>
        <a:xfrm>
          <a:off x="0" y="0"/>
          <a:ext cx="0" cy="0"/>
          <a:chOff x="0" y="0"/>
          <a:chExt cx="0" cy="0"/>
        </a:xfrm>
      </p:grpSpPr>
      <p:grpSp>
        <p:nvGrpSpPr>
          <p:cNvPr id="540" name="Google Shape;540;p97"/>
          <p:cNvGrpSpPr/>
          <p:nvPr/>
        </p:nvGrpSpPr>
        <p:grpSpPr>
          <a:xfrm>
            <a:off x="6098378" y="5"/>
            <a:ext cx="3045625" cy="2030570"/>
            <a:chOff x="6098378" y="5"/>
            <a:chExt cx="3045625" cy="2030570"/>
          </a:xfrm>
        </p:grpSpPr>
        <p:sp>
          <p:nvSpPr>
            <p:cNvPr id="541" name="Google Shape;541;p97"/>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2" name="Google Shape;542;p97"/>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3" name="Google Shape;543;p97"/>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4" name="Google Shape;544;p97"/>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545" name="Google Shape;545;p97"/>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546" name="Google Shape;546;p97"/>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547" name="Google Shape;547;p9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48" name="Google Shape;548;p97"/>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9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49" name="Shape 549"/>
        <p:cNvGrpSpPr/>
        <p:nvPr/>
      </p:nvGrpSpPr>
      <p:grpSpPr>
        <a:xfrm>
          <a:off x="0" y="0"/>
          <a:ext cx="0" cy="0"/>
          <a:chOff x="0" y="0"/>
          <a:chExt cx="0" cy="0"/>
        </a:xfrm>
      </p:grpSpPr>
      <p:sp>
        <p:nvSpPr>
          <p:cNvPr id="550" name="Google Shape;550;p9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551" name="Shape 551"/>
        <p:cNvGrpSpPr/>
        <p:nvPr/>
      </p:nvGrpSpPr>
      <p:grpSpPr>
        <a:xfrm>
          <a:off x="0" y="0"/>
          <a:ext cx="0" cy="0"/>
          <a:chOff x="0" y="0"/>
          <a:chExt cx="0" cy="0"/>
        </a:xfrm>
      </p:grpSpPr>
      <p:sp>
        <p:nvSpPr>
          <p:cNvPr id="552" name="Google Shape;552;p99"/>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3" name="Google Shape;553;p99"/>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4" name="Google Shape;554;p99"/>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5" name="Google Shape;555;p99"/>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6" name="Google Shape;556;p99"/>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7" name="Google Shape;557;p99"/>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8" name="Google Shape;558;p99"/>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559" name="Google Shape;559;p99"/>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560" name="Google Shape;560;p99"/>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9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561" name="Shape 561"/>
        <p:cNvGrpSpPr/>
        <p:nvPr/>
      </p:nvGrpSpPr>
      <p:grpSpPr>
        <a:xfrm>
          <a:off x="0" y="0"/>
          <a:ext cx="0" cy="0"/>
          <a:chOff x="0" y="0"/>
          <a:chExt cx="0" cy="0"/>
        </a:xfrm>
      </p:grpSpPr>
      <p:sp>
        <p:nvSpPr>
          <p:cNvPr id="562" name="Google Shape;562;p100"/>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563" name="Google Shape;563;p10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564" name="Shape 564"/>
        <p:cNvGrpSpPr/>
        <p:nvPr/>
      </p:nvGrpSpPr>
      <p:grpSpPr>
        <a:xfrm>
          <a:off x="0" y="0"/>
          <a:ext cx="0" cy="0"/>
          <a:chOff x="0" y="0"/>
          <a:chExt cx="0" cy="0"/>
        </a:xfrm>
      </p:grpSpPr>
      <p:sp>
        <p:nvSpPr>
          <p:cNvPr id="565" name="Google Shape;565;p10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66" name="Google Shape;566;p10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567" name="Shape 567"/>
        <p:cNvGrpSpPr/>
        <p:nvPr/>
      </p:nvGrpSpPr>
      <p:grpSpPr>
        <a:xfrm>
          <a:off x="0" y="0"/>
          <a:ext cx="0" cy="0"/>
          <a:chOff x="0" y="0"/>
          <a:chExt cx="0" cy="0"/>
        </a:xfrm>
      </p:grpSpPr>
      <p:sp>
        <p:nvSpPr>
          <p:cNvPr id="568" name="Google Shape;568;p102"/>
          <p:cNvSpPr/>
          <p:nvPr>
            <p:ph idx="2" type="pic"/>
          </p:nvPr>
        </p:nvSpPr>
        <p:spPr>
          <a:xfrm>
            <a:off x="4572000" y="0"/>
            <a:ext cx="4572000" cy="5143500"/>
          </a:xfrm>
          <a:prstGeom prst="rect">
            <a:avLst/>
          </a:prstGeom>
          <a:solidFill>
            <a:srgbClr val="7F7F7F"/>
          </a:solidFill>
          <a:ln>
            <a:noFill/>
          </a:ln>
        </p:spPr>
      </p:sp>
      <p:sp>
        <p:nvSpPr>
          <p:cNvPr id="569" name="Google Shape;569;p102"/>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570" name="Google Shape;570;p102"/>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571" name="Shape 571"/>
        <p:cNvGrpSpPr/>
        <p:nvPr/>
      </p:nvGrpSpPr>
      <p:grpSpPr>
        <a:xfrm>
          <a:off x="0" y="0"/>
          <a:ext cx="0" cy="0"/>
          <a:chOff x="0" y="0"/>
          <a:chExt cx="0" cy="0"/>
        </a:xfrm>
      </p:grpSpPr>
      <p:sp>
        <p:nvSpPr>
          <p:cNvPr id="572" name="Google Shape;572;p103"/>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573" name="Google Shape;573;p10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574" name="Google Shape;574;p103"/>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575" name="Google Shape;575;p103"/>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0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576" name="Shape 576"/>
        <p:cNvGrpSpPr/>
        <p:nvPr/>
      </p:nvGrpSpPr>
      <p:grpSpPr>
        <a:xfrm>
          <a:off x="0" y="0"/>
          <a:ext cx="0" cy="0"/>
          <a:chOff x="0" y="0"/>
          <a:chExt cx="0" cy="0"/>
        </a:xfrm>
      </p:grpSpPr>
      <p:sp>
        <p:nvSpPr>
          <p:cNvPr id="577" name="Google Shape;577;p104"/>
          <p:cNvSpPr/>
          <p:nvPr>
            <p:ph idx="2" type="pic"/>
          </p:nvPr>
        </p:nvSpPr>
        <p:spPr>
          <a:xfrm>
            <a:off x="4572000" y="0"/>
            <a:ext cx="4572000" cy="5143500"/>
          </a:xfrm>
          <a:prstGeom prst="rect">
            <a:avLst/>
          </a:prstGeom>
          <a:solidFill>
            <a:srgbClr val="7F7F7F"/>
          </a:solidFill>
          <a:ln>
            <a:noFill/>
          </a:ln>
        </p:spPr>
      </p:sp>
      <p:sp>
        <p:nvSpPr>
          <p:cNvPr id="578" name="Google Shape;578;p104"/>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79" name="Google Shape;579;p104"/>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580" name="Shape 580"/>
        <p:cNvGrpSpPr/>
        <p:nvPr/>
      </p:nvGrpSpPr>
      <p:grpSpPr>
        <a:xfrm>
          <a:off x="0" y="0"/>
          <a:ext cx="0" cy="0"/>
          <a:chOff x="0" y="0"/>
          <a:chExt cx="0" cy="0"/>
        </a:xfrm>
      </p:grpSpPr>
      <p:sp>
        <p:nvSpPr>
          <p:cNvPr id="581" name="Google Shape;581;p105"/>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582" name="Google Shape;582;p105"/>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83" name="Google Shape;583;p10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584" name="Google Shape;584;p105"/>
          <p:cNvSpPr/>
          <p:nvPr>
            <p:ph idx="2" type="pic"/>
          </p:nvPr>
        </p:nvSpPr>
        <p:spPr>
          <a:xfrm>
            <a:off x="-5" y="-37"/>
            <a:ext cx="2786400" cy="1025700"/>
          </a:xfrm>
          <a:prstGeom prst="rect">
            <a:avLst/>
          </a:prstGeom>
          <a:noFill/>
          <a:ln>
            <a:noFill/>
          </a:ln>
        </p:spPr>
      </p:sp>
      <p:sp>
        <p:nvSpPr>
          <p:cNvPr id="585" name="Google Shape;585;p105"/>
          <p:cNvSpPr/>
          <p:nvPr>
            <p:ph idx="3" type="pic"/>
          </p:nvPr>
        </p:nvSpPr>
        <p:spPr>
          <a:xfrm>
            <a:off x="5465475" y="1135388"/>
            <a:ext cx="3483900" cy="2273700"/>
          </a:xfrm>
          <a:prstGeom prst="rect">
            <a:avLst/>
          </a:prstGeom>
          <a:noFill/>
          <a:ln>
            <a:noFill/>
          </a:ln>
        </p:spPr>
      </p:sp>
      <p:sp>
        <p:nvSpPr>
          <p:cNvPr id="586" name="Google Shape;586;p105"/>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587" name="Google Shape;587;p105"/>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588" name="Google Shape;588;p105"/>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589" name="Google Shape;589;p10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590" name="Shape 590"/>
        <p:cNvGrpSpPr/>
        <p:nvPr/>
      </p:nvGrpSpPr>
      <p:grpSpPr>
        <a:xfrm>
          <a:off x="0" y="0"/>
          <a:ext cx="0" cy="0"/>
          <a:chOff x="0" y="0"/>
          <a:chExt cx="0" cy="0"/>
        </a:xfrm>
      </p:grpSpPr>
      <p:sp>
        <p:nvSpPr>
          <p:cNvPr id="591" name="Google Shape;591;p106"/>
          <p:cNvSpPr/>
          <p:nvPr>
            <p:ph idx="2" type="pic"/>
          </p:nvPr>
        </p:nvSpPr>
        <p:spPr>
          <a:xfrm>
            <a:off x="0" y="0"/>
            <a:ext cx="9144000" cy="5143500"/>
          </a:xfrm>
          <a:prstGeom prst="rect">
            <a:avLst/>
          </a:prstGeom>
          <a:noFill/>
          <a:ln>
            <a:noFill/>
          </a:ln>
        </p:spPr>
      </p:sp>
      <p:sp>
        <p:nvSpPr>
          <p:cNvPr id="592" name="Google Shape;592;p10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593" name="Shape 593"/>
        <p:cNvGrpSpPr/>
        <p:nvPr/>
      </p:nvGrpSpPr>
      <p:grpSpPr>
        <a:xfrm>
          <a:off x="0" y="0"/>
          <a:ext cx="0" cy="0"/>
          <a:chOff x="0" y="0"/>
          <a:chExt cx="0" cy="0"/>
        </a:xfrm>
      </p:grpSpPr>
      <p:sp>
        <p:nvSpPr>
          <p:cNvPr id="594" name="Google Shape;594;p107"/>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595" name="Shape 595"/>
        <p:cNvGrpSpPr/>
        <p:nvPr/>
      </p:nvGrpSpPr>
      <p:grpSpPr>
        <a:xfrm>
          <a:off x="0" y="0"/>
          <a:ext cx="0" cy="0"/>
          <a:chOff x="0" y="0"/>
          <a:chExt cx="0" cy="0"/>
        </a:xfrm>
      </p:grpSpPr>
      <p:sp>
        <p:nvSpPr>
          <p:cNvPr id="596" name="Google Shape;596;p108"/>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97" name="Google Shape;597;p108"/>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10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598" name="Shape 598"/>
        <p:cNvGrpSpPr/>
        <p:nvPr/>
      </p:nvGrpSpPr>
      <p:grpSpPr>
        <a:xfrm>
          <a:off x="0" y="0"/>
          <a:ext cx="0" cy="0"/>
          <a:chOff x="0" y="0"/>
          <a:chExt cx="0" cy="0"/>
        </a:xfrm>
      </p:grpSpPr>
      <p:sp>
        <p:nvSpPr>
          <p:cNvPr id="599" name="Google Shape;599;p109"/>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600" name="Google Shape;600;p109"/>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01" name="Google Shape;601;p10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602" name="Shape 602"/>
        <p:cNvGrpSpPr/>
        <p:nvPr/>
      </p:nvGrpSpPr>
      <p:grpSpPr>
        <a:xfrm>
          <a:off x="0" y="0"/>
          <a:ext cx="0" cy="0"/>
          <a:chOff x="0" y="0"/>
          <a:chExt cx="0" cy="0"/>
        </a:xfrm>
      </p:grpSpPr>
      <p:sp>
        <p:nvSpPr>
          <p:cNvPr id="603" name="Google Shape;603;p110"/>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604" name="Google Shape;604;p110"/>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rm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605" name="Google Shape;605;p110"/>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606" name="Google Shape;606;p110"/>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607" name="Google Shape;607;p11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608" name="Google Shape;608;p110"/>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609" name="Google Shape;609;p110"/>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0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_6">
    <p:spTree>
      <p:nvGrpSpPr>
        <p:cNvPr id="610" name="Shape 610"/>
        <p:cNvGrpSpPr/>
        <p:nvPr/>
      </p:nvGrpSpPr>
      <p:grpSpPr>
        <a:xfrm>
          <a:off x="0" y="0"/>
          <a:ext cx="0" cy="0"/>
          <a:chOff x="0" y="0"/>
          <a:chExt cx="0" cy="0"/>
        </a:xfrm>
      </p:grpSpPr>
      <p:sp>
        <p:nvSpPr>
          <p:cNvPr id="611" name="Google Shape;611;p11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612" name="Google Shape;612;p11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13" name="Google Shape;613;p1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CUSTOM">
    <p:bg>
      <p:bgPr>
        <a:blipFill>
          <a:blip r:embed="rId2">
            <a:alphaModFix/>
          </a:blip>
          <a:stretch>
            <a:fillRect/>
          </a:stretch>
        </a:blipFill>
      </p:bgPr>
    </p:bg>
    <p:spTree>
      <p:nvGrpSpPr>
        <p:cNvPr id="614" name="Shape 614"/>
        <p:cNvGrpSpPr/>
        <p:nvPr/>
      </p:nvGrpSpPr>
      <p:grpSpPr>
        <a:xfrm>
          <a:off x="0" y="0"/>
          <a:ext cx="0" cy="0"/>
          <a:chOff x="0" y="0"/>
          <a:chExt cx="0" cy="0"/>
        </a:xfrm>
      </p:grpSpPr>
      <p:sp>
        <p:nvSpPr>
          <p:cNvPr id="615" name="Google Shape;615;p112"/>
          <p:cNvSpPr txBox="1"/>
          <p:nvPr>
            <p:ph type="title"/>
          </p:nvPr>
        </p:nvSpPr>
        <p:spPr>
          <a:xfrm>
            <a:off x="481950" y="3069326"/>
            <a:ext cx="8180100" cy="455700"/>
          </a:xfrm>
          <a:prstGeom prst="rect">
            <a:avLst/>
          </a:prstGeom>
        </p:spPr>
        <p:txBody>
          <a:bodyPr anchorCtr="0" anchor="t" bIns="91425" lIns="91425" spcFirstLastPara="1" rIns="91425" wrap="square" tIns="91425">
            <a:normAutofit/>
          </a:bodyPr>
          <a:lstStyle>
            <a:lvl1pPr lvl="0" rtl="0" algn="ctr">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616" name="Google Shape;616;p112"/>
          <p:cNvPicPr preferRelativeResize="0"/>
          <p:nvPr/>
        </p:nvPicPr>
        <p:blipFill>
          <a:blip r:embed="rId3">
            <a:alphaModFix/>
          </a:blip>
          <a:stretch>
            <a:fillRect/>
          </a:stretch>
        </p:blipFill>
        <p:spPr>
          <a:xfrm>
            <a:off x="1335325" y="1822605"/>
            <a:ext cx="6558350" cy="859125"/>
          </a:xfrm>
          <a:prstGeom prst="rect">
            <a:avLst/>
          </a:prstGeom>
          <a:noFill/>
          <a:ln>
            <a:noFill/>
          </a:ln>
        </p:spPr>
      </p:pic>
    </p:spTree>
  </p:cSld>
  <p:clrMapOvr>
    <a:masterClrMapping/>
  </p:clrMapOvr>
</p:sldLayout>
</file>

<file path=ppt/slideLayouts/slideLayout1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bg>
      <p:bgPr>
        <a:blipFill>
          <a:blip r:embed="rId2">
            <a:alphaModFix/>
          </a:blip>
          <a:stretch>
            <a:fillRect/>
          </a:stretch>
        </a:blipFill>
      </p:bgPr>
    </p:bg>
    <p:spTree>
      <p:nvGrpSpPr>
        <p:cNvPr id="617" name="Shape 617"/>
        <p:cNvGrpSpPr/>
        <p:nvPr/>
      </p:nvGrpSpPr>
      <p:grpSpPr>
        <a:xfrm>
          <a:off x="0" y="0"/>
          <a:ext cx="0" cy="0"/>
          <a:chOff x="0" y="0"/>
          <a:chExt cx="0" cy="0"/>
        </a:xfrm>
      </p:grpSpPr>
      <p:pic>
        <p:nvPicPr>
          <p:cNvPr id="618" name="Google Shape;618;p113"/>
          <p:cNvPicPr preferRelativeResize="0"/>
          <p:nvPr/>
        </p:nvPicPr>
        <p:blipFill>
          <a:blip r:embed="rId3">
            <a:alphaModFix/>
          </a:blip>
          <a:stretch>
            <a:fillRect/>
          </a:stretch>
        </p:blipFill>
        <p:spPr>
          <a:xfrm>
            <a:off x="3156624" y="3502204"/>
            <a:ext cx="2830750" cy="432670"/>
          </a:xfrm>
          <a:prstGeom prst="rect">
            <a:avLst/>
          </a:prstGeom>
          <a:noFill/>
          <a:ln>
            <a:noFill/>
          </a:ln>
        </p:spPr>
      </p:pic>
      <p:sp>
        <p:nvSpPr>
          <p:cNvPr id="619" name="Google Shape;619;p113"/>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p:spTree>
      <p:nvGrpSpPr>
        <p:cNvPr id="620" name="Shape 620"/>
        <p:cNvGrpSpPr/>
        <p:nvPr/>
      </p:nvGrpSpPr>
      <p:grpSpPr>
        <a:xfrm>
          <a:off x="0" y="0"/>
          <a:ext cx="0" cy="0"/>
          <a:chOff x="0" y="0"/>
          <a:chExt cx="0" cy="0"/>
        </a:xfrm>
      </p:grpSpPr>
      <p:pic>
        <p:nvPicPr>
          <p:cNvPr id="621" name="Google Shape;621;p114"/>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622" name="Google Shape;622;p114"/>
          <p:cNvSpPr txBox="1"/>
          <p:nvPr>
            <p:ph type="title"/>
          </p:nvPr>
        </p:nvSpPr>
        <p:spPr>
          <a:xfrm>
            <a:off x="342900" y="2753591"/>
            <a:ext cx="84351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p:cSld name="TITLE_7">
    <p:bg>
      <p:bgPr>
        <a:blipFill>
          <a:blip r:embed="rId2">
            <a:alphaModFix/>
          </a:blip>
          <a:stretch>
            <a:fillRect/>
          </a:stretch>
        </a:blipFill>
      </p:bgPr>
    </p:bg>
    <p:spTree>
      <p:nvGrpSpPr>
        <p:cNvPr id="623" name="Shape 623"/>
        <p:cNvGrpSpPr/>
        <p:nvPr/>
      </p:nvGrpSpPr>
      <p:grpSpPr>
        <a:xfrm>
          <a:off x="0" y="0"/>
          <a:ext cx="0" cy="0"/>
          <a:chOff x="0" y="0"/>
          <a:chExt cx="0" cy="0"/>
        </a:xfrm>
      </p:grpSpPr>
      <p:sp>
        <p:nvSpPr>
          <p:cNvPr id="624" name="Google Shape;624;p115"/>
          <p:cNvSpPr txBox="1"/>
          <p:nvPr>
            <p:ph type="ctrTitle"/>
          </p:nvPr>
        </p:nvSpPr>
        <p:spPr>
          <a:xfrm>
            <a:off x="628650" y="727472"/>
            <a:ext cx="4400700" cy="17907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625" name="Google Shape;625;p115"/>
          <p:cNvSpPr txBox="1"/>
          <p:nvPr>
            <p:ph idx="1" type="subTitle"/>
          </p:nvPr>
        </p:nvSpPr>
        <p:spPr>
          <a:xfrm>
            <a:off x="628650" y="2587228"/>
            <a:ext cx="4400700" cy="6285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800"/>
              </a:spcBef>
              <a:spcAft>
                <a:spcPts val="0"/>
              </a:spcAft>
              <a:buClr>
                <a:srgbClr val="168FDF"/>
              </a:buClr>
              <a:buSzPts val="18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4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4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4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4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4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4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4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400"/>
              <a:buNone/>
              <a:defRPr i="0" sz="1200" u="none" cap="none" strike="noStrike">
                <a:solidFill>
                  <a:schemeClr val="dk1"/>
                </a:solidFill>
              </a:defRPr>
            </a:lvl9pPr>
          </a:lstStyle>
          <a:p/>
        </p:txBody>
      </p:sp>
      <p:pic>
        <p:nvPicPr>
          <p:cNvPr id="626" name="Google Shape;626;p115"/>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1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627" name="Shape 627"/>
        <p:cNvGrpSpPr/>
        <p:nvPr/>
      </p:nvGrpSpPr>
      <p:grpSpPr>
        <a:xfrm>
          <a:off x="0" y="0"/>
          <a:ext cx="0" cy="0"/>
          <a:chOff x="0" y="0"/>
          <a:chExt cx="0" cy="0"/>
        </a:xfrm>
      </p:grpSpPr>
      <p:sp>
        <p:nvSpPr>
          <p:cNvPr id="628" name="Google Shape;628;p116"/>
          <p:cNvSpPr txBox="1"/>
          <p:nvPr>
            <p:ph type="title"/>
          </p:nvPr>
        </p:nvSpPr>
        <p:spPr>
          <a:xfrm>
            <a:off x="457200" y="1835944"/>
            <a:ext cx="8229600" cy="994200"/>
          </a:xfrm>
          <a:prstGeom prst="rect">
            <a:avLst/>
          </a:prstGeom>
          <a:noFill/>
          <a:ln>
            <a:noFill/>
          </a:ln>
        </p:spPr>
        <p:txBody>
          <a:bodyPr anchorCtr="0" anchor="ctr" bIns="91425" lIns="91425" spcFirstLastPara="1" rIns="91425" wrap="square" tIns="91425">
            <a:norm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629" name="Google Shape;629;p11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630" name="Google Shape;630;p116"/>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631" name="Google Shape;631;p116"/>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1">
  <p:cSld name="Blank_1">
    <p:spTree>
      <p:nvGrpSpPr>
        <p:cNvPr id="632" name="Shape 632"/>
        <p:cNvGrpSpPr/>
        <p:nvPr/>
      </p:nvGrpSpPr>
      <p:grpSpPr>
        <a:xfrm>
          <a:off x="0" y="0"/>
          <a:ext cx="0" cy="0"/>
          <a:chOff x="0" y="0"/>
          <a:chExt cx="0" cy="0"/>
        </a:xfrm>
      </p:grpSpPr>
      <p:sp>
        <p:nvSpPr>
          <p:cNvPr id="633" name="Google Shape;633;p11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634" name="Shape 634"/>
        <p:cNvGrpSpPr/>
        <p:nvPr/>
      </p:nvGrpSpPr>
      <p:grpSpPr>
        <a:xfrm>
          <a:off x="0" y="0"/>
          <a:ext cx="0" cy="0"/>
          <a:chOff x="0" y="0"/>
          <a:chExt cx="0" cy="0"/>
        </a:xfrm>
      </p:grpSpPr>
    </p:spTree>
  </p:cSld>
  <p:clrMapOvr>
    <a:masterClrMapping/>
  </p:clrMapOvr>
</p:sldLayout>
</file>

<file path=ppt/slideLayouts/slideLayout1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635" name="Shape 635"/>
        <p:cNvGrpSpPr/>
        <p:nvPr/>
      </p:nvGrpSpPr>
      <p:grpSpPr>
        <a:xfrm>
          <a:off x="0" y="0"/>
          <a:ext cx="0" cy="0"/>
          <a:chOff x="0" y="0"/>
          <a:chExt cx="0" cy="0"/>
        </a:xfrm>
      </p:grpSpPr>
      <p:sp>
        <p:nvSpPr>
          <p:cNvPr id="636" name="Google Shape;636;p119"/>
          <p:cNvSpPr txBox="1"/>
          <p:nvPr>
            <p:ph type="title"/>
          </p:nvPr>
        </p:nvSpPr>
        <p:spPr>
          <a:xfrm>
            <a:off x="233750" y="179822"/>
            <a:ext cx="7486800" cy="699300"/>
          </a:xfrm>
          <a:prstGeom prst="rect">
            <a:avLst/>
          </a:prstGeom>
          <a:noFill/>
          <a:ln>
            <a:noFill/>
          </a:ln>
        </p:spPr>
        <p:txBody>
          <a:bodyPr anchorCtr="0" anchor="ctr" bIns="91425" lIns="91425" spcFirstLastPara="1" rIns="91425" wrap="square" tIns="91425">
            <a:normAutofit/>
          </a:bodyPr>
          <a:lstStyle>
            <a:lvl1pPr indent="0" lvl="0" marL="0" marR="0" rtl="0" algn="l">
              <a:lnSpc>
                <a:spcPct val="90000"/>
              </a:lnSpc>
              <a:spcBef>
                <a:spcPts val="0"/>
              </a:spcBef>
              <a:spcAft>
                <a:spcPts val="0"/>
              </a:spcAft>
              <a:buClr>
                <a:srgbClr val="168FDF"/>
              </a:buClr>
              <a:buSzPts val="3000"/>
              <a:buNone/>
              <a:defRPr i="0" u="none" cap="none" strike="noStrike">
                <a:solidFill>
                  <a:srgbClr val="168FDF"/>
                </a:solidFill>
              </a:defRPr>
            </a:lvl1pPr>
            <a:lvl2pPr indent="0" lvl="1"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2pPr>
            <a:lvl3pPr indent="0" lvl="2"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3pPr>
            <a:lvl4pPr indent="0" lvl="3"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4pPr>
            <a:lvl5pPr indent="0" lvl="4"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5pPr>
            <a:lvl6pPr indent="0" lvl="5"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6pPr>
            <a:lvl7pPr indent="0" lvl="6"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7pPr>
            <a:lvl8pPr indent="0" lvl="7"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8pPr>
            <a:lvl9pPr indent="0" lvl="8"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9pPr>
          </a:lstStyle>
          <a:p/>
        </p:txBody>
      </p:sp>
      <p:sp>
        <p:nvSpPr>
          <p:cNvPr id="637" name="Google Shape;637;p119"/>
          <p:cNvSpPr txBox="1"/>
          <p:nvPr>
            <p:ph idx="1" type="body"/>
          </p:nvPr>
        </p:nvSpPr>
        <p:spPr>
          <a:xfrm>
            <a:off x="233750"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638" name="Google Shape;638;p11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639" name="Google Shape;639;p119"/>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640" name="Google Shape;640;p119"/>
          <p:cNvSpPr txBox="1"/>
          <p:nvPr>
            <p:ph idx="2" type="body"/>
          </p:nvPr>
        </p:nvSpPr>
        <p:spPr>
          <a:xfrm>
            <a:off x="4676251"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641" name="Google Shape;641;p11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urther Information">
  <p:cSld name="CUSTOM_1">
    <p:bg>
      <p:bgPr>
        <a:blipFill>
          <a:blip r:embed="rId2">
            <a:alphaModFix/>
          </a:blip>
          <a:stretch>
            <a:fillRect/>
          </a:stretch>
        </a:blipFill>
      </p:bgPr>
    </p:bg>
    <p:spTree>
      <p:nvGrpSpPr>
        <p:cNvPr id="642" name="Shape 642"/>
        <p:cNvGrpSpPr/>
        <p:nvPr/>
      </p:nvGrpSpPr>
      <p:grpSpPr>
        <a:xfrm>
          <a:off x="0" y="0"/>
          <a:ext cx="0" cy="0"/>
          <a:chOff x="0" y="0"/>
          <a:chExt cx="0" cy="0"/>
        </a:xfrm>
      </p:grpSpPr>
      <p:sp>
        <p:nvSpPr>
          <p:cNvPr id="643" name="Google Shape;643;p120"/>
          <p:cNvSpPr txBox="1"/>
          <p:nvPr/>
        </p:nvSpPr>
        <p:spPr>
          <a:xfrm>
            <a:off x="467969" y="428687"/>
            <a:ext cx="8200500" cy="701700"/>
          </a:xfrm>
          <a:prstGeom prst="rect">
            <a:avLst/>
          </a:prstGeom>
          <a:noFill/>
          <a:ln>
            <a:noFill/>
          </a:ln>
        </p:spPr>
        <p:txBody>
          <a:bodyPr anchorCtr="0" anchor="ctr" bIns="34275" lIns="68575" spcFirstLastPara="1" rIns="68575" wrap="square" tIns="34275">
            <a:noAutofit/>
          </a:bodyPr>
          <a:lstStyle/>
          <a:p>
            <a:pPr indent="0" lvl="0" marL="0" rtl="0" algn="l">
              <a:spcBef>
                <a:spcPts val="0"/>
              </a:spcBef>
              <a:spcAft>
                <a:spcPts val="0"/>
              </a:spcAft>
              <a:buNone/>
            </a:pPr>
            <a:r>
              <a:rPr lang="en" sz="4800">
                <a:solidFill>
                  <a:srgbClr val="FFFFFF"/>
                </a:solidFill>
                <a:latin typeface="Century Gothic"/>
                <a:ea typeface="Century Gothic"/>
                <a:cs typeface="Century Gothic"/>
                <a:sym typeface="Century Gothic"/>
              </a:rPr>
              <a:t>For Further Information</a:t>
            </a:r>
            <a:endParaRPr sz="4800">
              <a:solidFill>
                <a:srgbClr val="FFFFFF"/>
              </a:solidFill>
              <a:latin typeface="Century Gothic"/>
              <a:ea typeface="Century Gothic"/>
              <a:cs typeface="Century Gothic"/>
              <a:sym typeface="Century Gothic"/>
            </a:endParaRPr>
          </a:p>
        </p:txBody>
      </p:sp>
      <p:sp>
        <p:nvSpPr>
          <p:cNvPr id="644" name="Google Shape;644;p120"/>
          <p:cNvSpPr txBox="1"/>
          <p:nvPr/>
        </p:nvSpPr>
        <p:spPr>
          <a:xfrm>
            <a:off x="497200" y="1870828"/>
            <a:ext cx="3999000" cy="12501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rgbClr val="FFFFFF"/>
              </a:buClr>
              <a:buSzPts val="1800"/>
              <a:buFont typeface="Arial"/>
              <a:buNone/>
            </a:pPr>
            <a:r>
              <a:rPr b="1" i="0" lang="en" sz="2100" u="none" cap="none" strike="noStrike">
                <a:solidFill>
                  <a:srgbClr val="FFFFFF"/>
                </a:solidFill>
                <a:latin typeface="Century Gothic"/>
                <a:ea typeface="Century Gothic"/>
                <a:cs typeface="Century Gothic"/>
                <a:sym typeface="Century Gothic"/>
              </a:rPr>
              <a:t>Shuli Goodman</a:t>
            </a:r>
            <a:endParaRPr b="0" i="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70C0"/>
              </a:buClr>
              <a:buSzPts val="1400"/>
              <a:buFont typeface="Arial"/>
              <a:buNone/>
            </a:pPr>
            <a:r>
              <a:rPr b="0" i="0" lang="en" sz="1700" u="none" cap="none" strike="noStrike">
                <a:solidFill>
                  <a:srgbClr val="FFFFFF"/>
                </a:solidFill>
                <a:latin typeface="Century Gothic"/>
                <a:ea typeface="Century Gothic"/>
                <a:cs typeface="Century Gothic"/>
                <a:sym typeface="Century Gothic"/>
              </a:rPr>
              <a:t>Executive Director</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Linux Foundation Energy</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sgoodman@lfenergy.org</a:t>
            </a:r>
            <a:endParaRPr b="0" i="0" sz="2100" u="none" cap="none" strike="noStrike">
              <a:solidFill>
                <a:srgbClr val="FFFFFF"/>
              </a:solidFill>
              <a:latin typeface="Century Gothic"/>
              <a:ea typeface="Century Gothic"/>
              <a:cs typeface="Century Gothic"/>
              <a:sym typeface="Century Gothic"/>
            </a:endParaRPr>
          </a:p>
        </p:txBody>
      </p:sp>
      <p:sp>
        <p:nvSpPr>
          <p:cNvPr id="645" name="Google Shape;645;p120"/>
          <p:cNvSpPr txBox="1"/>
          <p:nvPr/>
        </p:nvSpPr>
        <p:spPr>
          <a:xfrm>
            <a:off x="497200" y="3348559"/>
            <a:ext cx="4836900" cy="1482600"/>
          </a:xfrm>
          <a:prstGeom prst="rect">
            <a:avLst/>
          </a:prstGeom>
          <a:noFill/>
          <a:ln>
            <a:noFill/>
          </a:ln>
        </p:spPr>
        <p:txBody>
          <a:bodyPr anchorCtr="0" anchor="t" bIns="91425" lIns="91425" spcFirstLastPara="1" rIns="91425" wrap="square" tIns="91425">
            <a:noAutofit/>
          </a:bodyPr>
          <a:lstStyle/>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Our Website: </a:t>
            </a:r>
            <a:r>
              <a:rPr b="0" i="0" lang="en" sz="1500" u="sng" cap="none" strike="noStrike">
                <a:solidFill>
                  <a:srgbClr val="FFFFFF"/>
                </a:solidFill>
                <a:latin typeface="Century Gothic"/>
                <a:ea typeface="Century Gothic"/>
                <a:cs typeface="Century Gothic"/>
                <a:sym typeface="Century Gothic"/>
                <a:hlinkClick r:id="rId3">
                  <a:extLst>
                    <a:ext uri="{A12FA001-AC4F-418D-AE19-62706E023703}">
                      <ahyp:hlinkClr val="tx"/>
                    </a:ext>
                  </a:extLst>
                </a:hlinkClick>
              </a:rPr>
              <a:t>https://lfenergy.org</a:t>
            </a:r>
            <a:r>
              <a:rPr b="0" i="0" lang="en" sz="1500" u="none" cap="none" strike="noStrike">
                <a:solidFill>
                  <a:srgbClr val="FFFFFF"/>
                </a:solidFill>
                <a:latin typeface="Century Gothic"/>
                <a:ea typeface="Century Gothic"/>
                <a:cs typeface="Century Gothic"/>
                <a:sym typeface="Century Gothic"/>
              </a:rPr>
              <a:t> </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Membership:</a:t>
            </a:r>
            <a:r>
              <a:rPr lang="en" sz="1500" u="sng">
                <a:solidFill>
                  <a:srgbClr val="FFFFFF"/>
                </a:solidFill>
                <a:latin typeface="Century Gothic"/>
                <a:ea typeface="Century Gothic"/>
                <a:cs typeface="Century Gothic"/>
                <a:sym typeface="Century Gothic"/>
              </a:rPr>
              <a:t> </a:t>
            </a:r>
            <a:r>
              <a:rPr lang="en" sz="1500" u="sng">
                <a:solidFill>
                  <a:srgbClr val="FFFFFF"/>
                </a:solidFill>
                <a:latin typeface="Century Gothic"/>
                <a:ea typeface="Century Gothic"/>
                <a:cs typeface="Century Gothic"/>
                <a:sym typeface="Century Gothic"/>
                <a:hlinkClick r:id="rId4">
                  <a:extLst>
                    <a:ext uri="{A12FA001-AC4F-418D-AE19-62706E023703}">
                      <ahyp:hlinkClr val="tx"/>
                    </a:ext>
                  </a:extLst>
                </a:hlinkClick>
              </a:rPr>
              <a:t>https://www.lfenergy.org</a:t>
            </a:r>
            <a:r>
              <a:rPr b="0" i="0" lang="en" sz="1500" u="sng" cap="none" strike="noStrike">
                <a:solidFill>
                  <a:srgbClr val="FFFFFF"/>
                </a:solidFill>
                <a:latin typeface="Century Gothic"/>
                <a:ea typeface="Century Gothic"/>
                <a:cs typeface="Century Gothic"/>
                <a:sym typeface="Century Gothic"/>
                <a:hlinkClick r:id="rId5">
                  <a:extLst>
                    <a:ext uri="{A12FA001-AC4F-418D-AE19-62706E023703}">
                      <ahyp:hlinkClr val="tx"/>
                    </a:ext>
                  </a:extLst>
                </a:hlinkClick>
              </a:rPr>
              <a:t>/join</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Mailing Lists: </a:t>
            </a:r>
            <a:r>
              <a:rPr b="0" i="0" lang="en" sz="1500" u="sng" cap="none" strike="noStrike">
                <a:solidFill>
                  <a:srgbClr val="FFFFFF"/>
                </a:solidFill>
                <a:latin typeface="Century Gothic"/>
                <a:ea typeface="Century Gothic"/>
                <a:cs typeface="Century Gothic"/>
                <a:sym typeface="Century Gothic"/>
                <a:hlinkClick r:id="rId6">
                  <a:extLst>
                    <a:ext uri="{A12FA001-AC4F-418D-AE19-62706E023703}">
                      <ahyp:hlinkClr val="tx"/>
                    </a:ext>
                  </a:extLst>
                </a:hlinkClick>
              </a:rPr>
              <a:t>https://lists.lfenergy.org</a:t>
            </a:r>
            <a:endParaRPr sz="1500">
              <a:solidFill>
                <a:srgbClr val="FFFFFF"/>
              </a:solidFill>
              <a:latin typeface="Century Gothic"/>
              <a:ea typeface="Century Gothic"/>
              <a:cs typeface="Century Gothic"/>
              <a:sym typeface="Century Gothic"/>
            </a:endParaRPr>
          </a:p>
          <a:p>
            <a:pPr indent="0" lvl="0" marL="0" rtl="0" algn="l">
              <a:lnSpc>
                <a:spcPct val="115000"/>
              </a:lnSpc>
              <a:spcBef>
                <a:spcPts val="800"/>
              </a:spcBef>
              <a:spcAft>
                <a:spcPts val="0"/>
              </a:spcAft>
              <a:buClr>
                <a:srgbClr val="000000"/>
              </a:buClr>
              <a:buSzPts val="1500"/>
              <a:buFont typeface="Arial"/>
              <a:buNone/>
            </a:pPr>
            <a:r>
              <a:rPr lang="en" sz="1500">
                <a:solidFill>
                  <a:srgbClr val="FFFFFF"/>
                </a:solidFill>
                <a:latin typeface="Century Gothic"/>
                <a:ea typeface="Century Gothic"/>
                <a:cs typeface="Century Gothic"/>
                <a:sym typeface="Century Gothic"/>
              </a:rPr>
              <a:t>Our Wiki: </a:t>
            </a:r>
            <a:r>
              <a:rPr lang="en" sz="1500" u="sng">
                <a:solidFill>
                  <a:srgbClr val="FFFFFF"/>
                </a:solidFill>
                <a:latin typeface="Century Gothic"/>
                <a:ea typeface="Century Gothic"/>
                <a:cs typeface="Century Gothic"/>
                <a:sym typeface="Century Gothic"/>
              </a:rPr>
              <a:t>https://wiki.lfenergy.org </a:t>
            </a:r>
            <a:endParaRPr sz="1500">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t/>
            </a:r>
            <a:endParaRPr sz="1500">
              <a:solidFill>
                <a:srgbClr val="FFFFFF"/>
              </a:solidFill>
              <a:latin typeface="Century Gothic"/>
              <a:ea typeface="Century Gothic"/>
              <a:cs typeface="Century Gothic"/>
              <a:sym typeface="Century Gothic"/>
            </a:endParaRPr>
          </a:p>
        </p:txBody>
      </p:sp>
      <p:pic>
        <p:nvPicPr>
          <p:cNvPr id="646" name="Google Shape;646;p120"/>
          <p:cNvPicPr preferRelativeResize="0"/>
          <p:nvPr/>
        </p:nvPicPr>
        <p:blipFill rotWithShape="1">
          <a:blip r:embed="rId7">
            <a:alphaModFix/>
          </a:blip>
          <a:srcRect b="0" l="0" r="0" t="0"/>
          <a:stretch/>
        </p:blipFill>
        <p:spPr>
          <a:xfrm>
            <a:off x="6156437" y="4430992"/>
            <a:ext cx="2715155" cy="359269"/>
          </a:xfrm>
          <a:prstGeom prst="rect">
            <a:avLst/>
          </a:prstGeom>
          <a:noFill/>
          <a:ln>
            <a:noFill/>
          </a:ln>
        </p:spPr>
      </p:pic>
    </p:spTree>
  </p:cSld>
  <p:clrMapOvr>
    <a:masterClrMapping/>
  </p:clrMapOvr>
</p:sldLayout>
</file>

<file path=ppt/slideLayouts/slideLayout1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 Blue">
  <p:cSld name="Title_1">
    <p:bg>
      <p:bgPr>
        <a:blipFill>
          <a:blip r:embed="rId2">
            <a:alphaModFix/>
          </a:blip>
          <a:stretch>
            <a:fillRect/>
          </a:stretch>
        </a:blipFill>
      </p:bgPr>
    </p:bg>
    <p:spTree>
      <p:nvGrpSpPr>
        <p:cNvPr id="647" name="Shape 647"/>
        <p:cNvGrpSpPr/>
        <p:nvPr/>
      </p:nvGrpSpPr>
      <p:grpSpPr>
        <a:xfrm>
          <a:off x="0" y="0"/>
          <a:ext cx="0" cy="0"/>
          <a:chOff x="0" y="0"/>
          <a:chExt cx="0" cy="0"/>
        </a:xfrm>
      </p:grpSpPr>
      <p:sp>
        <p:nvSpPr>
          <p:cNvPr id="648" name="Google Shape;648;p12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
        <p:nvSpPr>
          <p:cNvPr id="649" name="Google Shape;649;p1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lt1"/>
              </a:buClr>
              <a:buSzPts val="3000"/>
              <a:buFont typeface="Century Gothic"/>
              <a:buNone/>
              <a:defRPr b="0" i="0" sz="3000" cap="none">
                <a:solidFill>
                  <a:schemeClr val="lt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654" name="Shape 654"/>
        <p:cNvGrpSpPr/>
        <p:nvPr/>
      </p:nvGrpSpPr>
      <p:grpSpPr>
        <a:xfrm>
          <a:off x="0" y="0"/>
          <a:ext cx="0" cy="0"/>
          <a:chOff x="0" y="0"/>
          <a:chExt cx="0" cy="0"/>
        </a:xfrm>
      </p:grpSpPr>
      <p:sp>
        <p:nvSpPr>
          <p:cNvPr id="655" name="Google Shape;655;p12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6" name="Google Shape;656;p12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7" name="Google Shape;657;p12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8" name="Google Shape;658;p12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9" name="Google Shape;659;p12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0" name="Google Shape;660;p12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61" name="Google Shape;661;p12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2" name="Google Shape;662;p12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63" name="Shape 663"/>
        <p:cNvGrpSpPr/>
        <p:nvPr/>
      </p:nvGrpSpPr>
      <p:grpSpPr>
        <a:xfrm>
          <a:off x="0" y="0"/>
          <a:ext cx="0" cy="0"/>
          <a:chOff x="0" y="0"/>
          <a:chExt cx="0" cy="0"/>
        </a:xfrm>
      </p:grpSpPr>
      <p:sp>
        <p:nvSpPr>
          <p:cNvPr id="664" name="Google Shape;664;p12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65" name="Google Shape;665;p12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6" name="Google Shape;666;p12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67" name="Google Shape;667;p1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68" name="Google Shape;668;p12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9" name="Google Shape;669;p12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670" name="Google Shape;670;p12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671" name="Shape 671"/>
        <p:cNvGrpSpPr/>
        <p:nvPr/>
      </p:nvGrpSpPr>
      <p:grpSpPr>
        <a:xfrm>
          <a:off x="0" y="0"/>
          <a:ext cx="0" cy="0"/>
          <a:chOff x="0" y="0"/>
          <a:chExt cx="0" cy="0"/>
        </a:xfrm>
      </p:grpSpPr>
      <p:sp>
        <p:nvSpPr>
          <p:cNvPr id="672" name="Google Shape;672;p12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73" name="Google Shape;673;p12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74" name="Google Shape;674;p12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5" name="Google Shape;675;p1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6" name="Google Shape;676;p12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7" name="Google Shape;677;p12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78" name="Google Shape;678;p12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679" name="Shape 679"/>
        <p:cNvGrpSpPr/>
        <p:nvPr/>
      </p:nvGrpSpPr>
      <p:grpSpPr>
        <a:xfrm>
          <a:off x="0" y="0"/>
          <a:ext cx="0" cy="0"/>
          <a:chOff x="0" y="0"/>
          <a:chExt cx="0" cy="0"/>
        </a:xfrm>
      </p:grpSpPr>
      <p:sp>
        <p:nvSpPr>
          <p:cNvPr id="680" name="Google Shape;680;p12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1" name="Google Shape;681;p12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2" name="Google Shape;682;p12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683" name="Google Shape;683;p1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4" name="Google Shape;684;p12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685" name="Shape 685"/>
        <p:cNvGrpSpPr/>
        <p:nvPr/>
      </p:nvGrpSpPr>
      <p:grpSpPr>
        <a:xfrm>
          <a:off x="0" y="0"/>
          <a:ext cx="0" cy="0"/>
          <a:chOff x="0" y="0"/>
          <a:chExt cx="0" cy="0"/>
        </a:xfrm>
      </p:grpSpPr>
      <p:sp>
        <p:nvSpPr>
          <p:cNvPr id="686" name="Google Shape;686;p12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7" name="Google Shape;687;p12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8" name="Google Shape;688;p12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9" name="Google Shape;689;p12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690" name="Shape 690"/>
        <p:cNvGrpSpPr/>
        <p:nvPr/>
      </p:nvGrpSpPr>
      <p:grpSpPr>
        <a:xfrm>
          <a:off x="0" y="0"/>
          <a:ext cx="0" cy="0"/>
          <a:chOff x="0" y="0"/>
          <a:chExt cx="0" cy="0"/>
        </a:xfrm>
      </p:grpSpPr>
      <p:sp>
        <p:nvSpPr>
          <p:cNvPr id="691" name="Google Shape;691;p12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2" name="Google Shape;692;p12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93" name="Google Shape;693;p1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94" name="Google Shape;694;p12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695" name="Shape 695"/>
        <p:cNvGrpSpPr/>
        <p:nvPr/>
      </p:nvGrpSpPr>
      <p:grpSpPr>
        <a:xfrm>
          <a:off x="0" y="0"/>
          <a:ext cx="0" cy="0"/>
          <a:chOff x="0" y="0"/>
          <a:chExt cx="0" cy="0"/>
        </a:xfrm>
      </p:grpSpPr>
      <p:sp>
        <p:nvSpPr>
          <p:cNvPr id="696" name="Google Shape;696;p12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697" name="Google Shape;697;p12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8" name="Google Shape;698;p12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9" name="Google Shape;699;p12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700" name="Google Shape;700;p129"/>
          <p:cNvGrpSpPr/>
          <p:nvPr/>
        </p:nvGrpSpPr>
        <p:grpSpPr>
          <a:xfrm>
            <a:off x="6971838" y="-12"/>
            <a:ext cx="2174881" cy="1450030"/>
            <a:chOff x="6098378" y="5"/>
            <a:chExt cx="3045625" cy="2030570"/>
          </a:xfrm>
        </p:grpSpPr>
        <p:sp>
          <p:nvSpPr>
            <p:cNvPr id="701" name="Google Shape;701;p12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2" name="Google Shape;702;p12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3" name="Google Shape;703;p12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4" name="Google Shape;704;p12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705" name="Google Shape;705;p12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706" name="Google Shape;706;p12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707" name="Shape 707"/>
        <p:cNvGrpSpPr/>
        <p:nvPr/>
      </p:nvGrpSpPr>
      <p:grpSpPr>
        <a:xfrm>
          <a:off x="0" y="0"/>
          <a:ext cx="0" cy="0"/>
          <a:chOff x="0" y="0"/>
          <a:chExt cx="0" cy="0"/>
        </a:xfrm>
      </p:grpSpPr>
      <p:sp>
        <p:nvSpPr>
          <p:cNvPr id="708" name="Google Shape;708;p13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9" name="Google Shape;709;p13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0" name="Google Shape;710;p13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11" name="Google Shape;711;p13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2" name="Google Shape;712;p13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3" name="Google Shape;713;p13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714" name="Google Shape;714;p13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715" name="Shape 715"/>
        <p:cNvGrpSpPr/>
        <p:nvPr/>
      </p:nvGrpSpPr>
      <p:grpSpPr>
        <a:xfrm>
          <a:off x="0" y="0"/>
          <a:ext cx="0" cy="0"/>
          <a:chOff x="0" y="0"/>
          <a:chExt cx="0" cy="0"/>
        </a:xfrm>
      </p:grpSpPr>
      <p:sp>
        <p:nvSpPr>
          <p:cNvPr id="716" name="Google Shape;716;p13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7" name="Google Shape;717;p13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8" name="Google Shape;718;p13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9" name="Google Shape;719;p13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0" name="Google Shape;720;p131"/>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721" name="Google Shape;721;p131"/>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722" name="Google Shape;722;p131"/>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3" name="Google Shape;723;p131"/>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4" name="Google Shape;724;p131"/>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5" name="Google Shape;725;p131"/>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726" name="Google Shape;726;p131"/>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727" name="Google Shape;727;p131"/>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728" name="Google Shape;728;p131"/>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729" name="Google Shape;729;p131"/>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0" name="Google Shape;730;p131"/>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1" name="Google Shape;731;p131"/>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2" name="Google Shape;732;p131"/>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3" name="Google Shape;733;p131"/>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4" name="Google Shape;734;p131"/>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5" name="Google Shape;735;p131"/>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1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36" name="Shape 736"/>
        <p:cNvGrpSpPr/>
        <p:nvPr/>
      </p:nvGrpSpPr>
      <p:grpSpPr>
        <a:xfrm>
          <a:off x="0" y="0"/>
          <a:ext cx="0" cy="0"/>
          <a:chOff x="0" y="0"/>
          <a:chExt cx="0" cy="0"/>
        </a:xfrm>
      </p:grpSpPr>
      <p:sp>
        <p:nvSpPr>
          <p:cNvPr id="737" name="Google Shape;737;p13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38" name="Google Shape;738;p13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9" name="Google Shape;739;p132"/>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0" name="Shape 740"/>
        <p:cNvGrpSpPr/>
        <p:nvPr/>
      </p:nvGrpSpPr>
      <p:grpSpPr>
        <a:xfrm>
          <a:off x="0" y="0"/>
          <a:ext cx="0" cy="0"/>
          <a:chOff x="0" y="0"/>
          <a:chExt cx="0" cy="0"/>
        </a:xfrm>
      </p:grpSpPr>
      <p:sp>
        <p:nvSpPr>
          <p:cNvPr id="741" name="Google Shape;741;p13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2" name="Google Shape;742;p133"/>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743" name="Google Shape;743;p133"/>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744" name="Google Shape;744;p133"/>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745" name="Google Shape;745;p1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46" name="Google Shape;746;p13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747" name="Google Shape;747;p13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748" name="Shape 748"/>
        <p:cNvGrpSpPr/>
        <p:nvPr/>
      </p:nvGrpSpPr>
      <p:grpSpPr>
        <a:xfrm>
          <a:off x="0" y="0"/>
          <a:ext cx="0" cy="0"/>
          <a:chOff x="0" y="0"/>
          <a:chExt cx="0" cy="0"/>
        </a:xfrm>
      </p:grpSpPr>
      <p:grpSp>
        <p:nvGrpSpPr>
          <p:cNvPr id="749" name="Google Shape;749;p134"/>
          <p:cNvGrpSpPr/>
          <p:nvPr/>
        </p:nvGrpSpPr>
        <p:grpSpPr>
          <a:xfrm>
            <a:off x="6098378" y="5"/>
            <a:ext cx="3045625" cy="2030570"/>
            <a:chOff x="6098378" y="5"/>
            <a:chExt cx="3045625" cy="2030570"/>
          </a:xfrm>
        </p:grpSpPr>
        <p:sp>
          <p:nvSpPr>
            <p:cNvPr id="750" name="Google Shape;750;p134"/>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1" name="Google Shape;751;p134"/>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2" name="Google Shape;752;p134"/>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3" name="Google Shape;753;p134"/>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754" name="Google Shape;754;p134"/>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755" name="Google Shape;755;p134"/>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756" name="Google Shape;756;p1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57" name="Google Shape;757;p134"/>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758" name="Shape 758"/>
        <p:cNvGrpSpPr/>
        <p:nvPr/>
      </p:nvGrpSpPr>
      <p:grpSpPr>
        <a:xfrm>
          <a:off x="0" y="0"/>
          <a:ext cx="0" cy="0"/>
          <a:chOff x="0" y="0"/>
          <a:chExt cx="0" cy="0"/>
        </a:xfrm>
      </p:grpSpPr>
      <p:sp>
        <p:nvSpPr>
          <p:cNvPr id="759" name="Google Shape;759;p13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760" name="Shape 760"/>
        <p:cNvGrpSpPr/>
        <p:nvPr/>
      </p:nvGrpSpPr>
      <p:grpSpPr>
        <a:xfrm>
          <a:off x="0" y="0"/>
          <a:ext cx="0" cy="0"/>
          <a:chOff x="0" y="0"/>
          <a:chExt cx="0" cy="0"/>
        </a:xfrm>
      </p:grpSpPr>
      <p:sp>
        <p:nvSpPr>
          <p:cNvPr id="761" name="Google Shape;761;p13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2" name="Google Shape;762;p13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3" name="Google Shape;763;p13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4" name="Google Shape;764;p13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5" name="Google Shape;765;p13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6" name="Google Shape;766;p13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67" name="Google Shape;767;p13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768" name="Google Shape;768;p13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769" name="Google Shape;769;p13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770" name="Shape 770"/>
        <p:cNvGrpSpPr/>
        <p:nvPr/>
      </p:nvGrpSpPr>
      <p:grpSpPr>
        <a:xfrm>
          <a:off x="0" y="0"/>
          <a:ext cx="0" cy="0"/>
          <a:chOff x="0" y="0"/>
          <a:chExt cx="0" cy="0"/>
        </a:xfrm>
      </p:grpSpPr>
      <p:sp>
        <p:nvSpPr>
          <p:cNvPr id="771" name="Google Shape;771;p137"/>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772" name="Google Shape;772;p13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773" name="Shape 773"/>
        <p:cNvGrpSpPr/>
        <p:nvPr/>
      </p:nvGrpSpPr>
      <p:grpSpPr>
        <a:xfrm>
          <a:off x="0" y="0"/>
          <a:ext cx="0" cy="0"/>
          <a:chOff x="0" y="0"/>
          <a:chExt cx="0" cy="0"/>
        </a:xfrm>
      </p:grpSpPr>
      <p:sp>
        <p:nvSpPr>
          <p:cNvPr id="774" name="Google Shape;774;p138"/>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775" name="Google Shape;775;p138"/>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776" name="Google Shape;776;p138"/>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777" name="Google Shape;777;p138"/>
          <p:cNvSpPr/>
          <p:nvPr>
            <p:ph idx="2" type="pic"/>
          </p:nvPr>
        </p:nvSpPr>
        <p:spPr>
          <a:xfrm>
            <a:off x="-5" y="-37"/>
            <a:ext cx="2786400" cy="1025700"/>
          </a:xfrm>
          <a:prstGeom prst="rect">
            <a:avLst/>
          </a:prstGeom>
          <a:noFill/>
          <a:ln>
            <a:noFill/>
          </a:ln>
        </p:spPr>
      </p:sp>
      <p:sp>
        <p:nvSpPr>
          <p:cNvPr id="778" name="Google Shape;778;p138"/>
          <p:cNvSpPr/>
          <p:nvPr>
            <p:ph idx="3" type="pic"/>
          </p:nvPr>
        </p:nvSpPr>
        <p:spPr>
          <a:xfrm>
            <a:off x="5465475" y="1135388"/>
            <a:ext cx="3483900" cy="2273700"/>
          </a:xfrm>
          <a:prstGeom prst="rect">
            <a:avLst/>
          </a:prstGeom>
          <a:noFill/>
          <a:ln>
            <a:noFill/>
          </a:ln>
        </p:spPr>
      </p:sp>
      <p:sp>
        <p:nvSpPr>
          <p:cNvPr id="779" name="Google Shape;779;p138"/>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780" name="Google Shape;780;p138"/>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781" name="Google Shape;781;p138"/>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782" name="Google Shape;782;p1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783" name="Shape 783"/>
        <p:cNvGrpSpPr/>
        <p:nvPr/>
      </p:nvGrpSpPr>
      <p:grpSpPr>
        <a:xfrm>
          <a:off x="0" y="0"/>
          <a:ext cx="0" cy="0"/>
          <a:chOff x="0" y="0"/>
          <a:chExt cx="0" cy="0"/>
        </a:xfrm>
      </p:grpSpPr>
      <p:sp>
        <p:nvSpPr>
          <p:cNvPr id="784" name="Google Shape;784;p139"/>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785" name="Google Shape;785;p139"/>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786" name="Google Shape;786;p13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787" name="Shape 787"/>
        <p:cNvGrpSpPr/>
        <p:nvPr/>
      </p:nvGrpSpPr>
      <p:grpSpPr>
        <a:xfrm>
          <a:off x="0" y="0"/>
          <a:ext cx="0" cy="0"/>
          <a:chOff x="0" y="0"/>
          <a:chExt cx="0" cy="0"/>
        </a:xfrm>
      </p:grpSpPr>
      <p:sp>
        <p:nvSpPr>
          <p:cNvPr id="788" name="Google Shape;788;p140"/>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789" name="Google Shape;789;p140"/>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790" name="Google Shape;790;p140"/>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791" name="Google Shape;791;p140"/>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792" name="Google Shape;792;p14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793" name="Google Shape;793;p140"/>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1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794" name="Shape 794"/>
        <p:cNvGrpSpPr/>
        <p:nvPr/>
      </p:nvGrpSpPr>
      <p:grpSpPr>
        <a:xfrm>
          <a:off x="0" y="0"/>
          <a:ext cx="0" cy="0"/>
          <a:chOff x="0" y="0"/>
          <a:chExt cx="0" cy="0"/>
        </a:xfrm>
      </p:grpSpPr>
      <p:sp>
        <p:nvSpPr>
          <p:cNvPr id="795" name="Google Shape;795;p14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796" name="Google Shape;796;p14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797" name="Google Shape;797;p14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798" name="Shape 798"/>
        <p:cNvGrpSpPr/>
        <p:nvPr/>
      </p:nvGrpSpPr>
      <p:grpSpPr>
        <a:xfrm>
          <a:off x="0" y="0"/>
          <a:ext cx="0" cy="0"/>
          <a:chOff x="0" y="0"/>
          <a:chExt cx="0" cy="0"/>
        </a:xfrm>
      </p:grpSpPr>
      <p:grpSp>
        <p:nvGrpSpPr>
          <p:cNvPr id="799" name="Google Shape;799;p142"/>
          <p:cNvGrpSpPr/>
          <p:nvPr/>
        </p:nvGrpSpPr>
        <p:grpSpPr>
          <a:xfrm>
            <a:off x="6098378" y="5"/>
            <a:ext cx="3045625" cy="2030570"/>
            <a:chOff x="6098378" y="5"/>
            <a:chExt cx="3045625" cy="2030570"/>
          </a:xfrm>
        </p:grpSpPr>
        <p:sp>
          <p:nvSpPr>
            <p:cNvPr id="800" name="Google Shape;800;p14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1" name="Google Shape;801;p14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2" name="Google Shape;802;p14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3" name="Google Shape;803;p14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04" name="Google Shape;804;p142"/>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05" name="Google Shape;805;p1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6" name="Google Shape;806;p14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807" name="Google Shape;807;p142"/>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1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808" name="Shape 808"/>
        <p:cNvGrpSpPr/>
        <p:nvPr/>
      </p:nvGrpSpPr>
      <p:grpSpPr>
        <a:xfrm>
          <a:off x="0" y="0"/>
          <a:ext cx="0" cy="0"/>
          <a:chOff x="0" y="0"/>
          <a:chExt cx="0" cy="0"/>
        </a:xfrm>
      </p:grpSpPr>
      <p:sp>
        <p:nvSpPr>
          <p:cNvPr id="809" name="Google Shape;809;p14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0" name="Google Shape;810;p143"/>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811" name="Google Shape;811;p14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12" name="Google Shape;812;p14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3" name="Google Shape;813;p143"/>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814" name="Google Shape;814;p143"/>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815" name="Google Shape;815;p143"/>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1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816" name="Shape 816"/>
        <p:cNvGrpSpPr/>
        <p:nvPr/>
      </p:nvGrpSpPr>
      <p:grpSpPr>
        <a:xfrm>
          <a:off x="0" y="0"/>
          <a:ext cx="0" cy="0"/>
          <a:chOff x="0" y="0"/>
          <a:chExt cx="0" cy="0"/>
        </a:xfrm>
      </p:grpSpPr>
      <p:sp>
        <p:nvSpPr>
          <p:cNvPr id="817" name="Google Shape;817;p144"/>
          <p:cNvSpPr txBox="1"/>
          <p:nvPr>
            <p:ph type="ctrTitle"/>
          </p:nvPr>
        </p:nvSpPr>
        <p:spPr>
          <a:xfrm>
            <a:off x="628650" y="727472"/>
            <a:ext cx="4400700" cy="17907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18" name="Google Shape;818;p144"/>
          <p:cNvSpPr txBox="1"/>
          <p:nvPr>
            <p:ph idx="1" type="subTitle"/>
          </p:nvPr>
        </p:nvSpPr>
        <p:spPr>
          <a:xfrm>
            <a:off x="628650" y="2587228"/>
            <a:ext cx="4400700" cy="6285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800"/>
              </a:spcBef>
              <a:spcAft>
                <a:spcPts val="0"/>
              </a:spcAft>
              <a:buSzPts val="2100"/>
              <a:buNone/>
              <a:defRPr sz="2100">
                <a:solidFill>
                  <a:schemeClr val="lt1"/>
                </a:solidFill>
                <a:latin typeface="Open Sans"/>
                <a:ea typeface="Open Sans"/>
                <a:cs typeface="Open Sans"/>
                <a:sym typeface="Open Sans"/>
              </a:defRPr>
            </a:lvl1pPr>
            <a:lvl2pPr lvl="1" algn="ctr">
              <a:lnSpc>
                <a:spcPct val="100000"/>
              </a:lnSpc>
              <a:spcBef>
                <a:spcPts val="400"/>
              </a:spcBef>
              <a:spcAft>
                <a:spcPts val="0"/>
              </a:spcAft>
              <a:buSzPts val="1500"/>
              <a:buNone/>
              <a:defRPr sz="1500"/>
            </a:lvl2pPr>
            <a:lvl3pPr lvl="2" algn="ctr">
              <a:lnSpc>
                <a:spcPct val="100000"/>
              </a:lnSpc>
              <a:spcBef>
                <a:spcPts val="400"/>
              </a:spcBef>
              <a:spcAft>
                <a:spcPts val="0"/>
              </a:spcAft>
              <a:buSzPts val="1400"/>
              <a:buNone/>
              <a:defRPr sz="1400"/>
            </a:lvl3pPr>
            <a:lvl4pPr lvl="3" algn="ctr">
              <a:lnSpc>
                <a:spcPct val="100000"/>
              </a:lnSpc>
              <a:spcBef>
                <a:spcPts val="400"/>
              </a:spcBef>
              <a:spcAft>
                <a:spcPts val="0"/>
              </a:spcAft>
              <a:buSzPts val="1200"/>
              <a:buNone/>
              <a:defRPr sz="1200"/>
            </a:lvl4pPr>
            <a:lvl5pPr lvl="4" algn="ctr">
              <a:lnSpc>
                <a:spcPct val="100000"/>
              </a:lnSpc>
              <a:spcBef>
                <a:spcPts val="400"/>
              </a:spcBef>
              <a:spcAft>
                <a:spcPts val="0"/>
              </a:spcAft>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pic>
        <p:nvPicPr>
          <p:cNvPr descr="A picture containing thing&#10;&#10;Description generated with high confidence" id="819" name="Google Shape;819;p144"/>
          <p:cNvPicPr preferRelativeResize="0"/>
          <p:nvPr/>
        </p:nvPicPr>
        <p:blipFill rotWithShape="1">
          <a:blip r:embed="rId3">
            <a:alphaModFix/>
          </a:blip>
          <a:srcRect b="0" l="0" r="0" t="0"/>
          <a:stretch/>
        </p:blipFill>
        <p:spPr>
          <a:xfrm>
            <a:off x="628650" y="4376968"/>
            <a:ext cx="3771903" cy="225131"/>
          </a:xfrm>
          <a:prstGeom prst="rect">
            <a:avLst/>
          </a:prstGeom>
          <a:noFill/>
          <a:ln>
            <a:noFill/>
          </a:ln>
        </p:spPr>
      </p:pic>
      <p:sp>
        <p:nvSpPr>
          <p:cNvPr id="820" name="Google Shape;820;p144"/>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1" name="Google Shape;821;p144"/>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u="none" cap="none" strike="noStrike">
                <a:solidFill>
                  <a:schemeClr val="lt1"/>
                </a:solidFill>
                <a:latin typeface="Open Sans Light"/>
                <a:ea typeface="Open Sans Light"/>
                <a:cs typeface="Open Sans Light"/>
                <a:sym typeface="Open Sans Light"/>
              </a:defRPr>
            </a:lvl1pPr>
            <a:lvl2pPr indent="0" lvl="1" marL="0" algn="r">
              <a:spcBef>
                <a:spcPts val="0"/>
              </a:spcBef>
              <a:buNone/>
              <a:defRPr b="0" i="0" sz="800" u="none" cap="none" strike="noStrike">
                <a:solidFill>
                  <a:schemeClr val="lt1"/>
                </a:solidFill>
                <a:latin typeface="Open Sans Light"/>
                <a:ea typeface="Open Sans Light"/>
                <a:cs typeface="Open Sans Light"/>
                <a:sym typeface="Open Sans Light"/>
              </a:defRPr>
            </a:lvl2pPr>
            <a:lvl3pPr indent="0" lvl="2" marL="0" algn="r">
              <a:spcBef>
                <a:spcPts val="0"/>
              </a:spcBef>
              <a:buNone/>
              <a:defRPr b="0" i="0" sz="800" u="none" cap="none" strike="noStrike">
                <a:solidFill>
                  <a:schemeClr val="lt1"/>
                </a:solidFill>
                <a:latin typeface="Open Sans Light"/>
                <a:ea typeface="Open Sans Light"/>
                <a:cs typeface="Open Sans Light"/>
                <a:sym typeface="Open Sans Light"/>
              </a:defRPr>
            </a:lvl3pPr>
            <a:lvl4pPr indent="0" lvl="3" marL="0" algn="r">
              <a:spcBef>
                <a:spcPts val="0"/>
              </a:spcBef>
              <a:buNone/>
              <a:defRPr b="0" i="0" sz="800" u="none" cap="none" strike="noStrike">
                <a:solidFill>
                  <a:schemeClr val="lt1"/>
                </a:solidFill>
                <a:latin typeface="Open Sans Light"/>
                <a:ea typeface="Open Sans Light"/>
                <a:cs typeface="Open Sans Light"/>
                <a:sym typeface="Open Sans Light"/>
              </a:defRPr>
            </a:lvl4pPr>
            <a:lvl5pPr indent="0" lvl="4" marL="0" algn="r">
              <a:spcBef>
                <a:spcPts val="0"/>
              </a:spcBef>
              <a:buNone/>
              <a:defRPr b="0" i="0" sz="800" u="none" cap="none" strike="noStrike">
                <a:solidFill>
                  <a:schemeClr val="lt1"/>
                </a:solidFill>
                <a:latin typeface="Open Sans Light"/>
                <a:ea typeface="Open Sans Light"/>
                <a:cs typeface="Open Sans Light"/>
                <a:sym typeface="Open Sans Light"/>
              </a:defRPr>
            </a:lvl5pPr>
            <a:lvl6pPr indent="0" lvl="5" marL="0" algn="r">
              <a:spcBef>
                <a:spcPts val="0"/>
              </a:spcBef>
              <a:buNone/>
              <a:defRPr b="0" i="0" sz="800" u="none" cap="none" strike="noStrike">
                <a:solidFill>
                  <a:schemeClr val="lt1"/>
                </a:solidFill>
                <a:latin typeface="Open Sans Light"/>
                <a:ea typeface="Open Sans Light"/>
                <a:cs typeface="Open Sans Light"/>
                <a:sym typeface="Open Sans Light"/>
              </a:defRPr>
            </a:lvl6pPr>
            <a:lvl7pPr indent="0" lvl="6" marL="0" algn="r">
              <a:spcBef>
                <a:spcPts val="0"/>
              </a:spcBef>
              <a:buNone/>
              <a:defRPr b="0" i="0" sz="800" u="none" cap="none" strike="noStrike">
                <a:solidFill>
                  <a:schemeClr val="lt1"/>
                </a:solidFill>
                <a:latin typeface="Open Sans Light"/>
                <a:ea typeface="Open Sans Light"/>
                <a:cs typeface="Open Sans Light"/>
                <a:sym typeface="Open Sans Light"/>
              </a:defRPr>
            </a:lvl7pPr>
            <a:lvl8pPr indent="0" lvl="7" marL="0" algn="r">
              <a:spcBef>
                <a:spcPts val="0"/>
              </a:spcBef>
              <a:buNone/>
              <a:defRPr b="0" i="0" sz="800" u="none" cap="none" strike="noStrike">
                <a:solidFill>
                  <a:schemeClr val="lt1"/>
                </a:solidFill>
                <a:latin typeface="Open Sans Light"/>
                <a:ea typeface="Open Sans Light"/>
                <a:cs typeface="Open Sans Light"/>
                <a:sym typeface="Open Sans Light"/>
              </a:defRPr>
            </a:lvl8pPr>
            <a:lvl9pPr indent="0" lvl="8" marL="0" algn="r">
              <a:spcBef>
                <a:spcPts val="0"/>
              </a:spcBef>
              <a:buNone/>
              <a:defRPr b="0" i="0" sz="800" u="none" cap="none" strike="noStrike">
                <a:solidFill>
                  <a:schemeClr val="lt1"/>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22" name="Google Shape;822;p144"/>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Layouts/slideLayout1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_2">
    <p:spTree>
      <p:nvGrpSpPr>
        <p:cNvPr id="823" name="Shape 823"/>
        <p:cNvGrpSpPr/>
        <p:nvPr/>
      </p:nvGrpSpPr>
      <p:grpSpPr>
        <a:xfrm>
          <a:off x="0" y="0"/>
          <a:ext cx="0" cy="0"/>
          <a:chOff x="0" y="0"/>
          <a:chExt cx="0" cy="0"/>
        </a:xfrm>
      </p:grpSpPr>
      <p:sp>
        <p:nvSpPr>
          <p:cNvPr id="824" name="Google Shape;824;p145"/>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25" name="Google Shape;825;p145"/>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rmAutofit/>
          </a:bodyPr>
          <a:lstStyle>
            <a:lvl1pPr indent="-361950" lvl="0" marL="45720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cxnSp>
        <p:nvCxnSpPr>
          <p:cNvPr id="826" name="Google Shape;826;p145"/>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827" name="Google Shape;827;p145"/>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828" name="Google Shape;828;p145"/>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9" name="Google Shape;829;p145"/>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a:solidFill>
                  <a:srgbClr val="2F2F2F"/>
                </a:solidFill>
                <a:latin typeface="Open Sans Light"/>
                <a:ea typeface="Open Sans Light"/>
                <a:cs typeface="Open Sans Light"/>
                <a:sym typeface="Open Sans Light"/>
              </a:defRPr>
            </a:lvl1pPr>
            <a:lvl2pPr indent="0" lvl="1" marL="0" algn="r">
              <a:spcBef>
                <a:spcPts val="0"/>
              </a:spcBef>
              <a:buNone/>
              <a:defRPr b="0" i="0" sz="800">
                <a:solidFill>
                  <a:srgbClr val="2F2F2F"/>
                </a:solidFill>
                <a:latin typeface="Open Sans Light"/>
                <a:ea typeface="Open Sans Light"/>
                <a:cs typeface="Open Sans Light"/>
                <a:sym typeface="Open Sans Light"/>
              </a:defRPr>
            </a:lvl2pPr>
            <a:lvl3pPr indent="0" lvl="2" marL="0" algn="r">
              <a:spcBef>
                <a:spcPts val="0"/>
              </a:spcBef>
              <a:buNone/>
              <a:defRPr b="0" i="0" sz="800">
                <a:solidFill>
                  <a:srgbClr val="2F2F2F"/>
                </a:solidFill>
                <a:latin typeface="Open Sans Light"/>
                <a:ea typeface="Open Sans Light"/>
                <a:cs typeface="Open Sans Light"/>
                <a:sym typeface="Open Sans Light"/>
              </a:defRPr>
            </a:lvl3pPr>
            <a:lvl4pPr indent="0" lvl="3" marL="0" algn="r">
              <a:spcBef>
                <a:spcPts val="0"/>
              </a:spcBef>
              <a:buNone/>
              <a:defRPr b="0" i="0" sz="800">
                <a:solidFill>
                  <a:srgbClr val="2F2F2F"/>
                </a:solidFill>
                <a:latin typeface="Open Sans Light"/>
                <a:ea typeface="Open Sans Light"/>
                <a:cs typeface="Open Sans Light"/>
                <a:sym typeface="Open Sans Light"/>
              </a:defRPr>
            </a:lvl4pPr>
            <a:lvl5pPr indent="0" lvl="4" marL="0" algn="r">
              <a:spcBef>
                <a:spcPts val="0"/>
              </a:spcBef>
              <a:buNone/>
              <a:defRPr b="0" i="0" sz="800">
                <a:solidFill>
                  <a:srgbClr val="2F2F2F"/>
                </a:solidFill>
                <a:latin typeface="Open Sans Light"/>
                <a:ea typeface="Open Sans Light"/>
                <a:cs typeface="Open Sans Light"/>
                <a:sym typeface="Open Sans Light"/>
              </a:defRPr>
            </a:lvl5pPr>
            <a:lvl6pPr indent="0" lvl="5" marL="0" algn="r">
              <a:spcBef>
                <a:spcPts val="0"/>
              </a:spcBef>
              <a:buNone/>
              <a:defRPr b="0" i="0" sz="800">
                <a:solidFill>
                  <a:srgbClr val="2F2F2F"/>
                </a:solidFill>
                <a:latin typeface="Open Sans Light"/>
                <a:ea typeface="Open Sans Light"/>
                <a:cs typeface="Open Sans Light"/>
                <a:sym typeface="Open Sans Light"/>
              </a:defRPr>
            </a:lvl6pPr>
            <a:lvl7pPr indent="0" lvl="6" marL="0" algn="r">
              <a:spcBef>
                <a:spcPts val="0"/>
              </a:spcBef>
              <a:buNone/>
              <a:defRPr b="0" i="0" sz="800">
                <a:solidFill>
                  <a:srgbClr val="2F2F2F"/>
                </a:solidFill>
                <a:latin typeface="Open Sans Light"/>
                <a:ea typeface="Open Sans Light"/>
                <a:cs typeface="Open Sans Light"/>
                <a:sym typeface="Open Sans Light"/>
              </a:defRPr>
            </a:lvl7pPr>
            <a:lvl8pPr indent="0" lvl="7" marL="0" algn="r">
              <a:spcBef>
                <a:spcPts val="0"/>
              </a:spcBef>
              <a:buNone/>
              <a:defRPr b="0" i="0" sz="800">
                <a:solidFill>
                  <a:srgbClr val="2F2F2F"/>
                </a:solidFill>
                <a:latin typeface="Open Sans Light"/>
                <a:ea typeface="Open Sans Light"/>
                <a:cs typeface="Open Sans Light"/>
                <a:sym typeface="Open Sans Light"/>
              </a:defRPr>
            </a:lvl8pPr>
            <a:lvl9pPr indent="0" lvl="8" mar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30" name="Google Shape;830;p145"/>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40" Type="http://schemas.openxmlformats.org/officeDocument/2006/relationships/slideLayout" Target="../slideLayouts/slideLayout40.xml"/><Relationship Id="rId42" Type="http://schemas.openxmlformats.org/officeDocument/2006/relationships/slideLayout" Target="../slideLayouts/slideLayout42.xml"/><Relationship Id="rId41" Type="http://schemas.openxmlformats.org/officeDocument/2006/relationships/slideLayout" Target="../slideLayouts/slideLayout41.xml"/><Relationship Id="rId44" Type="http://schemas.openxmlformats.org/officeDocument/2006/relationships/slideLayout" Target="../slideLayouts/slideLayout44.xml"/><Relationship Id="rId43" Type="http://schemas.openxmlformats.org/officeDocument/2006/relationships/slideLayout" Target="../slideLayouts/slideLayout43.xml"/><Relationship Id="rId46" Type="http://schemas.openxmlformats.org/officeDocument/2006/relationships/slideLayout" Target="../slideLayouts/slideLayout46.xml"/><Relationship Id="rId45" Type="http://schemas.openxmlformats.org/officeDocument/2006/relationships/slideLayout" Target="../slideLayouts/slideLayout45.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48" Type="http://schemas.openxmlformats.org/officeDocument/2006/relationships/slideLayout" Target="../slideLayouts/slideLayout48.xml"/><Relationship Id="rId47" Type="http://schemas.openxmlformats.org/officeDocument/2006/relationships/slideLayout" Target="../slideLayouts/slideLayout47.xml"/><Relationship Id="rId49" Type="http://schemas.openxmlformats.org/officeDocument/2006/relationships/slideLayout" Target="../slideLayouts/slideLayout4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31" Type="http://schemas.openxmlformats.org/officeDocument/2006/relationships/slideLayout" Target="../slideLayouts/slideLayout31.xml"/><Relationship Id="rId30" Type="http://schemas.openxmlformats.org/officeDocument/2006/relationships/slideLayout" Target="../slideLayouts/slideLayout30.xml"/><Relationship Id="rId33" Type="http://schemas.openxmlformats.org/officeDocument/2006/relationships/slideLayout" Target="../slideLayouts/slideLayout33.xml"/><Relationship Id="rId32" Type="http://schemas.openxmlformats.org/officeDocument/2006/relationships/slideLayout" Target="../slideLayouts/slideLayout32.xml"/><Relationship Id="rId35" Type="http://schemas.openxmlformats.org/officeDocument/2006/relationships/slideLayout" Target="../slideLayouts/slideLayout35.xml"/><Relationship Id="rId34" Type="http://schemas.openxmlformats.org/officeDocument/2006/relationships/slideLayout" Target="../slideLayouts/slideLayout34.xml"/><Relationship Id="rId37" Type="http://schemas.openxmlformats.org/officeDocument/2006/relationships/slideLayout" Target="../slideLayouts/slideLayout37.xml"/><Relationship Id="rId36" Type="http://schemas.openxmlformats.org/officeDocument/2006/relationships/slideLayout" Target="../slideLayouts/slideLayout36.xml"/><Relationship Id="rId39" Type="http://schemas.openxmlformats.org/officeDocument/2006/relationships/slideLayout" Target="../slideLayouts/slideLayout39.xml"/><Relationship Id="rId38" Type="http://schemas.openxmlformats.org/officeDocument/2006/relationships/slideLayout" Target="../slideLayouts/slideLayout38.xml"/><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slideLayout" Target="../slideLayouts/slideLayout28.xml"/><Relationship Id="rId27" Type="http://schemas.openxmlformats.org/officeDocument/2006/relationships/slideLayout" Target="../slideLayouts/slideLayout27.xml"/><Relationship Id="rId29" Type="http://schemas.openxmlformats.org/officeDocument/2006/relationships/slideLayout" Target="../slideLayouts/slideLayout29.xml"/><Relationship Id="rId51" Type="http://schemas.openxmlformats.org/officeDocument/2006/relationships/theme" Target="../theme/theme4.xml"/><Relationship Id="rId50" Type="http://schemas.openxmlformats.org/officeDocument/2006/relationships/slideLayout" Target="../slideLayouts/slideLayout50.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31" Type="http://schemas.openxmlformats.org/officeDocument/2006/relationships/slideLayout" Target="../slideLayouts/slideLayout81.xml"/><Relationship Id="rId30" Type="http://schemas.openxmlformats.org/officeDocument/2006/relationships/slideLayout" Target="../slideLayouts/slideLayout80.xml"/><Relationship Id="rId33" Type="http://schemas.openxmlformats.org/officeDocument/2006/relationships/slideLayout" Target="../slideLayouts/slideLayout83.xml"/><Relationship Id="rId32" Type="http://schemas.openxmlformats.org/officeDocument/2006/relationships/slideLayout" Target="../slideLayouts/slideLayout82.xml"/><Relationship Id="rId34" Type="http://schemas.openxmlformats.org/officeDocument/2006/relationships/theme" Target="../theme/theme1.xml"/><Relationship Id="rId20" Type="http://schemas.openxmlformats.org/officeDocument/2006/relationships/slideLayout" Target="../slideLayouts/slideLayout70.xml"/><Relationship Id="rId22" Type="http://schemas.openxmlformats.org/officeDocument/2006/relationships/slideLayout" Target="../slideLayouts/slideLayout72.xml"/><Relationship Id="rId21" Type="http://schemas.openxmlformats.org/officeDocument/2006/relationships/slideLayout" Target="../slideLayouts/slideLayout71.xml"/><Relationship Id="rId24" Type="http://schemas.openxmlformats.org/officeDocument/2006/relationships/slideLayout" Target="../slideLayouts/slideLayout74.xml"/><Relationship Id="rId23" Type="http://schemas.openxmlformats.org/officeDocument/2006/relationships/slideLayout" Target="../slideLayouts/slideLayout73.xml"/><Relationship Id="rId26" Type="http://schemas.openxmlformats.org/officeDocument/2006/relationships/slideLayout" Target="../slideLayouts/slideLayout76.xml"/><Relationship Id="rId25" Type="http://schemas.openxmlformats.org/officeDocument/2006/relationships/slideLayout" Target="../slideLayouts/slideLayout75.xml"/><Relationship Id="rId28" Type="http://schemas.openxmlformats.org/officeDocument/2006/relationships/slideLayout" Target="../slideLayouts/slideLayout78.xml"/><Relationship Id="rId27" Type="http://schemas.openxmlformats.org/officeDocument/2006/relationships/slideLayout" Target="../slideLayouts/slideLayout77.xml"/><Relationship Id="rId29" Type="http://schemas.openxmlformats.org/officeDocument/2006/relationships/slideLayout" Target="../slideLayouts/slideLayout79.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84.xml"/><Relationship Id="rId2" Type="http://schemas.openxmlformats.org/officeDocument/2006/relationships/slideLayout" Target="../slideLayouts/slideLayout85.xml"/><Relationship Id="rId3" Type="http://schemas.openxmlformats.org/officeDocument/2006/relationships/slideLayout" Target="../slideLayouts/slideLayout86.xml"/><Relationship Id="rId4" Type="http://schemas.openxmlformats.org/officeDocument/2006/relationships/slideLayout" Target="../slideLayouts/slideLayout87.xml"/><Relationship Id="rId9" Type="http://schemas.openxmlformats.org/officeDocument/2006/relationships/slideLayout" Target="../slideLayouts/slideLayout92.xml"/><Relationship Id="rId5" Type="http://schemas.openxmlformats.org/officeDocument/2006/relationships/slideLayout" Target="../slideLayouts/slideLayout88.xml"/><Relationship Id="rId6" Type="http://schemas.openxmlformats.org/officeDocument/2006/relationships/slideLayout" Target="../slideLayouts/slideLayout89.xml"/><Relationship Id="rId7" Type="http://schemas.openxmlformats.org/officeDocument/2006/relationships/slideLayout" Target="../slideLayouts/slideLayout90.xml"/><Relationship Id="rId8" Type="http://schemas.openxmlformats.org/officeDocument/2006/relationships/slideLayout" Target="../slideLayouts/slideLayout91.xml"/><Relationship Id="rId31" Type="http://schemas.openxmlformats.org/officeDocument/2006/relationships/slideLayout" Target="../slideLayouts/slideLayout114.xml"/><Relationship Id="rId30" Type="http://schemas.openxmlformats.org/officeDocument/2006/relationships/slideLayout" Target="../slideLayouts/slideLayout113.xml"/><Relationship Id="rId33" Type="http://schemas.openxmlformats.org/officeDocument/2006/relationships/slideLayout" Target="../slideLayouts/slideLayout116.xml"/><Relationship Id="rId32" Type="http://schemas.openxmlformats.org/officeDocument/2006/relationships/slideLayout" Target="../slideLayouts/slideLayout115.xml"/><Relationship Id="rId35" Type="http://schemas.openxmlformats.org/officeDocument/2006/relationships/slideLayout" Target="../slideLayouts/slideLayout118.xml"/><Relationship Id="rId34" Type="http://schemas.openxmlformats.org/officeDocument/2006/relationships/slideLayout" Target="../slideLayouts/slideLayout117.xml"/><Relationship Id="rId36" Type="http://schemas.openxmlformats.org/officeDocument/2006/relationships/theme" Target="../theme/theme5.xml"/><Relationship Id="rId20" Type="http://schemas.openxmlformats.org/officeDocument/2006/relationships/slideLayout" Target="../slideLayouts/slideLayout103.xml"/><Relationship Id="rId22" Type="http://schemas.openxmlformats.org/officeDocument/2006/relationships/slideLayout" Target="../slideLayouts/slideLayout105.xml"/><Relationship Id="rId21" Type="http://schemas.openxmlformats.org/officeDocument/2006/relationships/slideLayout" Target="../slideLayouts/slideLayout104.xml"/><Relationship Id="rId24" Type="http://schemas.openxmlformats.org/officeDocument/2006/relationships/slideLayout" Target="../slideLayouts/slideLayout107.xml"/><Relationship Id="rId23" Type="http://schemas.openxmlformats.org/officeDocument/2006/relationships/slideLayout" Target="../slideLayouts/slideLayout106.xml"/><Relationship Id="rId26" Type="http://schemas.openxmlformats.org/officeDocument/2006/relationships/slideLayout" Target="../slideLayouts/slideLayout109.xml"/><Relationship Id="rId25" Type="http://schemas.openxmlformats.org/officeDocument/2006/relationships/slideLayout" Target="../slideLayouts/slideLayout108.xml"/><Relationship Id="rId28" Type="http://schemas.openxmlformats.org/officeDocument/2006/relationships/slideLayout" Target="../slideLayouts/slideLayout111.xml"/><Relationship Id="rId27" Type="http://schemas.openxmlformats.org/officeDocument/2006/relationships/slideLayout" Target="../slideLayouts/slideLayout110.xml"/><Relationship Id="rId29" Type="http://schemas.openxmlformats.org/officeDocument/2006/relationships/slideLayout" Target="../slideLayouts/slideLayout112.xml"/><Relationship Id="rId11" Type="http://schemas.openxmlformats.org/officeDocument/2006/relationships/slideLayout" Target="../slideLayouts/slideLayout94.xml"/><Relationship Id="rId10" Type="http://schemas.openxmlformats.org/officeDocument/2006/relationships/slideLayout" Target="../slideLayouts/slideLayout93.xml"/><Relationship Id="rId13" Type="http://schemas.openxmlformats.org/officeDocument/2006/relationships/slideLayout" Target="../slideLayouts/slideLayout96.xml"/><Relationship Id="rId12" Type="http://schemas.openxmlformats.org/officeDocument/2006/relationships/slideLayout" Target="../slideLayouts/slideLayout95.xml"/><Relationship Id="rId15" Type="http://schemas.openxmlformats.org/officeDocument/2006/relationships/slideLayout" Target="../slideLayouts/slideLayout98.xml"/><Relationship Id="rId14" Type="http://schemas.openxmlformats.org/officeDocument/2006/relationships/slideLayout" Target="../slideLayouts/slideLayout97.xml"/><Relationship Id="rId17" Type="http://schemas.openxmlformats.org/officeDocument/2006/relationships/slideLayout" Target="../slideLayouts/slideLayout100.xml"/><Relationship Id="rId16" Type="http://schemas.openxmlformats.org/officeDocument/2006/relationships/slideLayout" Target="../slideLayouts/slideLayout99.xml"/><Relationship Id="rId19" Type="http://schemas.openxmlformats.org/officeDocument/2006/relationships/slideLayout" Target="../slideLayouts/slideLayout102.xml"/><Relationship Id="rId18" Type="http://schemas.openxmlformats.org/officeDocument/2006/relationships/slideLayout" Target="../slideLayouts/slideLayout101.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119.xml"/><Relationship Id="rId2" Type="http://schemas.openxmlformats.org/officeDocument/2006/relationships/slideLayout" Target="../slideLayouts/slideLayout120.xml"/><Relationship Id="rId3" Type="http://schemas.openxmlformats.org/officeDocument/2006/relationships/slideLayout" Target="../slideLayouts/slideLayout121.xml"/><Relationship Id="rId4" Type="http://schemas.openxmlformats.org/officeDocument/2006/relationships/slideLayout" Target="../slideLayouts/slideLayout122.xml"/><Relationship Id="rId9" Type="http://schemas.openxmlformats.org/officeDocument/2006/relationships/slideLayout" Target="../slideLayouts/slideLayout127.xml"/><Relationship Id="rId5" Type="http://schemas.openxmlformats.org/officeDocument/2006/relationships/slideLayout" Target="../slideLayouts/slideLayout123.xml"/><Relationship Id="rId6" Type="http://schemas.openxmlformats.org/officeDocument/2006/relationships/slideLayout" Target="../slideLayouts/slideLayout124.xml"/><Relationship Id="rId7" Type="http://schemas.openxmlformats.org/officeDocument/2006/relationships/slideLayout" Target="../slideLayouts/slideLayout125.xml"/><Relationship Id="rId8" Type="http://schemas.openxmlformats.org/officeDocument/2006/relationships/slideLayout" Target="../slideLayouts/slideLayout126.xml"/><Relationship Id="rId20" Type="http://schemas.openxmlformats.org/officeDocument/2006/relationships/slideLayout" Target="../slideLayouts/slideLayout138.xml"/><Relationship Id="rId22" Type="http://schemas.openxmlformats.org/officeDocument/2006/relationships/slideLayout" Target="../slideLayouts/slideLayout140.xml"/><Relationship Id="rId21" Type="http://schemas.openxmlformats.org/officeDocument/2006/relationships/slideLayout" Target="../slideLayouts/slideLayout139.xml"/><Relationship Id="rId24" Type="http://schemas.openxmlformats.org/officeDocument/2006/relationships/theme" Target="../theme/theme3.xml"/><Relationship Id="rId23" Type="http://schemas.openxmlformats.org/officeDocument/2006/relationships/slideLayout" Target="../slideLayouts/slideLayout141.xml"/><Relationship Id="rId11" Type="http://schemas.openxmlformats.org/officeDocument/2006/relationships/slideLayout" Target="../slideLayouts/slideLayout129.xml"/><Relationship Id="rId10" Type="http://schemas.openxmlformats.org/officeDocument/2006/relationships/slideLayout" Target="../slideLayouts/slideLayout128.xml"/><Relationship Id="rId13" Type="http://schemas.openxmlformats.org/officeDocument/2006/relationships/slideLayout" Target="../slideLayouts/slideLayout131.xml"/><Relationship Id="rId12" Type="http://schemas.openxmlformats.org/officeDocument/2006/relationships/slideLayout" Target="../slideLayouts/slideLayout130.xml"/><Relationship Id="rId15" Type="http://schemas.openxmlformats.org/officeDocument/2006/relationships/slideLayout" Target="../slideLayouts/slideLayout133.xml"/><Relationship Id="rId14" Type="http://schemas.openxmlformats.org/officeDocument/2006/relationships/slideLayout" Target="../slideLayouts/slideLayout132.xml"/><Relationship Id="rId17" Type="http://schemas.openxmlformats.org/officeDocument/2006/relationships/slideLayout" Target="../slideLayouts/slideLayout135.xml"/><Relationship Id="rId16" Type="http://schemas.openxmlformats.org/officeDocument/2006/relationships/slideLayout" Target="../slideLayouts/slideLayout134.xml"/><Relationship Id="rId19" Type="http://schemas.openxmlformats.org/officeDocument/2006/relationships/slideLayout" Target="../slideLayouts/slideLayout137.xml"/><Relationship Id="rId18" Type="http://schemas.openxmlformats.org/officeDocument/2006/relationships/slideLayout" Target="../slideLayouts/slideLayout136.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7" name="Google Shape;7;p1"/>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8" name="Google Shape;8;p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 id="2147483682" r:id="rId35"/>
    <p:sldLayoutId id="2147483683" r:id="rId36"/>
    <p:sldLayoutId id="2147483684" r:id="rId37"/>
    <p:sldLayoutId id="2147483685" r:id="rId38"/>
    <p:sldLayoutId id="2147483686" r:id="rId39"/>
    <p:sldLayoutId id="2147483687" r:id="rId40"/>
    <p:sldLayoutId id="2147483688" r:id="rId41"/>
    <p:sldLayoutId id="2147483689" r:id="rId42"/>
    <p:sldLayoutId id="2147483690" r:id="rId43"/>
    <p:sldLayoutId id="2147483691" r:id="rId44"/>
    <p:sldLayoutId id="2147483692" r:id="rId45"/>
    <p:sldLayoutId id="2147483693" r:id="rId46"/>
    <p:sldLayoutId id="2147483694" r:id="rId47"/>
    <p:sldLayoutId id="2147483695" r:id="rId48"/>
    <p:sldLayoutId id="2147483696" r:id="rId49"/>
    <p:sldLayoutId id="2147483697" r:id="rId50"/>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284" name="Shape 284"/>
        <p:cNvGrpSpPr/>
        <p:nvPr/>
      </p:nvGrpSpPr>
      <p:grpSpPr>
        <a:xfrm>
          <a:off x="0" y="0"/>
          <a:ext cx="0" cy="0"/>
          <a:chOff x="0" y="0"/>
          <a:chExt cx="0" cy="0"/>
        </a:xfrm>
      </p:grpSpPr>
      <p:sp>
        <p:nvSpPr>
          <p:cNvPr id="285" name="Google Shape;285;p5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286" name="Google Shape;286;p5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287" name="Google Shape;287;p5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 id="2147483719" r:id="rId22"/>
    <p:sldLayoutId id="2147483720" r:id="rId23"/>
    <p:sldLayoutId id="2147483721" r:id="rId24"/>
    <p:sldLayoutId id="2147483722" r:id="rId25"/>
    <p:sldLayoutId id="2147483723" r:id="rId26"/>
    <p:sldLayoutId id="2147483724" r:id="rId27"/>
    <p:sldLayoutId id="2147483725" r:id="rId28"/>
    <p:sldLayoutId id="2147483726" r:id="rId29"/>
    <p:sldLayoutId id="2147483727" r:id="rId30"/>
    <p:sldLayoutId id="2147483728" r:id="rId31"/>
    <p:sldLayoutId id="2147483729" r:id="rId32"/>
    <p:sldLayoutId id="2147483730" r:id="rId3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462" name="Shape 462"/>
        <p:cNvGrpSpPr/>
        <p:nvPr/>
      </p:nvGrpSpPr>
      <p:grpSpPr>
        <a:xfrm>
          <a:off x="0" y="0"/>
          <a:ext cx="0" cy="0"/>
          <a:chOff x="0" y="0"/>
          <a:chExt cx="0" cy="0"/>
        </a:xfrm>
      </p:grpSpPr>
      <p:sp>
        <p:nvSpPr>
          <p:cNvPr id="463" name="Google Shape;463;p86"/>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464" name="Google Shape;464;p86"/>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465" name="Google Shape;465;p8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31" r:id="rId1"/>
    <p:sldLayoutId id="2147483732" r:id="rId2"/>
    <p:sldLayoutId id="2147483733" r:id="rId3"/>
    <p:sldLayoutId id="2147483734" r:id="rId4"/>
    <p:sldLayoutId id="2147483735" r:id="rId5"/>
    <p:sldLayoutId id="2147483736" r:id="rId6"/>
    <p:sldLayoutId id="2147483737" r:id="rId7"/>
    <p:sldLayoutId id="2147483738" r:id="rId8"/>
    <p:sldLayoutId id="2147483739" r:id="rId9"/>
    <p:sldLayoutId id="2147483740" r:id="rId10"/>
    <p:sldLayoutId id="2147483741" r:id="rId11"/>
    <p:sldLayoutId id="2147483742" r:id="rId12"/>
    <p:sldLayoutId id="2147483743" r:id="rId13"/>
    <p:sldLayoutId id="2147483744" r:id="rId14"/>
    <p:sldLayoutId id="2147483745" r:id="rId15"/>
    <p:sldLayoutId id="2147483746" r:id="rId16"/>
    <p:sldLayoutId id="2147483747" r:id="rId17"/>
    <p:sldLayoutId id="2147483748" r:id="rId18"/>
    <p:sldLayoutId id="2147483749" r:id="rId19"/>
    <p:sldLayoutId id="2147483750" r:id="rId20"/>
    <p:sldLayoutId id="2147483751" r:id="rId21"/>
    <p:sldLayoutId id="2147483752" r:id="rId22"/>
    <p:sldLayoutId id="2147483753" r:id="rId23"/>
    <p:sldLayoutId id="2147483754" r:id="rId24"/>
    <p:sldLayoutId id="2147483755" r:id="rId25"/>
    <p:sldLayoutId id="2147483756" r:id="rId26"/>
    <p:sldLayoutId id="2147483757" r:id="rId27"/>
    <p:sldLayoutId id="2147483758" r:id="rId28"/>
    <p:sldLayoutId id="2147483759" r:id="rId29"/>
    <p:sldLayoutId id="2147483760" r:id="rId30"/>
    <p:sldLayoutId id="2147483761" r:id="rId31"/>
    <p:sldLayoutId id="2147483762" r:id="rId32"/>
    <p:sldLayoutId id="2147483763" r:id="rId33"/>
    <p:sldLayoutId id="2147483764" r:id="rId34"/>
    <p:sldLayoutId id="2147483765" r:id="rId35"/>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650" name="Shape 650"/>
        <p:cNvGrpSpPr/>
        <p:nvPr/>
      </p:nvGrpSpPr>
      <p:grpSpPr>
        <a:xfrm>
          <a:off x="0" y="0"/>
          <a:ext cx="0" cy="0"/>
          <a:chOff x="0" y="0"/>
          <a:chExt cx="0" cy="0"/>
        </a:xfrm>
      </p:grpSpPr>
      <p:sp>
        <p:nvSpPr>
          <p:cNvPr id="651" name="Google Shape;651;p12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652" name="Google Shape;652;p12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653" name="Google Shape;653;p1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66" r:id="rId1"/>
    <p:sldLayoutId id="2147483767" r:id="rId2"/>
    <p:sldLayoutId id="2147483768" r:id="rId3"/>
    <p:sldLayoutId id="2147483769" r:id="rId4"/>
    <p:sldLayoutId id="2147483770" r:id="rId5"/>
    <p:sldLayoutId id="2147483771" r:id="rId6"/>
    <p:sldLayoutId id="2147483772" r:id="rId7"/>
    <p:sldLayoutId id="2147483773" r:id="rId8"/>
    <p:sldLayoutId id="2147483774" r:id="rId9"/>
    <p:sldLayoutId id="2147483775" r:id="rId10"/>
    <p:sldLayoutId id="2147483776" r:id="rId11"/>
    <p:sldLayoutId id="2147483777" r:id="rId12"/>
    <p:sldLayoutId id="2147483778" r:id="rId13"/>
    <p:sldLayoutId id="2147483779" r:id="rId14"/>
    <p:sldLayoutId id="2147483780" r:id="rId15"/>
    <p:sldLayoutId id="2147483781" r:id="rId16"/>
    <p:sldLayoutId id="2147483782" r:id="rId17"/>
    <p:sldLayoutId id="2147483783" r:id="rId18"/>
    <p:sldLayoutId id="2147483784" r:id="rId19"/>
    <p:sldLayoutId id="2147483785" r:id="rId20"/>
    <p:sldLayoutId id="2147483786" r:id="rId21"/>
    <p:sldLayoutId id="2147483787" r:id="rId22"/>
    <p:sldLayoutId id="2147483788" r:id="rId2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4.xml"/><Relationship Id="rId3" Type="http://schemas.openxmlformats.org/officeDocument/2006/relationships/image" Target="../media/image12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5.xml"/><Relationship Id="rId3" Type="http://schemas.openxmlformats.org/officeDocument/2006/relationships/image" Target="../media/image12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6.xml"/><Relationship Id="rId3" Type="http://schemas.openxmlformats.org/officeDocument/2006/relationships/image" Target="../media/image12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7.xml"/><Relationship Id="rId3" Type="http://schemas.openxmlformats.org/officeDocument/2006/relationships/hyperlink" Target="https://www.linuxfoundation.org/" TargetMode="External"/><Relationship Id="rId4" Type="http://schemas.openxmlformats.org/officeDocument/2006/relationships/hyperlink" Target="https://charter.lfenergy.org"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 Id="rId3" Type="http://schemas.openxmlformats.org/officeDocument/2006/relationships/hyperlink" Target="https://charter.lfenergy.or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3.xml"/><Relationship Id="rId3" Type="http://schemas.openxmlformats.org/officeDocument/2006/relationships/hyperlink" Target="https://charter.lfenergy.org" TargetMode="External"/><Relationship Id="rId4" Type="http://schemas.openxmlformats.org/officeDocument/2006/relationships/hyperlink" Target="https://members.lfenergy.org"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14.xml"/><Relationship Id="rId3" Type="http://schemas.openxmlformats.org/officeDocument/2006/relationships/image" Target="../media/image12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5.xml"/><Relationship Id="rId3" Type="http://schemas.openxmlformats.org/officeDocument/2006/relationships/hyperlink" Target="https://charter.lfenergy.org"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7.xml"/><Relationship Id="rId3" Type="http://schemas.openxmlformats.org/officeDocument/2006/relationships/hyperlink" Target="https://members.lfenergy.org"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8.xml"/><Relationship Id="rId3" Type="http://schemas.openxmlformats.org/officeDocument/2006/relationships/hyperlink" Target="https://github.com/orgs/lf-energy/projects/2" TargetMode="External"/><Relationship Id="rId4" Type="http://schemas.openxmlformats.org/officeDocument/2006/relationships/hyperlink" Target="https://github.com/lf-energy/tac/issues/new/choose"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0.xml"/><Relationship Id="rId3" Type="http://schemas.openxmlformats.org/officeDocument/2006/relationships/hyperlink" Target="https://wiki.lfenergy.org/display/HOME/Technical+Advisory+Council#TechnicalAdvisoryCouncil-MeetingMinutes"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1.xml"/><Relationship Id="rId3" Type="http://schemas.openxmlformats.org/officeDocument/2006/relationships/hyperlink" Target="mailto:tac@lists.lfenergy.org" TargetMode="External"/><Relationship Id="rId4" Type="http://schemas.openxmlformats.org/officeDocument/2006/relationships/hyperlink" Target="mailto:tac-voting@lists.lfenergy.org" TargetMode="External"/><Relationship Id="rId5" Type="http://schemas.openxmlformats.org/officeDocument/2006/relationships/hyperlink" Target="mailto:technical-project-leads@lists.lfenergy.org" TargetMode="External"/><Relationship Id="rId6" Type="http://schemas.openxmlformats.org/officeDocument/2006/relationships/hyperlink" Target="https://slack.lfenergy.org" TargetMode="External"/><Relationship Id="rId7" Type="http://schemas.openxmlformats.org/officeDocument/2006/relationships/hyperlink" Target="https://lfenergy.org"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3.xml"/><Relationship Id="rId3" Type="http://schemas.openxmlformats.org/officeDocument/2006/relationships/hyperlink" Target="https://charter.lfenergy.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docs.google.com/presentation/d/11QLF2Pu-yni1wU3srPLhDpYPDVzVr0RSbVFBtp9f78Y/edit#slide=id.g26a96a28b13_0_6" TargetMode="External"/><Relationship Id="rId5" Type="http://schemas.openxmlformats.org/officeDocument/2006/relationships/hyperlink" Target="https://github.com/lf-energy" TargetMode="External"/><Relationship Id="rId6" Type="http://schemas.openxmlformats.org/officeDocument/2006/relationships/hyperlink" Target="https://github.com/lf-energy/foundation/blob/main/elections.md" TargetMode="External"/><Relationship Id="rId7" Type="http://schemas.openxmlformats.org/officeDocument/2006/relationships/hyperlink" Target="https://github.com/lf-energy/foundation/tree/main/project_charters" TargetMode="External"/><Relationship Id="rId8" Type="http://schemas.openxmlformats.org/officeDocument/2006/relationships/hyperlink" Target="https://landscape.lfenergy.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90.xml"/><Relationship Id="rId2" Type="http://schemas.openxmlformats.org/officeDocument/2006/relationships/notesSlide" Target="../notesSlides/notesSlide24.xml"/><Relationship Id="rId3" Type="http://schemas.openxmlformats.org/officeDocument/2006/relationships/hyperlink" Target="mailto:athornton@linuxfoundation.org" TargetMode="External"/><Relationship Id="rId4" Type="http://schemas.openxmlformats.org/officeDocument/2006/relationships/hyperlink" Target="mailto:dbrown@linuxfoundation.org" TargetMode="External"/><Relationship Id="rId9" Type="http://schemas.openxmlformats.org/officeDocument/2006/relationships/image" Target="../media/image120.jpg"/><Relationship Id="rId5" Type="http://schemas.openxmlformats.org/officeDocument/2006/relationships/hyperlink" Target="mailto:jmertic@linuxfoundation.org" TargetMode="External"/><Relationship Id="rId6" Type="http://schemas.openxmlformats.org/officeDocument/2006/relationships/hyperlink" Target="mailto:yortiz@linuxfoundation.org" TargetMode="External"/><Relationship Id="rId7" Type="http://schemas.openxmlformats.org/officeDocument/2006/relationships/image" Target="../media/image125.jpg"/><Relationship Id="rId8" Type="http://schemas.openxmlformats.org/officeDocument/2006/relationships/image" Target="../media/image115.jpg"/><Relationship Id="rId11" Type="http://schemas.openxmlformats.org/officeDocument/2006/relationships/hyperlink" Target="http://support.lfenergy.org" TargetMode="External"/><Relationship Id="rId10" Type="http://schemas.openxmlformats.org/officeDocument/2006/relationships/image" Target="../media/image123.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6.xml"/><Relationship Id="rId3" Type="http://schemas.openxmlformats.org/officeDocument/2006/relationships/hyperlink" Target="https://lfenergy.org/about/members/" TargetMode="External"/><Relationship Id="rId4" Type="http://schemas.openxmlformats.org/officeDocument/2006/relationships/hyperlink" Target="https://lfenergy.org/about/people/#executive-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lfenergy.org/about/people/#governing-board" TargetMode="External"/><Relationship Id="rId7" Type="http://schemas.openxmlformats.org/officeDocument/2006/relationships/hyperlink" Target="https://lfenergy.org/about/people/#technical-advisory-council" TargetMode="External"/><Relationship Id="rId8" Type="http://schemas.openxmlformats.org/officeDocument/2006/relationships/hyperlink" Target="https://tac.lfenergy.org/"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3.xml"/><Relationship Id="rId2" Type="http://schemas.openxmlformats.org/officeDocument/2006/relationships/notesSlide" Target="../notesSlides/notesSlide27.xml"/><Relationship Id="rId3" Type="http://schemas.openxmlformats.org/officeDocument/2006/relationships/hyperlink" Target="https://members.lfenergy.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4" name="Shape 834"/>
        <p:cNvGrpSpPr/>
        <p:nvPr/>
      </p:nvGrpSpPr>
      <p:grpSpPr>
        <a:xfrm>
          <a:off x="0" y="0"/>
          <a:ext cx="0" cy="0"/>
          <a:chOff x="0" y="0"/>
          <a:chExt cx="0" cy="0"/>
        </a:xfrm>
      </p:grpSpPr>
      <p:sp>
        <p:nvSpPr>
          <p:cNvPr id="835" name="Google Shape;835;p146"/>
          <p:cNvSpPr txBox="1"/>
          <p:nvPr>
            <p:ph type="ctrTitle"/>
          </p:nvPr>
        </p:nvSpPr>
        <p:spPr>
          <a:xfrm>
            <a:off x="598100" y="1226378"/>
            <a:ext cx="55335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Technical</a:t>
            </a:r>
            <a:r>
              <a:rPr lang="en"/>
              <a:t> Advisory </a:t>
            </a:r>
            <a:r>
              <a:rPr lang="en"/>
              <a:t>Council</a:t>
            </a:r>
            <a:r>
              <a:rPr lang="en"/>
              <a:t> (TAC) Overview</a:t>
            </a:r>
            <a:endParaRPr/>
          </a:p>
        </p:txBody>
      </p:sp>
      <p:sp>
        <p:nvSpPr>
          <p:cNvPr id="836" name="Google Shape;836;p146"/>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2025</a:t>
            </a:r>
            <a:endParaRPr/>
          </a:p>
        </p:txBody>
      </p:sp>
      <p:sp>
        <p:nvSpPr>
          <p:cNvPr id="837" name="Google Shape;837;p14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1" name="Shape 841"/>
        <p:cNvGrpSpPr/>
        <p:nvPr/>
      </p:nvGrpSpPr>
      <p:grpSpPr>
        <a:xfrm>
          <a:off x="0" y="0"/>
          <a:ext cx="0" cy="0"/>
          <a:chOff x="0" y="0"/>
          <a:chExt cx="0" cy="0"/>
        </a:xfrm>
      </p:grpSpPr>
      <p:sp>
        <p:nvSpPr>
          <p:cNvPr id="842" name="Google Shape;842;p147"/>
          <p:cNvSpPr txBox="1"/>
          <p:nvPr>
            <p:ph type="ctrTitle"/>
          </p:nvPr>
        </p:nvSpPr>
        <p:spPr>
          <a:xfrm>
            <a:off x="625500" y="1792326"/>
            <a:ext cx="5533500" cy="1325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3400"/>
              <a:t>LF Energy</a:t>
            </a:r>
            <a:r>
              <a:rPr lang="en" sz="3400"/>
              <a:t> Foundation Overview and Governance</a:t>
            </a:r>
            <a:endParaRPr sz="3400"/>
          </a:p>
        </p:txBody>
      </p:sp>
      <p:sp>
        <p:nvSpPr>
          <p:cNvPr id="843" name="Google Shape;843;p14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7" name="Shape 847"/>
        <p:cNvGrpSpPr/>
        <p:nvPr/>
      </p:nvGrpSpPr>
      <p:grpSpPr>
        <a:xfrm>
          <a:off x="0" y="0"/>
          <a:ext cx="0" cy="0"/>
          <a:chOff x="0" y="0"/>
          <a:chExt cx="0" cy="0"/>
        </a:xfrm>
      </p:grpSpPr>
      <p:sp>
        <p:nvSpPr>
          <p:cNvPr id="848" name="Google Shape;848;p1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849" name="Google Shape;849;p14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is the community for digital experts to collaborate on open industrial-grade technology platforms and agile standards that accelerate the energy transition.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4" name="Shape 854"/>
        <p:cNvGrpSpPr/>
        <p:nvPr/>
      </p:nvGrpSpPr>
      <p:grpSpPr>
        <a:xfrm>
          <a:off x="0" y="0"/>
          <a:ext cx="0" cy="0"/>
          <a:chOff x="0" y="0"/>
          <a:chExt cx="0" cy="0"/>
        </a:xfrm>
      </p:grpSpPr>
      <p:sp>
        <p:nvSpPr>
          <p:cNvPr id="855" name="Google Shape;855;p149"/>
          <p:cNvSpPr txBox="1"/>
          <p:nvPr>
            <p:ph type="ctrTitle"/>
          </p:nvPr>
        </p:nvSpPr>
        <p:spPr>
          <a:xfrm>
            <a:off x="598103" y="1226381"/>
            <a:ext cx="27726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3800"/>
              <a:t>Projects</a:t>
            </a:r>
            <a:endParaRPr sz="3800"/>
          </a:p>
        </p:txBody>
      </p:sp>
      <p:pic>
        <p:nvPicPr>
          <p:cNvPr id="856" name="Google Shape;856;p149"/>
          <p:cNvPicPr preferRelativeResize="0"/>
          <p:nvPr/>
        </p:nvPicPr>
        <p:blipFill rotWithShape="1">
          <a:blip r:embed="rId3">
            <a:alphaModFix/>
          </a:blip>
          <a:srcRect b="0" l="5490" r="4808" t="0"/>
          <a:stretch/>
        </p:blipFill>
        <p:spPr>
          <a:xfrm>
            <a:off x="3396691" y="0"/>
            <a:ext cx="5747308" cy="5143501"/>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0" name="Shape 860"/>
        <p:cNvGrpSpPr/>
        <p:nvPr/>
      </p:nvGrpSpPr>
      <p:grpSpPr>
        <a:xfrm>
          <a:off x="0" y="0"/>
          <a:ext cx="0" cy="0"/>
          <a:chOff x="0" y="0"/>
          <a:chExt cx="0" cy="0"/>
        </a:xfrm>
      </p:grpSpPr>
      <p:sp>
        <p:nvSpPr>
          <p:cNvPr id="861" name="Google Shape;861;p150"/>
          <p:cNvSpPr txBox="1"/>
          <p:nvPr>
            <p:ph type="title"/>
          </p:nvPr>
        </p:nvSpPr>
        <p:spPr>
          <a:xfrm>
            <a:off x="311700" y="5042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862" name="Google Shape;862;p150" title="LF Energy landscape.drawio.png"/>
          <p:cNvPicPr preferRelativeResize="0"/>
          <p:nvPr/>
        </p:nvPicPr>
        <p:blipFill>
          <a:blip r:embed="rId3">
            <a:alphaModFix/>
          </a:blip>
          <a:stretch>
            <a:fillRect/>
          </a:stretch>
        </p:blipFill>
        <p:spPr>
          <a:xfrm>
            <a:off x="0" y="521526"/>
            <a:ext cx="9143998" cy="462197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7" name="Shape 867"/>
        <p:cNvGrpSpPr/>
        <p:nvPr/>
      </p:nvGrpSpPr>
      <p:grpSpPr>
        <a:xfrm>
          <a:off x="0" y="0"/>
          <a:ext cx="0" cy="0"/>
          <a:chOff x="0" y="0"/>
          <a:chExt cx="0" cy="0"/>
        </a:xfrm>
      </p:grpSpPr>
      <p:sp>
        <p:nvSpPr>
          <p:cNvPr id="868" name="Google Shape;868;p151"/>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869" name="Google Shape;869;p151" title="Screenshot 2025-09-09 at 3.52.29 PM.png"/>
          <p:cNvPicPr preferRelativeResize="0"/>
          <p:nvPr/>
        </p:nvPicPr>
        <p:blipFill>
          <a:blip r:embed="rId3">
            <a:alphaModFix/>
          </a:blip>
          <a:stretch>
            <a:fillRect/>
          </a:stretch>
        </p:blipFill>
        <p:spPr>
          <a:xfrm>
            <a:off x="3796193" y="0"/>
            <a:ext cx="5347807" cy="51435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3" name="Shape 873"/>
        <p:cNvGrpSpPr/>
        <p:nvPr/>
      </p:nvGrpSpPr>
      <p:grpSpPr>
        <a:xfrm>
          <a:off x="0" y="0"/>
          <a:ext cx="0" cy="0"/>
          <a:chOff x="0" y="0"/>
          <a:chExt cx="0" cy="0"/>
        </a:xfrm>
      </p:grpSpPr>
      <p:sp>
        <p:nvSpPr>
          <p:cNvPr id="874" name="Google Shape;874;p152"/>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802"/>
              <a:buNone/>
            </a:pPr>
            <a:r>
              <a:rPr lang="en" sz="2230"/>
              <a:t>We’re a nonprofit, but not separately incorporated</a:t>
            </a:r>
            <a:endParaRPr sz="2230"/>
          </a:p>
        </p:txBody>
      </p:sp>
      <p:sp>
        <p:nvSpPr>
          <p:cNvPr id="875" name="Google Shape;875;p152"/>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279400" lvl="0" marL="342900" rtl="0" algn="l">
              <a:spcBef>
                <a:spcPts val="0"/>
              </a:spcBef>
              <a:spcAft>
                <a:spcPts val="0"/>
              </a:spcAft>
              <a:buSzPts val="1800"/>
              <a:buChar char="●"/>
            </a:pPr>
            <a:r>
              <a:rPr lang="en"/>
              <a:t>The LF Energy Foundation is part of the </a:t>
            </a:r>
            <a:r>
              <a:rPr lang="en" u="sng">
                <a:solidFill>
                  <a:schemeClr val="hlink"/>
                </a:solidFill>
                <a:hlinkClick r:id="rId3"/>
              </a:rPr>
              <a:t>the Linux Foundation</a:t>
            </a:r>
            <a:r>
              <a:rPr lang="en"/>
              <a:t> and is not a separate legal entity</a:t>
            </a:r>
            <a:endParaRPr/>
          </a:p>
          <a:p>
            <a:pPr indent="-279400" lvl="0" marL="342900" rtl="0" algn="l">
              <a:spcBef>
                <a:spcPts val="0"/>
              </a:spcBef>
              <a:spcAft>
                <a:spcPts val="0"/>
              </a:spcAft>
              <a:buSzPts val="1800"/>
              <a:buChar char="●"/>
            </a:pPr>
            <a:r>
              <a:rPr lang="en"/>
              <a:t>Therefore, the LF Energy</a:t>
            </a:r>
            <a:r>
              <a:rPr lang="en"/>
              <a:t>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79400" lvl="0" marL="342900" rtl="0" algn="l">
              <a:spcBef>
                <a:spcPts val="0"/>
              </a:spcBef>
              <a:spcAft>
                <a:spcPts val="0"/>
              </a:spcAft>
              <a:buSzPts val="1800"/>
              <a:buChar char="●"/>
            </a:pPr>
            <a:r>
              <a:rPr lang="en"/>
              <a:t>The powers and duties of the Governing Board are set forth in the </a:t>
            </a:r>
            <a:r>
              <a:rPr lang="en" u="sng">
                <a:solidFill>
                  <a:schemeClr val="hlink"/>
                </a:solidFill>
                <a:hlinkClick r:id="rId4"/>
              </a:rPr>
              <a:t>LF Energy Foundation Charter</a:t>
            </a:r>
            <a:endParaRPr/>
          </a:p>
        </p:txBody>
      </p:sp>
      <p:sp>
        <p:nvSpPr>
          <p:cNvPr id="876" name="Google Shape;876;p15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1" name="Shape 881"/>
        <p:cNvGrpSpPr/>
        <p:nvPr/>
      </p:nvGrpSpPr>
      <p:grpSpPr>
        <a:xfrm>
          <a:off x="0" y="0"/>
          <a:ext cx="0" cy="0"/>
          <a:chOff x="0" y="0"/>
          <a:chExt cx="0" cy="0"/>
        </a:xfrm>
      </p:grpSpPr>
      <p:sp>
        <p:nvSpPr>
          <p:cNvPr id="882" name="Google Shape;882;p153"/>
          <p:cNvSpPr txBox="1"/>
          <p:nvPr>
            <p:ph type="title"/>
          </p:nvPr>
        </p:nvSpPr>
        <p:spPr>
          <a:xfrm>
            <a:off x="233775" y="307500"/>
            <a:ext cx="6390600" cy="4560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Governance at a Glance</a:t>
            </a:r>
            <a:endParaRPr/>
          </a:p>
        </p:txBody>
      </p:sp>
      <p:sp>
        <p:nvSpPr>
          <p:cNvPr id="883" name="Google Shape;883;p153"/>
          <p:cNvSpPr/>
          <p:nvPr/>
        </p:nvSpPr>
        <p:spPr>
          <a:xfrm>
            <a:off x="5458940"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Technical Advisory Council (TAC)</a:t>
            </a:r>
            <a:endParaRPr b="1" sz="1400">
              <a:solidFill>
                <a:srgbClr val="FFFFFF"/>
              </a:solidFill>
            </a:endParaRPr>
          </a:p>
        </p:txBody>
      </p:sp>
      <p:sp>
        <p:nvSpPr>
          <p:cNvPr id="884" name="Google Shape;884;p153"/>
          <p:cNvSpPr/>
          <p:nvPr/>
        </p:nvSpPr>
        <p:spPr>
          <a:xfrm>
            <a:off x="1918347"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Governing Board</a:t>
            </a:r>
            <a:endParaRPr b="1" sz="1400">
              <a:solidFill>
                <a:srgbClr val="FFFFFF"/>
              </a:solidFill>
            </a:endParaRPr>
          </a:p>
        </p:txBody>
      </p:sp>
      <p:sp>
        <p:nvSpPr>
          <p:cNvPr id="885" name="Google Shape;885;p153"/>
          <p:cNvSpPr/>
          <p:nvPr/>
        </p:nvSpPr>
        <p:spPr>
          <a:xfrm>
            <a:off x="10731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Budget Committee</a:t>
            </a:r>
            <a:endParaRPr sz="1400">
              <a:solidFill>
                <a:srgbClr val="FFFFFF"/>
              </a:solidFill>
            </a:endParaRPr>
          </a:p>
        </p:txBody>
      </p:sp>
      <p:sp>
        <p:nvSpPr>
          <p:cNvPr id="886" name="Google Shape;886;p153"/>
          <p:cNvSpPr/>
          <p:nvPr/>
        </p:nvSpPr>
        <p:spPr>
          <a:xfrm>
            <a:off x="1073093" y="344780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Marketing Advisory Committee (MAC)</a:t>
            </a:r>
            <a:endParaRPr sz="1400">
              <a:solidFill>
                <a:srgbClr val="FFFFFF"/>
              </a:solidFill>
            </a:endParaRPr>
          </a:p>
        </p:txBody>
      </p:sp>
      <p:sp>
        <p:nvSpPr>
          <p:cNvPr id="887" name="Google Shape;887;p153"/>
          <p:cNvSpPr/>
          <p:nvPr/>
        </p:nvSpPr>
        <p:spPr>
          <a:xfrm>
            <a:off x="46137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Technical Projects</a:t>
            </a:r>
            <a:endParaRPr sz="1400">
              <a:solidFill>
                <a:srgbClr val="FFFFFF"/>
              </a:solidFill>
            </a:endParaRPr>
          </a:p>
        </p:txBody>
      </p:sp>
      <p:sp>
        <p:nvSpPr>
          <p:cNvPr id="888" name="Google Shape;888;p153"/>
          <p:cNvSpPr/>
          <p:nvPr/>
        </p:nvSpPr>
        <p:spPr>
          <a:xfrm>
            <a:off x="6304193"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Working Groups/SIGs</a:t>
            </a:r>
            <a:endParaRPr sz="1400">
              <a:solidFill>
                <a:srgbClr val="FFFFFF"/>
              </a:solidFill>
            </a:endParaRPr>
          </a:p>
        </p:txBody>
      </p:sp>
      <p:cxnSp>
        <p:nvCxnSpPr>
          <p:cNvPr id="889" name="Google Shape;889;p153"/>
          <p:cNvCxnSpPr>
            <a:stCxn id="884" idx="3"/>
            <a:endCxn id="883" idx="1"/>
          </p:cNvCxnSpPr>
          <p:nvPr/>
        </p:nvCxnSpPr>
        <p:spPr>
          <a:xfrm>
            <a:off x="3456447" y="2000301"/>
            <a:ext cx="2002500" cy="6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0" name="Google Shape;890;p153"/>
          <p:cNvCxnSpPr>
            <a:stCxn id="884" idx="2"/>
            <a:endCxn id="886" idx="0"/>
          </p:cNvCxnSpPr>
          <p:nvPr/>
        </p:nvCxnSpPr>
        <p:spPr>
          <a:xfrm rot="5400000">
            <a:off x="1651497" y="2412051"/>
            <a:ext cx="1226400" cy="845400"/>
          </a:xfrm>
          <a:prstGeom prst="bentConnector3">
            <a:avLst>
              <a:gd fmla="val 87222" name="adj1"/>
            </a:avLst>
          </a:prstGeom>
          <a:noFill/>
          <a:ln cap="flat" cmpd="sng" w="9525">
            <a:solidFill>
              <a:srgbClr val="C2C2C2"/>
            </a:solidFill>
            <a:prstDash val="solid"/>
            <a:round/>
            <a:headEnd len="sm" w="sm" type="none"/>
            <a:tailEnd len="sm" w="sm" type="none"/>
          </a:ln>
        </p:spPr>
      </p:cxnSp>
      <p:cxnSp>
        <p:nvCxnSpPr>
          <p:cNvPr id="891" name="Google Shape;891;p153"/>
          <p:cNvCxnSpPr>
            <a:stCxn id="885" idx="0"/>
            <a:endCxn id="884" idx="2"/>
          </p:cNvCxnSpPr>
          <p:nvPr/>
        </p:nvCxnSpPr>
        <p:spPr>
          <a:xfrm rot="-5400000">
            <a:off x="20361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2" name="Google Shape;892;p153"/>
          <p:cNvCxnSpPr>
            <a:stCxn id="883" idx="2"/>
            <a:endCxn id="888" idx="0"/>
          </p:cNvCxnSpPr>
          <p:nvPr/>
        </p:nvCxnSpPr>
        <p:spPr>
          <a:xfrm flipH="1" rot="-5400000">
            <a:off x="6422090" y="2027451"/>
            <a:ext cx="457200" cy="8454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3" name="Google Shape;893;p153"/>
          <p:cNvCxnSpPr>
            <a:stCxn id="887" idx="0"/>
            <a:endCxn id="883" idx="2"/>
          </p:cNvCxnSpPr>
          <p:nvPr/>
        </p:nvCxnSpPr>
        <p:spPr>
          <a:xfrm rot="-5400000">
            <a:off x="55767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sp>
        <p:nvSpPr>
          <p:cNvPr id="894" name="Google Shape;894;p153"/>
          <p:cNvSpPr/>
          <p:nvPr/>
        </p:nvSpPr>
        <p:spPr>
          <a:xfrm>
            <a:off x="2783381" y="2678756"/>
            <a:ext cx="1538100" cy="899700"/>
          </a:xfrm>
          <a:prstGeom prst="roundRect">
            <a:avLst>
              <a:gd fmla="val 25575"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LF Energy Standards and Specifications (LFESS)</a:t>
            </a:r>
            <a:endParaRPr b="1"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Steering Committee</a:t>
            </a:r>
            <a:endParaRPr sz="1000">
              <a:solidFill>
                <a:srgbClr val="FFFFFF"/>
              </a:solidFill>
              <a:latin typeface="Roboto"/>
              <a:ea typeface="Roboto"/>
              <a:cs typeface="Roboto"/>
              <a:sym typeface="Roboto"/>
            </a:endParaRPr>
          </a:p>
        </p:txBody>
      </p:sp>
      <p:sp>
        <p:nvSpPr>
          <p:cNvPr id="895" name="Google Shape;895;p153"/>
          <p:cNvSpPr/>
          <p:nvPr/>
        </p:nvSpPr>
        <p:spPr>
          <a:xfrm>
            <a:off x="5458931" y="35784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Standards </a:t>
            </a:r>
            <a:endParaRPr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Working Groups</a:t>
            </a:r>
            <a:endParaRPr sz="1400">
              <a:solidFill>
                <a:srgbClr val="FFFFFF"/>
              </a:solidFill>
            </a:endParaRPr>
          </a:p>
        </p:txBody>
      </p:sp>
      <p:cxnSp>
        <p:nvCxnSpPr>
          <p:cNvPr id="896" name="Google Shape;896;p153"/>
          <p:cNvCxnSpPr>
            <a:stCxn id="894" idx="0"/>
          </p:cNvCxnSpPr>
          <p:nvPr/>
        </p:nvCxnSpPr>
        <p:spPr>
          <a:xfrm flipH="1" rot="5400000">
            <a:off x="2960531" y="2086856"/>
            <a:ext cx="318600" cy="865200"/>
          </a:xfrm>
          <a:prstGeom prst="bentConnector2">
            <a:avLst/>
          </a:prstGeom>
          <a:noFill/>
          <a:ln cap="flat" cmpd="sng" w="9525">
            <a:solidFill>
              <a:srgbClr val="C2C2C2"/>
            </a:solidFill>
            <a:prstDash val="solid"/>
            <a:round/>
            <a:headEnd len="sm" w="sm" type="none"/>
            <a:tailEnd len="sm" w="sm" type="none"/>
          </a:ln>
        </p:spPr>
      </p:cxnSp>
      <p:cxnSp>
        <p:nvCxnSpPr>
          <p:cNvPr id="897" name="Google Shape;897;p153"/>
          <p:cNvCxnSpPr>
            <a:stCxn id="895" idx="1"/>
            <a:endCxn id="894" idx="2"/>
          </p:cNvCxnSpPr>
          <p:nvPr/>
        </p:nvCxnSpPr>
        <p:spPr>
          <a:xfrm rot="10800000">
            <a:off x="3552431" y="3578603"/>
            <a:ext cx="1906500" cy="221100"/>
          </a:xfrm>
          <a:prstGeom prst="bentConnector2">
            <a:avLst/>
          </a:prstGeom>
          <a:noFill/>
          <a:ln cap="flat" cmpd="sng" w="9525">
            <a:solidFill>
              <a:srgbClr val="C2C2C2"/>
            </a:solidFill>
            <a:prstDash val="solid"/>
            <a:round/>
            <a:headEnd len="sm" w="sm" type="none"/>
            <a:tailEnd len="sm" w="sm" type="none"/>
          </a:ln>
        </p:spPr>
      </p:cxnSp>
      <p:cxnSp>
        <p:nvCxnSpPr>
          <p:cNvPr id="898" name="Google Shape;898;p153"/>
          <p:cNvCxnSpPr>
            <a:stCxn id="895" idx="0"/>
          </p:cNvCxnSpPr>
          <p:nvPr/>
        </p:nvCxnSpPr>
        <p:spPr>
          <a:xfrm rot="-5400000">
            <a:off x="5674481" y="3018053"/>
            <a:ext cx="1113900" cy="6900"/>
          </a:xfrm>
          <a:prstGeom prst="bentConnector3">
            <a:avLst>
              <a:gd fmla="val 50000" name="adj1"/>
            </a:avLst>
          </a:prstGeom>
          <a:noFill/>
          <a:ln cap="flat" cmpd="sng" w="9525">
            <a:solidFill>
              <a:srgbClr val="C2C2C2"/>
            </a:solidFill>
            <a:prstDash val="lgDashDot"/>
            <a:round/>
            <a:headEnd len="sm" w="sm" type="none"/>
            <a:tailEnd len="sm" w="sm" type="none"/>
          </a:ln>
        </p:spPr>
      </p:cxnSp>
      <p:cxnSp>
        <p:nvCxnSpPr>
          <p:cNvPr id="899" name="Google Shape;899;p153"/>
          <p:cNvCxnSpPr/>
          <p:nvPr/>
        </p:nvCxnSpPr>
        <p:spPr>
          <a:xfrm>
            <a:off x="4471275" y="1094344"/>
            <a:ext cx="0" cy="3406200"/>
          </a:xfrm>
          <a:prstGeom prst="straightConnector1">
            <a:avLst/>
          </a:prstGeom>
          <a:noFill/>
          <a:ln cap="flat" cmpd="sng" w="38100">
            <a:solidFill>
              <a:schemeClr val="dk2"/>
            </a:solidFill>
            <a:prstDash val="solid"/>
            <a:round/>
            <a:headEnd len="med" w="med" type="none"/>
            <a:tailEnd len="med" w="med" type="none"/>
          </a:ln>
        </p:spPr>
      </p:cxnSp>
      <p:sp>
        <p:nvSpPr>
          <p:cNvPr id="900" name="Google Shape;900;p153"/>
          <p:cNvSpPr txBox="1"/>
          <p:nvPr/>
        </p:nvSpPr>
        <p:spPr>
          <a:xfrm>
            <a:off x="588469" y="1256175"/>
            <a:ext cx="3732900" cy="307800"/>
          </a:xfrm>
          <a:prstGeom prst="rect">
            <a:avLst/>
          </a:prstGeom>
          <a:noFill/>
          <a:ln>
            <a:noFill/>
          </a:ln>
        </p:spPr>
        <p:txBody>
          <a:bodyPr anchorCtr="0" anchor="t" bIns="68575" lIns="68575" spcFirstLastPara="1" rIns="68575" wrap="square" tIns="68575">
            <a:spAutoFit/>
          </a:bodyPr>
          <a:lstStyle/>
          <a:p>
            <a:pPr indent="0" lvl="0" marL="0" rtl="0" algn="r">
              <a:spcBef>
                <a:spcPts val="0"/>
              </a:spcBef>
              <a:spcAft>
                <a:spcPts val="0"/>
              </a:spcAft>
              <a:buNone/>
            </a:pPr>
            <a:r>
              <a:rPr lang="en" sz="1100">
                <a:latin typeface="Roboto Slab Light"/>
                <a:ea typeface="Roboto Slab Light"/>
                <a:cs typeface="Roboto Slab Light"/>
                <a:sym typeface="Roboto Slab Light"/>
              </a:rPr>
              <a:t>Fiduciary Governance - Membership driven</a:t>
            </a:r>
            <a:endParaRPr sz="1100">
              <a:latin typeface="Roboto Slab Light"/>
              <a:ea typeface="Roboto Slab Light"/>
              <a:cs typeface="Roboto Slab Light"/>
              <a:sym typeface="Roboto Slab Light"/>
            </a:endParaRPr>
          </a:p>
        </p:txBody>
      </p:sp>
      <p:sp>
        <p:nvSpPr>
          <p:cNvPr id="901" name="Google Shape;901;p153"/>
          <p:cNvSpPr txBox="1"/>
          <p:nvPr/>
        </p:nvSpPr>
        <p:spPr>
          <a:xfrm>
            <a:off x="4621106" y="1256175"/>
            <a:ext cx="3732900" cy="307800"/>
          </a:xfrm>
          <a:prstGeom prst="rect">
            <a:avLst/>
          </a:prstGeom>
          <a:noFill/>
          <a:ln>
            <a:noFill/>
          </a:ln>
        </p:spPr>
        <p:txBody>
          <a:bodyPr anchorCtr="0" anchor="t" bIns="68575" lIns="68575" spcFirstLastPara="1" rIns="68575" wrap="square" tIns="68575">
            <a:spAutoFit/>
          </a:bodyPr>
          <a:lstStyle/>
          <a:p>
            <a:pPr indent="0" lvl="0" marL="0" rtl="0" algn="l">
              <a:spcBef>
                <a:spcPts val="0"/>
              </a:spcBef>
              <a:spcAft>
                <a:spcPts val="0"/>
              </a:spcAft>
              <a:buNone/>
            </a:pPr>
            <a:r>
              <a:rPr lang="en" sz="1100">
                <a:latin typeface="Roboto Slab Light"/>
                <a:ea typeface="Roboto Slab Light"/>
                <a:cs typeface="Roboto Slab Light"/>
                <a:sym typeface="Roboto Slab Light"/>
              </a:rPr>
              <a:t>Technical Governance - Open to all</a:t>
            </a:r>
            <a:endParaRPr sz="1100">
              <a:latin typeface="Roboto Slab Light"/>
              <a:ea typeface="Roboto Slab Light"/>
              <a:cs typeface="Roboto Slab Light"/>
              <a:sym typeface="Roboto Slab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5" name="Shape 905"/>
        <p:cNvGrpSpPr/>
        <p:nvPr/>
      </p:nvGrpSpPr>
      <p:grpSpPr>
        <a:xfrm>
          <a:off x="0" y="0"/>
          <a:ext cx="0" cy="0"/>
          <a:chOff x="0" y="0"/>
          <a:chExt cx="0" cy="0"/>
        </a:xfrm>
      </p:grpSpPr>
      <p:sp>
        <p:nvSpPr>
          <p:cNvPr id="906" name="Google Shape;906;p154"/>
          <p:cNvSpPr txBox="1"/>
          <p:nvPr>
            <p:ph type="ctrTitle"/>
          </p:nvPr>
        </p:nvSpPr>
        <p:spPr>
          <a:xfrm>
            <a:off x="598100" y="1952826"/>
            <a:ext cx="5533500" cy="1004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a:t>
            </a:r>
            <a:r>
              <a:rPr lang="en"/>
              <a:t> Responsibilities</a:t>
            </a:r>
            <a:endParaRPr/>
          </a:p>
        </p:txBody>
      </p:sp>
      <p:sp>
        <p:nvSpPr>
          <p:cNvPr id="907" name="Google Shape;907;p15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1" name="Shape 911"/>
        <p:cNvGrpSpPr/>
        <p:nvPr/>
      </p:nvGrpSpPr>
      <p:grpSpPr>
        <a:xfrm>
          <a:off x="0" y="0"/>
          <a:ext cx="0" cy="0"/>
          <a:chOff x="0" y="0"/>
          <a:chExt cx="0" cy="0"/>
        </a:xfrm>
      </p:grpSpPr>
      <p:sp>
        <p:nvSpPr>
          <p:cNvPr id="912" name="Google Shape;912;p15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600"/>
              <a:t>The TAC’s responsibilities include:</a:t>
            </a:r>
            <a:endParaRPr sz="1600"/>
          </a:p>
          <a:p>
            <a:pPr indent="-330200" lvl="0" marL="457200" rtl="0" algn="l">
              <a:spcBef>
                <a:spcPts val="1000"/>
              </a:spcBef>
              <a:spcAft>
                <a:spcPts val="0"/>
              </a:spcAft>
              <a:buSzPts val="1600"/>
              <a:buChar char="●"/>
            </a:pPr>
            <a:r>
              <a:rPr lang="en" sz="1600"/>
              <a:t>Setting an overall technical vision for the LF Energy Foundation</a:t>
            </a:r>
            <a:endParaRPr sz="1600"/>
          </a:p>
          <a:p>
            <a:pPr indent="-330200" lvl="0" marL="457200" rtl="0" algn="l">
              <a:spcBef>
                <a:spcPts val="0"/>
              </a:spcBef>
              <a:spcAft>
                <a:spcPts val="0"/>
              </a:spcAft>
              <a:buSzPts val="1600"/>
              <a:buChar char="●"/>
            </a:pPr>
            <a:r>
              <a:rPr lang="en" sz="1600"/>
              <a:t>Approving new projects and working groups;</a:t>
            </a:r>
            <a:endParaRPr sz="1600"/>
          </a:p>
          <a:p>
            <a:pPr indent="-330200" lvl="0" marL="457200" rtl="0" algn="l">
              <a:spcBef>
                <a:spcPts val="0"/>
              </a:spcBef>
              <a:spcAft>
                <a:spcPts val="0"/>
              </a:spcAft>
              <a:buSzPts val="1600"/>
              <a:buChar char="●"/>
            </a:pPr>
            <a:r>
              <a:rPr lang="en" sz="1600"/>
              <a:t>Overseeing the Project Lifecycle</a:t>
            </a:r>
            <a:r>
              <a:rPr lang="en" sz="1600"/>
              <a:t>;</a:t>
            </a:r>
            <a:endParaRPr sz="1600"/>
          </a:p>
          <a:p>
            <a:pPr indent="-330200" lvl="0" marL="457200" rtl="0" algn="l">
              <a:spcBef>
                <a:spcPts val="0"/>
              </a:spcBef>
              <a:spcAft>
                <a:spcPts val="0"/>
              </a:spcAft>
              <a:buSzPts val="1600"/>
              <a:buChar char="●"/>
            </a:pPr>
            <a:r>
              <a:rPr lang="en" sz="1600"/>
              <a:t>Enabling collaboration between projects and working groups;</a:t>
            </a:r>
            <a:endParaRPr sz="1600"/>
          </a:p>
          <a:p>
            <a:pPr indent="-330200" lvl="0" marL="457200" rtl="0" algn="l">
              <a:spcBef>
                <a:spcPts val="0"/>
              </a:spcBef>
              <a:spcAft>
                <a:spcPts val="0"/>
              </a:spcAft>
              <a:buSzPts val="1600"/>
              <a:buChar char="●"/>
            </a:pPr>
            <a:r>
              <a:rPr lang="en" sz="1600"/>
              <a:t>Making recommendations to the Budget Committee for any resource needs;</a:t>
            </a:r>
            <a:endParaRPr sz="1600"/>
          </a:p>
          <a:p>
            <a:pPr indent="-330200" lvl="0" marL="457200" rtl="0" algn="l">
              <a:spcBef>
                <a:spcPts val="0"/>
              </a:spcBef>
              <a:spcAft>
                <a:spcPts val="0"/>
              </a:spcAft>
              <a:buSzPts val="1600"/>
              <a:buChar char="●"/>
            </a:pPr>
            <a:r>
              <a:rPr lang="en" sz="1600"/>
              <a:t>Voting on other decisions that come before the TAC.</a:t>
            </a:r>
            <a:endParaRPr sz="1600"/>
          </a:p>
          <a:p>
            <a:pPr indent="0" lvl="0" marL="0" rtl="0" algn="l">
              <a:spcBef>
                <a:spcPts val="1000"/>
              </a:spcBef>
              <a:spcAft>
                <a:spcPts val="1000"/>
              </a:spcAft>
              <a:buNone/>
            </a:pPr>
            <a:r>
              <a:rPr lang="en" sz="1600"/>
              <a:t>Additional responsibilities are described in </a:t>
            </a:r>
            <a:r>
              <a:rPr lang="en" sz="1600" u="sng">
                <a:solidFill>
                  <a:schemeClr val="hlink"/>
                </a:solidFill>
                <a:hlinkClick r:id="rId3"/>
              </a:rPr>
              <a:t>Section 8</a:t>
            </a:r>
            <a:r>
              <a:rPr lang="en" sz="1600"/>
              <a:t> of the LF Energy Foundation Charter.</a:t>
            </a:r>
            <a:endParaRPr sz="1600"/>
          </a:p>
        </p:txBody>
      </p:sp>
      <p:sp>
        <p:nvSpPr>
          <p:cNvPr id="913" name="Google Shape;913;p15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Responsibilities</a:t>
            </a:r>
            <a:endParaRPr/>
          </a:p>
        </p:txBody>
      </p:sp>
      <p:sp>
        <p:nvSpPr>
          <p:cNvPr id="914" name="Google Shape;914;p15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8" name="Shape 918"/>
        <p:cNvGrpSpPr/>
        <p:nvPr/>
      </p:nvGrpSpPr>
      <p:grpSpPr>
        <a:xfrm>
          <a:off x="0" y="0"/>
          <a:ext cx="0" cy="0"/>
          <a:chOff x="0" y="0"/>
          <a:chExt cx="0" cy="0"/>
        </a:xfrm>
      </p:grpSpPr>
      <p:sp>
        <p:nvSpPr>
          <p:cNvPr id="919" name="Google Shape;919;p156"/>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920" name="Google Shape;920;p15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0"/>
              </a:spcBef>
              <a:spcAft>
                <a:spcPts val="0"/>
              </a:spcAft>
              <a:buSzPts val="1800"/>
              <a:buChar char="●"/>
            </a:pPr>
            <a:r>
              <a:rPr lang="en" sz="1800"/>
              <a:t>The TAC is </a:t>
            </a:r>
            <a:r>
              <a:rPr b="1" lang="en" sz="1800"/>
              <a:t>not</a:t>
            </a:r>
            <a:r>
              <a:rPr lang="en" sz="1800"/>
              <a:t> responsible for overseeing day-to-day operations of </a:t>
            </a:r>
            <a:r>
              <a:rPr lang="en"/>
              <a:t>LF Energy</a:t>
            </a:r>
            <a:r>
              <a:rPr lang="en" sz="1800"/>
              <a:t> Foundation. This is the responsibility of the foundation staff.</a:t>
            </a:r>
            <a:endParaRPr sz="1800"/>
          </a:p>
          <a:p>
            <a:pPr indent="-342900" lvl="0" marL="457200" rtl="0" algn="l">
              <a:spcBef>
                <a:spcPts val="0"/>
              </a:spcBef>
              <a:spcAft>
                <a:spcPts val="0"/>
              </a:spcAft>
              <a:buSzPts val="1800"/>
              <a:buChar char="●"/>
            </a:pPr>
            <a:r>
              <a:rPr lang="en" sz="1800"/>
              <a:t>The TAC does </a:t>
            </a:r>
            <a:r>
              <a:rPr b="1" lang="en" sz="1800"/>
              <a:t>not</a:t>
            </a:r>
            <a:r>
              <a:rPr lang="en" sz="1800"/>
              <a:t> directly manage the overall budget for the LF </a:t>
            </a:r>
            <a:r>
              <a:rPr lang="en"/>
              <a:t>Energy </a:t>
            </a:r>
            <a:r>
              <a:rPr lang="en" sz="1800"/>
              <a:t>Foundation. The TAC makes resource recommendations to the Budget Committee and Governing Board, and provides feedback on the use of those resources.</a:t>
            </a:r>
            <a:endParaRPr sz="1800"/>
          </a:p>
        </p:txBody>
      </p:sp>
      <p:sp>
        <p:nvSpPr>
          <p:cNvPr id="921" name="Google Shape;921;p15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5" name="Shape 925"/>
        <p:cNvGrpSpPr/>
        <p:nvPr/>
      </p:nvGrpSpPr>
      <p:grpSpPr>
        <a:xfrm>
          <a:off x="0" y="0"/>
          <a:ext cx="0" cy="0"/>
          <a:chOff x="0" y="0"/>
          <a:chExt cx="0" cy="0"/>
        </a:xfrm>
      </p:grpSpPr>
      <p:sp>
        <p:nvSpPr>
          <p:cNvPr id="926" name="Google Shape;926;p157"/>
          <p:cNvSpPr txBox="1"/>
          <p:nvPr>
            <p:ph type="ctrTitle"/>
          </p:nvPr>
        </p:nvSpPr>
        <p:spPr>
          <a:xfrm>
            <a:off x="611800" y="2134802"/>
            <a:ext cx="5533500" cy="8739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Operations</a:t>
            </a:r>
            <a:endParaRPr/>
          </a:p>
        </p:txBody>
      </p:sp>
      <p:sp>
        <p:nvSpPr>
          <p:cNvPr id="927" name="Google Shape;927;p15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1" name="Shape 931"/>
        <p:cNvGrpSpPr/>
        <p:nvPr/>
      </p:nvGrpSpPr>
      <p:grpSpPr>
        <a:xfrm>
          <a:off x="0" y="0"/>
          <a:ext cx="0" cy="0"/>
          <a:chOff x="0" y="0"/>
          <a:chExt cx="0" cy="0"/>
        </a:xfrm>
      </p:grpSpPr>
      <p:sp>
        <p:nvSpPr>
          <p:cNvPr id="932" name="Google Shape;932;p15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The TAC voting members consist of:</a:t>
            </a:r>
            <a:endParaRPr sz="1700"/>
          </a:p>
          <a:p>
            <a:pPr indent="-336550" lvl="0" marL="914400" rtl="0" algn="l">
              <a:spcBef>
                <a:spcPts val="1000"/>
              </a:spcBef>
              <a:spcAft>
                <a:spcPts val="0"/>
              </a:spcAft>
              <a:buSzPts val="1700"/>
              <a:buChar char="●"/>
            </a:pPr>
            <a:r>
              <a:rPr lang="en" sz="1700"/>
              <a:t>One representative appointed from each Strategic member; and</a:t>
            </a:r>
            <a:endParaRPr sz="1700"/>
          </a:p>
          <a:p>
            <a:pPr indent="-336550" lvl="0" marL="914400" rtl="0" algn="l">
              <a:spcBef>
                <a:spcPts val="0"/>
              </a:spcBef>
              <a:spcAft>
                <a:spcPts val="0"/>
              </a:spcAft>
              <a:buSzPts val="1700"/>
              <a:buChar char="●"/>
            </a:pPr>
            <a:r>
              <a:rPr lang="en" sz="1700"/>
              <a:t>One representative appointed by the TSC of each project </a:t>
            </a:r>
            <a:endParaRPr sz="1700"/>
          </a:p>
          <a:p>
            <a:pPr indent="-336550" lvl="0" marL="457200" rtl="0" algn="l">
              <a:spcBef>
                <a:spcPts val="1000"/>
              </a:spcBef>
              <a:spcAft>
                <a:spcPts val="0"/>
              </a:spcAft>
              <a:buSzPts val="1700"/>
              <a:buChar char="●"/>
            </a:pPr>
            <a:r>
              <a:rPr lang="en" sz="1700"/>
              <a:t>See </a:t>
            </a:r>
            <a:r>
              <a:rPr lang="en" sz="1700" u="sng">
                <a:solidFill>
                  <a:schemeClr val="hlink"/>
                </a:solidFill>
                <a:hlinkClick r:id="rId3"/>
              </a:rPr>
              <a:t>Section 8(b)</a:t>
            </a:r>
            <a:r>
              <a:rPr lang="en" sz="1700"/>
              <a:t> of the LF Energy Foundation Charter for more information about composition.</a:t>
            </a:r>
            <a:endParaRPr sz="1700"/>
          </a:p>
          <a:p>
            <a:pPr indent="-336550" lvl="0" marL="457200" rtl="0" algn="l">
              <a:spcBef>
                <a:spcPts val="1000"/>
              </a:spcBef>
              <a:spcAft>
                <a:spcPts val="1000"/>
              </a:spcAft>
              <a:buSzPts val="1700"/>
              <a:buChar char="●"/>
            </a:pPr>
            <a:r>
              <a:rPr lang="en" sz="1700"/>
              <a:t>You can change your representative at any time by making a request at </a:t>
            </a:r>
            <a:r>
              <a:rPr lang="en" sz="1700" u="sng">
                <a:solidFill>
                  <a:schemeClr val="hlink"/>
                </a:solidFill>
                <a:hlinkClick r:id="rId4"/>
              </a:rPr>
              <a:t>members.lfenergy.org</a:t>
            </a:r>
            <a:r>
              <a:rPr lang="en" sz="1700"/>
              <a:t>.</a:t>
            </a:r>
            <a:endParaRPr sz="1700"/>
          </a:p>
        </p:txBody>
      </p:sp>
      <p:sp>
        <p:nvSpPr>
          <p:cNvPr id="933" name="Google Shape;933;p15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Composition</a:t>
            </a:r>
            <a:endParaRPr/>
          </a:p>
        </p:txBody>
      </p:sp>
      <p:sp>
        <p:nvSpPr>
          <p:cNvPr id="934" name="Google Shape;934;p15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9" name="Shape 939"/>
        <p:cNvGrpSpPr/>
        <p:nvPr/>
      </p:nvGrpSpPr>
      <p:grpSpPr>
        <a:xfrm>
          <a:off x="0" y="0"/>
          <a:ext cx="0" cy="0"/>
          <a:chOff x="0" y="0"/>
          <a:chExt cx="0" cy="0"/>
        </a:xfrm>
      </p:grpSpPr>
      <p:sp>
        <p:nvSpPr>
          <p:cNvPr id="940" name="Google Shape;940;p159"/>
          <p:cNvSpPr txBox="1"/>
          <p:nvPr>
            <p:ph type="ctrTitle"/>
          </p:nvPr>
        </p:nvSpPr>
        <p:spPr>
          <a:xfrm>
            <a:off x="71049" y="1217275"/>
            <a:ext cx="45009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sz="4089"/>
              <a:t>Technical Advisory Council (TAC)</a:t>
            </a:r>
            <a:endParaRPr sz="4089"/>
          </a:p>
          <a:p>
            <a:pPr indent="0" lvl="0" marL="0" rtl="0" algn="l">
              <a:spcBef>
                <a:spcPts val="0"/>
              </a:spcBef>
              <a:spcAft>
                <a:spcPts val="0"/>
              </a:spcAft>
              <a:buNone/>
            </a:pPr>
            <a:r>
              <a:rPr lang="en" sz="3000"/>
              <a:t>voting representatives</a:t>
            </a:r>
            <a:endParaRPr sz="3000"/>
          </a:p>
        </p:txBody>
      </p:sp>
      <p:pic>
        <p:nvPicPr>
          <p:cNvPr id="941" name="Google Shape;941;p159" title="Screenshot 2025-09-10 at 7.56.16 AM.png"/>
          <p:cNvPicPr preferRelativeResize="0"/>
          <p:nvPr/>
        </p:nvPicPr>
        <p:blipFill>
          <a:blip r:embed="rId3">
            <a:alphaModFix/>
          </a:blip>
          <a:stretch>
            <a:fillRect/>
          </a:stretch>
        </p:blipFill>
        <p:spPr>
          <a:xfrm>
            <a:off x="4873400" y="0"/>
            <a:ext cx="4270601" cy="5174774"/>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5" name="Shape 945"/>
        <p:cNvGrpSpPr/>
        <p:nvPr/>
      </p:nvGrpSpPr>
      <p:grpSpPr>
        <a:xfrm>
          <a:off x="0" y="0"/>
          <a:ext cx="0" cy="0"/>
          <a:chOff x="0" y="0"/>
          <a:chExt cx="0" cy="0"/>
        </a:xfrm>
      </p:grpSpPr>
      <p:sp>
        <p:nvSpPr>
          <p:cNvPr id="946" name="Google Shape;946;p160"/>
          <p:cNvSpPr txBox="1"/>
          <p:nvPr>
            <p:ph type="title"/>
          </p:nvPr>
        </p:nvSpPr>
        <p:spPr>
          <a:xfrm>
            <a:off x="311700" y="25247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 Chairperson</a:t>
            </a:r>
            <a:endParaRPr/>
          </a:p>
        </p:txBody>
      </p:sp>
      <p:sp>
        <p:nvSpPr>
          <p:cNvPr id="947" name="Google Shape;947;p160"/>
          <p:cNvSpPr txBox="1"/>
          <p:nvPr>
            <p:ph idx="1" type="body"/>
          </p:nvPr>
        </p:nvSpPr>
        <p:spPr>
          <a:xfrm>
            <a:off x="311700" y="906538"/>
            <a:ext cx="8520600" cy="3698400"/>
          </a:xfrm>
          <a:prstGeom prst="rect">
            <a:avLst/>
          </a:prstGeom>
        </p:spPr>
        <p:txBody>
          <a:bodyPr anchorCtr="0" anchor="t" bIns="91425" lIns="91425" spcFirstLastPara="1" rIns="91425" wrap="square" tIns="91425">
            <a:normAutofit/>
          </a:bodyPr>
          <a:lstStyle/>
          <a:p>
            <a:pPr indent="0" lvl="0" marL="0" rtl="0" algn="l">
              <a:lnSpc>
                <a:spcPct val="105000"/>
              </a:lnSpc>
              <a:spcBef>
                <a:spcPts val="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LF Energy Foundation</a:t>
            </a:r>
            <a:endParaRPr sz="1600"/>
          </a:p>
          <a:p>
            <a:pPr indent="-330200" lvl="0" marL="457200" rtl="0" algn="l">
              <a:lnSpc>
                <a:spcPct val="105000"/>
              </a:lnSpc>
              <a:spcBef>
                <a:spcPts val="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lnSpc>
                <a:spcPct val="105000"/>
              </a:lnSpc>
              <a:spcBef>
                <a:spcPts val="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8(a)</a:t>
            </a:r>
            <a:r>
              <a:rPr lang="en" sz="1600"/>
              <a:t> of the LF Energy Foundation Charter for more information about the chairperson role.</a:t>
            </a:r>
            <a:endParaRPr sz="1600"/>
          </a:p>
        </p:txBody>
      </p:sp>
      <p:sp>
        <p:nvSpPr>
          <p:cNvPr id="948" name="Google Shape;948;p16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2" name="Shape 952"/>
        <p:cNvGrpSpPr/>
        <p:nvPr/>
      </p:nvGrpSpPr>
      <p:grpSpPr>
        <a:xfrm>
          <a:off x="0" y="0"/>
          <a:ext cx="0" cy="0"/>
          <a:chOff x="0" y="0"/>
          <a:chExt cx="0" cy="0"/>
        </a:xfrm>
      </p:grpSpPr>
      <p:sp>
        <p:nvSpPr>
          <p:cNvPr id="953" name="Google Shape;953;p161"/>
          <p:cNvSpPr txBox="1"/>
          <p:nvPr>
            <p:ph type="ctrTitle"/>
          </p:nvPr>
        </p:nvSpPr>
        <p:spPr>
          <a:xfrm>
            <a:off x="625500" y="1922076"/>
            <a:ext cx="5533500" cy="10656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Meetings</a:t>
            </a:r>
            <a:endParaRPr/>
          </a:p>
        </p:txBody>
      </p:sp>
      <p:sp>
        <p:nvSpPr>
          <p:cNvPr id="954" name="Google Shape;954;p16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8" name="Shape 958"/>
        <p:cNvGrpSpPr/>
        <p:nvPr/>
      </p:nvGrpSpPr>
      <p:grpSpPr>
        <a:xfrm>
          <a:off x="0" y="0"/>
          <a:ext cx="0" cy="0"/>
          <a:chOff x="0" y="0"/>
          <a:chExt cx="0" cy="0"/>
        </a:xfrm>
      </p:grpSpPr>
      <p:sp>
        <p:nvSpPr>
          <p:cNvPr id="959" name="Google Shape;959;p162"/>
          <p:cNvSpPr txBox="1"/>
          <p:nvPr>
            <p:ph idx="1" type="body"/>
          </p:nvPr>
        </p:nvSpPr>
        <p:spPr>
          <a:xfrm>
            <a:off x="311700" y="730600"/>
            <a:ext cx="8520600" cy="3787500"/>
          </a:xfrm>
          <a:prstGeom prst="rect">
            <a:avLst/>
          </a:prstGeom>
        </p:spPr>
        <p:txBody>
          <a:bodyPr anchorCtr="0" anchor="t" bIns="91425" lIns="91425" spcFirstLastPara="1" rIns="91425" wrap="square" tIns="91425">
            <a:noAutofit/>
          </a:bodyPr>
          <a:lstStyle/>
          <a:p>
            <a:pPr indent="-317500" lvl="0" marL="457200" rtl="0" algn="l">
              <a:lnSpc>
                <a:spcPct val="95000"/>
              </a:lnSpc>
              <a:spcBef>
                <a:spcPts val="0"/>
              </a:spcBef>
              <a:spcAft>
                <a:spcPts val="0"/>
              </a:spcAft>
              <a:buSzPts val="1400"/>
              <a:buChar char="●"/>
            </a:pPr>
            <a:r>
              <a:rPr lang="en" sz="1400"/>
              <a:t>The TAC has virtual meetings, generally monthly on the second Tuesday of the month. </a:t>
            </a:r>
            <a:r>
              <a:rPr b="1" lang="en" sz="1400"/>
              <a:t>All meetings are </a:t>
            </a:r>
            <a:r>
              <a:rPr b="1" lang="en" sz="1400"/>
              <a:t>public</a:t>
            </a:r>
            <a:r>
              <a:rPr b="1" lang="en" sz="1400"/>
              <a:t> meetings unless specified otherwise.</a:t>
            </a:r>
            <a:endParaRPr b="1" sz="1400"/>
          </a:p>
          <a:p>
            <a:pPr indent="-317500" lvl="0" marL="457200" rtl="0" algn="l">
              <a:lnSpc>
                <a:spcPct val="95000"/>
              </a:lnSpc>
              <a:spcBef>
                <a:spcPts val="1000"/>
              </a:spcBef>
              <a:spcAft>
                <a:spcPts val="0"/>
              </a:spcAft>
              <a:buSzPts val="1400"/>
              <a:buChar char="●"/>
            </a:pPr>
            <a:r>
              <a:rPr lang="en" sz="1400"/>
              <a:t>Format for the meetings generally include short updates, and up to three larger topics ( such as an annual review of a project/working group, new project/working group proposal, larger discussion item, or special presentation )</a:t>
            </a:r>
            <a:endParaRPr sz="1400"/>
          </a:p>
          <a:p>
            <a:pPr indent="-304800" lvl="1" marL="914400" rtl="0" algn="l">
              <a:lnSpc>
                <a:spcPct val="95000"/>
              </a:lnSpc>
              <a:spcBef>
                <a:spcPts val="0"/>
              </a:spcBef>
              <a:spcAft>
                <a:spcPts val="0"/>
              </a:spcAft>
              <a:buSzPts val="1200"/>
              <a:buChar char="○"/>
            </a:pPr>
            <a:r>
              <a:rPr lang="en" sz="1200"/>
              <a:t>Voting will often take place at each meeting</a:t>
            </a:r>
            <a:endParaRPr sz="1200"/>
          </a:p>
          <a:p>
            <a:pPr indent="-304800" lvl="1" marL="914400" rtl="0" algn="l">
              <a:lnSpc>
                <a:spcPct val="95000"/>
              </a:lnSpc>
              <a:spcBef>
                <a:spcPts val="0"/>
              </a:spcBef>
              <a:spcAft>
                <a:spcPts val="0"/>
              </a:spcAft>
              <a:buSzPts val="1200"/>
              <a:buChar char="○"/>
            </a:pPr>
            <a:r>
              <a:rPr lang="en" sz="1200"/>
              <a:t>If you </a:t>
            </a:r>
            <a:r>
              <a:rPr lang="en" sz="1200"/>
              <a:t>cannot</a:t>
            </a:r>
            <a:r>
              <a:rPr lang="en" sz="1200"/>
              <a:t> attend a meeting and wish to have someone else represent you, please contact the foundation staff at </a:t>
            </a:r>
            <a:r>
              <a:rPr lang="en" sz="1200" u="sng">
                <a:solidFill>
                  <a:schemeClr val="hlink"/>
                </a:solidFill>
                <a:hlinkClick r:id="rId3"/>
              </a:rPr>
              <a:t>members.lfenergy.org</a:t>
            </a:r>
            <a:r>
              <a:rPr lang="en" sz="1200"/>
              <a:t>.</a:t>
            </a:r>
            <a:endParaRPr sz="1200"/>
          </a:p>
          <a:p>
            <a:pPr indent="-317500" lvl="0" marL="457200" rtl="0" algn="l">
              <a:lnSpc>
                <a:spcPct val="95000"/>
              </a:lnSpc>
              <a:spcBef>
                <a:spcPts val="1000"/>
              </a:spcBef>
              <a:spcAft>
                <a:spcPts val="0"/>
              </a:spcAft>
              <a:buSzPts val="1400"/>
              <a:buChar char="●"/>
            </a:pPr>
            <a:r>
              <a:rPr lang="en" sz="1400"/>
              <a:t>Additionally, the TAC may have one hybrid Leadership Meetings session per year.</a:t>
            </a:r>
            <a:endParaRPr sz="1400"/>
          </a:p>
          <a:p>
            <a:pPr indent="-304800" lvl="1" marL="914400" rtl="0" algn="l">
              <a:lnSpc>
                <a:spcPct val="95000"/>
              </a:lnSpc>
              <a:spcBef>
                <a:spcPts val="0"/>
              </a:spcBef>
              <a:spcAft>
                <a:spcPts val="0"/>
              </a:spcAft>
              <a:buSzPts val="1200"/>
              <a:buChar char="○"/>
            </a:pPr>
            <a:r>
              <a:rPr lang="en" sz="1200"/>
              <a:t>Governing Board representatives and a representative from each General Member are invited to Strategy Sessions.</a:t>
            </a:r>
            <a:endParaRPr sz="1200"/>
          </a:p>
          <a:p>
            <a:pPr indent="-317500" lvl="0" marL="457200" rtl="0" algn="l">
              <a:lnSpc>
                <a:spcPct val="95000"/>
              </a:lnSpc>
              <a:spcBef>
                <a:spcPts val="1000"/>
              </a:spcBef>
              <a:spcAft>
                <a:spcPts val="0"/>
              </a:spcAft>
              <a:buSzPts val="1400"/>
              <a:buChar char="●"/>
            </a:pPr>
            <a:r>
              <a:rPr lang="en" sz="1400"/>
              <a:t>In rare and exceptional circumstances (e.g., in an emergency situation), an additional ad hoc </a:t>
            </a:r>
            <a:r>
              <a:rPr lang="en" sz="1400"/>
              <a:t>special meeting</a:t>
            </a:r>
            <a:r>
              <a:rPr lang="en" sz="1400"/>
              <a:t> of the TAC may be convened. </a:t>
            </a:r>
            <a:endParaRPr sz="1400"/>
          </a:p>
          <a:p>
            <a:pPr indent="-304800" lvl="1" marL="914400" rtl="0" algn="l">
              <a:lnSpc>
                <a:spcPct val="95000"/>
              </a:lnSpc>
              <a:spcBef>
                <a:spcPts val="0"/>
              </a:spcBef>
              <a:spcAft>
                <a:spcPts val="0"/>
              </a:spcAft>
              <a:buSzPts val="1200"/>
              <a:buChar char="○"/>
            </a:pPr>
            <a:r>
              <a:rPr lang="en" sz="1200"/>
              <a:t>To request a special meeting, please email your request to the Foundation Staff and TAC Chair, and they will decide whether a special meeting is necessary or the proposed agenda item can be discussed by email or at the next regular meeting.</a:t>
            </a:r>
            <a:endParaRPr sz="1200"/>
          </a:p>
        </p:txBody>
      </p:sp>
      <p:sp>
        <p:nvSpPr>
          <p:cNvPr id="960" name="Google Shape;960;p162"/>
          <p:cNvSpPr txBox="1"/>
          <p:nvPr>
            <p:ph type="title"/>
          </p:nvPr>
        </p:nvSpPr>
        <p:spPr>
          <a:xfrm>
            <a:off x="243225" y="1533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Meeting Cadence</a:t>
            </a:r>
            <a:endParaRPr/>
          </a:p>
        </p:txBody>
      </p:sp>
      <p:sp>
        <p:nvSpPr>
          <p:cNvPr id="961" name="Google Shape;961;p16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5" name="Shape 965"/>
        <p:cNvGrpSpPr/>
        <p:nvPr/>
      </p:nvGrpSpPr>
      <p:grpSpPr>
        <a:xfrm>
          <a:off x="0" y="0"/>
          <a:ext cx="0" cy="0"/>
          <a:chOff x="0" y="0"/>
          <a:chExt cx="0" cy="0"/>
        </a:xfrm>
      </p:grpSpPr>
      <p:sp>
        <p:nvSpPr>
          <p:cNvPr id="966" name="Google Shape;966;p163"/>
          <p:cNvSpPr txBox="1"/>
          <p:nvPr>
            <p:ph idx="1" type="body"/>
          </p:nvPr>
        </p:nvSpPr>
        <p:spPr>
          <a:xfrm>
            <a:off x="280350" y="1268275"/>
            <a:ext cx="8520600" cy="28407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Agenda for TAC meetings are managed at </a:t>
            </a:r>
            <a:r>
              <a:rPr lang="en" sz="1700" u="sng">
                <a:solidFill>
                  <a:schemeClr val="hlink"/>
                </a:solidFill>
                <a:hlinkClick r:id="rId3"/>
              </a:rPr>
              <a:t>https://github.com/orgs/lf-energy/projects/2</a:t>
            </a:r>
            <a:r>
              <a:rPr lang="en" sz="1700"/>
              <a:t> </a:t>
            </a:r>
            <a:endParaRPr sz="1700"/>
          </a:p>
          <a:p>
            <a:pPr indent="-336550" lvl="0" marL="457200" rtl="0" algn="l">
              <a:spcBef>
                <a:spcPts val="0"/>
              </a:spcBef>
              <a:spcAft>
                <a:spcPts val="0"/>
              </a:spcAft>
              <a:buSzPts val="1700"/>
              <a:buChar char="●"/>
            </a:pPr>
            <a:r>
              <a:rPr lang="en" sz="1700"/>
              <a:t>Propose a topic for a TAC meeting at </a:t>
            </a:r>
            <a:r>
              <a:rPr lang="en" sz="1700" u="sng">
                <a:solidFill>
                  <a:schemeClr val="hlink"/>
                </a:solidFill>
                <a:hlinkClick r:id="rId4"/>
              </a:rPr>
              <a:t>https://github.com/lf-energy/tac/issues/new/choose</a:t>
            </a:r>
            <a:r>
              <a:rPr lang="en" sz="1700"/>
              <a:t> </a:t>
            </a:r>
            <a:endParaRPr sz="1700"/>
          </a:p>
          <a:p>
            <a:pPr indent="-336550" lvl="0" marL="457200" rtl="0" algn="l">
              <a:spcBef>
                <a:spcPts val="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967" name="Google Shape;967;p16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How to propose an agenda item</a:t>
            </a:r>
            <a:endParaRPr/>
          </a:p>
        </p:txBody>
      </p:sp>
      <p:sp>
        <p:nvSpPr>
          <p:cNvPr id="968" name="Google Shape;968;p16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2" name="Shape 972"/>
        <p:cNvGrpSpPr/>
        <p:nvPr/>
      </p:nvGrpSpPr>
      <p:grpSpPr>
        <a:xfrm>
          <a:off x="0" y="0"/>
          <a:ext cx="0" cy="0"/>
          <a:chOff x="0" y="0"/>
          <a:chExt cx="0" cy="0"/>
        </a:xfrm>
      </p:grpSpPr>
      <p:sp>
        <p:nvSpPr>
          <p:cNvPr id="973" name="Google Shape;973;p164"/>
          <p:cNvSpPr txBox="1"/>
          <p:nvPr>
            <p:ph idx="1" type="body"/>
          </p:nvPr>
        </p:nvSpPr>
        <p:spPr>
          <a:xfrm>
            <a:off x="311700" y="1361250"/>
            <a:ext cx="8520600" cy="2421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If we cannot accommodate your request in the upcoming meeting we may:</a:t>
            </a:r>
            <a:endParaRPr sz="1800"/>
          </a:p>
          <a:p>
            <a:pPr indent="-323850" lvl="1" marL="914400" rtl="0" algn="l">
              <a:spcBef>
                <a:spcPts val="1000"/>
              </a:spcBef>
              <a:spcAft>
                <a:spcPts val="0"/>
              </a:spcAft>
              <a:buSzPts val="1500"/>
              <a:buChar char="○"/>
            </a:pPr>
            <a:r>
              <a:rPr lang="en" sz="1500"/>
              <a:t>Wait until the following meeting to discuss the topic</a:t>
            </a:r>
            <a:endParaRPr sz="1500"/>
          </a:p>
          <a:p>
            <a:pPr indent="-323850" lvl="1" marL="914400" rtl="0" algn="l">
              <a:spcBef>
                <a:spcPts val="0"/>
              </a:spcBef>
              <a:spcAft>
                <a:spcPts val="0"/>
              </a:spcAft>
              <a:buSzPts val="1500"/>
              <a:buChar char="○"/>
            </a:pPr>
            <a:r>
              <a:rPr lang="en" sz="1500"/>
              <a:t>Call a special meeting to discuss your topic, or </a:t>
            </a:r>
            <a:endParaRPr sz="1500"/>
          </a:p>
          <a:p>
            <a:pPr indent="-323850" lvl="1" marL="914400" rtl="0" algn="l">
              <a:spcBef>
                <a:spcPts val="0"/>
              </a:spcBef>
              <a:spcAft>
                <a:spcPts val="0"/>
              </a:spcAft>
              <a:buSzPts val="1500"/>
              <a:buChar char="○"/>
            </a:pPr>
            <a:r>
              <a:rPr lang="en" sz="1500"/>
              <a:t>Refer the topic to the appropriate committee or task force of the TAC</a:t>
            </a:r>
            <a:endParaRPr sz="1500"/>
          </a:p>
          <a:p>
            <a:pPr indent="-342900" lvl="0" marL="457200" rtl="0" algn="l">
              <a:spcBef>
                <a:spcPts val="1000"/>
              </a:spcBef>
              <a:spcAft>
                <a:spcPts val="0"/>
              </a:spcAft>
              <a:buSzPts val="1800"/>
              <a:buChar char="●"/>
            </a:pPr>
            <a:r>
              <a:rPr lang="en" sz="1800"/>
              <a:t>We may ask you to provide slides 3 days before the meeting.</a:t>
            </a:r>
            <a:endParaRPr sz="1800"/>
          </a:p>
        </p:txBody>
      </p:sp>
      <p:sp>
        <p:nvSpPr>
          <p:cNvPr id="974" name="Google Shape;974;p164"/>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Proposing an agenda item (continued)</a:t>
            </a:r>
            <a:endParaRPr/>
          </a:p>
        </p:txBody>
      </p:sp>
      <p:sp>
        <p:nvSpPr>
          <p:cNvPr id="975" name="Google Shape;975;p16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9" name="Shape 979"/>
        <p:cNvGrpSpPr/>
        <p:nvPr/>
      </p:nvGrpSpPr>
      <p:grpSpPr>
        <a:xfrm>
          <a:off x="0" y="0"/>
          <a:ext cx="0" cy="0"/>
          <a:chOff x="0" y="0"/>
          <a:chExt cx="0" cy="0"/>
        </a:xfrm>
      </p:grpSpPr>
      <p:sp>
        <p:nvSpPr>
          <p:cNvPr id="980" name="Google Shape;980;p16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Agendas for TAC meetings will be made available the day before the scheduled meeting</a:t>
            </a:r>
            <a:endParaRPr/>
          </a:p>
          <a:p>
            <a:pPr indent="-342900" lvl="0" marL="457200" rtl="0" algn="l">
              <a:spcBef>
                <a:spcPts val="0"/>
              </a:spcBef>
              <a:spcAft>
                <a:spcPts val="0"/>
              </a:spcAft>
              <a:buSzPts val="1800"/>
              <a:buChar char="●"/>
            </a:pPr>
            <a:r>
              <a:rPr lang="en"/>
              <a:t>Past meeting notes can be found </a:t>
            </a:r>
            <a:r>
              <a:rPr lang="en" u="sng">
                <a:solidFill>
                  <a:schemeClr val="hlink"/>
                </a:solidFill>
                <a:hlinkClick r:id="rId3"/>
              </a:rPr>
              <a:t>here</a:t>
            </a:r>
            <a:r>
              <a:rPr lang="en"/>
              <a:t>.</a:t>
            </a:r>
            <a:endParaRPr/>
          </a:p>
          <a:p>
            <a:pPr indent="-342900" lvl="0" marL="457200" rtl="0" algn="l">
              <a:spcBef>
                <a:spcPts val="0"/>
              </a:spcBef>
              <a:spcAft>
                <a:spcPts val="0"/>
              </a:spcAft>
              <a:buSzPts val="1800"/>
              <a:buChar char="●"/>
            </a:pPr>
            <a:r>
              <a:rPr lang="en"/>
              <a:t>No meeting of the TAC is recorded unless the </a:t>
            </a:r>
            <a:r>
              <a:rPr lang="en"/>
              <a:t>TAC</a:t>
            </a:r>
            <a:r>
              <a:rPr lang="en"/>
              <a:t> provides </a:t>
            </a:r>
            <a:r>
              <a:rPr lang="en"/>
              <a:t>explicit</a:t>
            </a:r>
            <a:r>
              <a:rPr lang="en"/>
              <a:t> consent to do so. </a:t>
            </a:r>
            <a:endParaRPr/>
          </a:p>
        </p:txBody>
      </p:sp>
      <p:sp>
        <p:nvSpPr>
          <p:cNvPr id="981" name="Google Shape;981;p16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Materials</a:t>
            </a:r>
            <a:endParaRPr/>
          </a:p>
        </p:txBody>
      </p:sp>
      <p:sp>
        <p:nvSpPr>
          <p:cNvPr id="982" name="Google Shape;982;p16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6" name="Shape 986"/>
        <p:cNvGrpSpPr/>
        <p:nvPr/>
      </p:nvGrpSpPr>
      <p:grpSpPr>
        <a:xfrm>
          <a:off x="0" y="0"/>
          <a:ext cx="0" cy="0"/>
          <a:chOff x="0" y="0"/>
          <a:chExt cx="0" cy="0"/>
        </a:xfrm>
      </p:grpSpPr>
      <p:sp>
        <p:nvSpPr>
          <p:cNvPr id="987" name="Google Shape;987;p166"/>
          <p:cNvSpPr txBox="1"/>
          <p:nvPr>
            <p:ph idx="1" type="body"/>
          </p:nvPr>
        </p:nvSpPr>
        <p:spPr>
          <a:xfrm>
            <a:off x="211850" y="1293625"/>
            <a:ext cx="43860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500">
                <a:latin typeface="Roboto Slab"/>
                <a:ea typeface="Roboto Slab"/>
                <a:cs typeface="Roboto Slab"/>
                <a:sym typeface="Roboto Slab"/>
              </a:rPr>
              <a:t>Relevant Mailing Lists</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TAC Public List: </a:t>
            </a:r>
            <a:r>
              <a:rPr lang="en" sz="1500" u="sng">
                <a:solidFill>
                  <a:schemeClr val="hlink"/>
                </a:solidFill>
                <a:hlinkClick r:id="rId3"/>
              </a:rPr>
              <a:t>tac@lists.lfenergy.org</a:t>
            </a:r>
            <a:endParaRPr sz="1500"/>
          </a:p>
          <a:p>
            <a:pPr indent="-323850" lvl="0" marL="457200" rtl="0" algn="l">
              <a:spcBef>
                <a:spcPts val="0"/>
              </a:spcBef>
              <a:spcAft>
                <a:spcPts val="0"/>
              </a:spcAft>
              <a:buSzPts val="1500"/>
              <a:buChar char="●"/>
            </a:pPr>
            <a:r>
              <a:rPr lang="en" sz="1500"/>
              <a:t>TAC Private List: </a:t>
            </a:r>
            <a:r>
              <a:rPr lang="en" sz="1500" u="sng">
                <a:solidFill>
                  <a:schemeClr val="hlink"/>
                </a:solidFill>
                <a:hlinkClick r:id="rId4"/>
              </a:rPr>
              <a:t>tac-voting@lists.lfenergy.org</a:t>
            </a:r>
            <a:r>
              <a:rPr lang="en" sz="1500"/>
              <a:t> </a:t>
            </a:r>
            <a:endParaRPr sz="1500"/>
          </a:p>
          <a:p>
            <a:pPr indent="-323850" lvl="1" marL="914400" rtl="0" algn="l">
              <a:spcBef>
                <a:spcPts val="0"/>
              </a:spcBef>
              <a:spcAft>
                <a:spcPts val="0"/>
              </a:spcAft>
              <a:buSzPts val="1500"/>
              <a:buChar char="○"/>
            </a:pPr>
            <a:r>
              <a:rPr lang="en" sz="1500"/>
              <a:t>This list is ONLY for sensitive topics and voting</a:t>
            </a:r>
            <a:endParaRPr sz="1500"/>
          </a:p>
          <a:p>
            <a:pPr indent="-323850" lvl="0" marL="457200" rtl="0" algn="l">
              <a:spcBef>
                <a:spcPts val="0"/>
              </a:spcBef>
              <a:spcAft>
                <a:spcPts val="0"/>
              </a:spcAft>
              <a:buSzPts val="1500"/>
              <a:buChar char="●"/>
            </a:pPr>
            <a:r>
              <a:rPr lang="en" sz="1500"/>
              <a:t>Project and Working Group Leads: </a:t>
            </a:r>
            <a:r>
              <a:rPr lang="en" sz="1500" u="sng">
                <a:solidFill>
                  <a:schemeClr val="hlink"/>
                </a:solidFill>
                <a:hlinkClick r:id="rId5"/>
              </a:rPr>
              <a:t>technical-project-leads@lists.lfenergy.org</a:t>
            </a:r>
            <a:endParaRPr sz="1500"/>
          </a:p>
        </p:txBody>
      </p:sp>
      <p:sp>
        <p:nvSpPr>
          <p:cNvPr id="988" name="Google Shape;988;p16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Discussion Channels</a:t>
            </a:r>
            <a:endParaRPr/>
          </a:p>
        </p:txBody>
      </p:sp>
      <p:sp>
        <p:nvSpPr>
          <p:cNvPr id="989" name="Google Shape;989;p166"/>
          <p:cNvSpPr txBox="1"/>
          <p:nvPr>
            <p:ph idx="4294967295" type="body"/>
          </p:nvPr>
        </p:nvSpPr>
        <p:spPr>
          <a:xfrm>
            <a:off x="4857125" y="1245675"/>
            <a:ext cx="3884400" cy="3263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500">
                <a:latin typeface="Roboto Slab"/>
                <a:ea typeface="Roboto Slab"/>
                <a:cs typeface="Roboto Slab"/>
                <a:sym typeface="Roboto Slab"/>
              </a:rPr>
              <a:t>Slack Channel</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You can </a:t>
            </a:r>
            <a:r>
              <a:rPr lang="en" sz="1500" u="sng">
                <a:solidFill>
                  <a:schemeClr val="hlink"/>
                </a:solidFill>
                <a:hlinkClick r:id="rId6"/>
              </a:rPr>
              <a:t>join LF Energy slack here</a:t>
            </a:r>
            <a:r>
              <a:rPr lang="en" sz="1500"/>
              <a:t>. </a:t>
            </a:r>
            <a:endParaRPr sz="1500"/>
          </a:p>
          <a:p>
            <a:pPr indent="-323850" lvl="0" marL="457200" rtl="0" algn="l">
              <a:spcBef>
                <a:spcPts val="0"/>
              </a:spcBef>
              <a:spcAft>
                <a:spcPts val="0"/>
              </a:spcAft>
              <a:buSzPts val="1500"/>
              <a:buChar char="●"/>
            </a:pPr>
            <a:r>
              <a:rPr lang="en" sz="1500"/>
              <a:t>To join the TAC slack channel, make a request at </a:t>
            </a:r>
            <a:r>
              <a:rPr lang="en" sz="1500" u="sng">
                <a:solidFill>
                  <a:schemeClr val="hlink"/>
                </a:solidFill>
                <a:hlinkClick r:id="rId7"/>
              </a:rPr>
              <a:t>members.lfenergy.org</a:t>
            </a:r>
            <a:r>
              <a:rPr lang="en" sz="1500"/>
              <a:t>.</a:t>
            </a:r>
            <a:endParaRPr sz="1900">
              <a:latin typeface="Roboto Slab Medium"/>
              <a:ea typeface="Roboto Slab Medium"/>
              <a:cs typeface="Roboto Slab Medium"/>
              <a:sym typeface="Roboto Slab Medium"/>
            </a:endParaRPr>
          </a:p>
        </p:txBody>
      </p:sp>
      <p:sp>
        <p:nvSpPr>
          <p:cNvPr id="990" name="Google Shape;990;p16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4" name="Shape 994"/>
        <p:cNvGrpSpPr/>
        <p:nvPr/>
      </p:nvGrpSpPr>
      <p:grpSpPr>
        <a:xfrm>
          <a:off x="0" y="0"/>
          <a:ext cx="0" cy="0"/>
          <a:chOff x="0" y="0"/>
          <a:chExt cx="0" cy="0"/>
        </a:xfrm>
      </p:grpSpPr>
      <p:sp>
        <p:nvSpPr>
          <p:cNvPr id="995" name="Google Shape;995;p167"/>
          <p:cNvSpPr txBox="1"/>
          <p:nvPr>
            <p:ph type="ctrTitle"/>
          </p:nvPr>
        </p:nvSpPr>
        <p:spPr>
          <a:xfrm>
            <a:off x="604925" y="1675476"/>
            <a:ext cx="5533500" cy="1558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Policies and Other Resources</a:t>
            </a:r>
            <a:endParaRPr/>
          </a:p>
        </p:txBody>
      </p:sp>
      <p:sp>
        <p:nvSpPr>
          <p:cNvPr id="996" name="Google Shape;996;p16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0" name="Shape 1000"/>
        <p:cNvGrpSpPr/>
        <p:nvPr/>
      </p:nvGrpSpPr>
      <p:grpSpPr>
        <a:xfrm>
          <a:off x="0" y="0"/>
          <a:ext cx="0" cy="0"/>
          <a:chOff x="0" y="0"/>
          <a:chExt cx="0" cy="0"/>
        </a:xfrm>
      </p:grpSpPr>
      <p:sp>
        <p:nvSpPr>
          <p:cNvPr id="1001" name="Google Shape;1001;p168"/>
          <p:cNvSpPr txBox="1"/>
          <p:nvPr>
            <p:ph type="title"/>
          </p:nvPr>
        </p:nvSpPr>
        <p:spPr>
          <a:xfrm>
            <a:off x="311700" y="410000"/>
            <a:ext cx="8520600" cy="607800"/>
          </a:xfrm>
          <a:prstGeom prst="rect">
            <a:avLst/>
          </a:prstGeom>
        </p:spPr>
        <p:txBody>
          <a:bodyPr anchorCtr="0" anchor="ctr" bIns="91425" lIns="91425" spcFirstLastPara="1" rIns="91425" wrap="square" tIns="91425">
            <a:normAutofit/>
          </a:bodyPr>
          <a:lstStyle/>
          <a:p>
            <a:pPr indent="0" lvl="0" marL="0" rtl="0" algn="l">
              <a:spcBef>
                <a:spcPts val="0"/>
              </a:spcBef>
              <a:spcAft>
                <a:spcPts val="0"/>
              </a:spcAft>
              <a:buNone/>
            </a:pPr>
            <a:r>
              <a:rPr lang="en" sz="2200"/>
              <a:t>Important LF Energy Foundation Policies and Resources</a:t>
            </a:r>
            <a:endParaRPr sz="2200"/>
          </a:p>
        </p:txBody>
      </p:sp>
      <p:sp>
        <p:nvSpPr>
          <p:cNvPr id="1002" name="Google Shape;1002;p16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9250" lvl="0" marL="457200" rtl="0" algn="l">
              <a:spcBef>
                <a:spcPts val="0"/>
              </a:spcBef>
              <a:spcAft>
                <a:spcPts val="0"/>
              </a:spcAft>
              <a:buSzPts val="1900"/>
              <a:buChar char="●"/>
            </a:pPr>
            <a:r>
              <a:rPr lang="en" sz="1900" u="sng">
                <a:solidFill>
                  <a:schemeClr val="hlink"/>
                </a:solidFill>
                <a:hlinkClick r:id="rId3"/>
              </a:rPr>
              <a:t>LF Energy Foundation Charter</a:t>
            </a:r>
            <a:endParaRPr sz="1900"/>
          </a:p>
          <a:p>
            <a:pPr indent="-349250" lvl="0" marL="457200" rtl="0" algn="l">
              <a:spcBef>
                <a:spcPts val="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0"/>
              </a:spcBef>
              <a:spcAft>
                <a:spcPts val="0"/>
              </a:spcAft>
              <a:buSzPts val="1600"/>
              <a:buChar char="○"/>
            </a:pPr>
            <a:r>
              <a:rPr lang="en" sz="1600" u="sng">
                <a:solidFill>
                  <a:schemeClr val="hlink"/>
                </a:solidFill>
                <a:hlinkClick r:id="rId7"/>
              </a:rPr>
              <a:t>LF Energy Foundation hosted project charters</a:t>
            </a:r>
            <a:r>
              <a:rPr lang="en" sz="1600"/>
              <a:t>, which define each project’s intellectual property and licensing policies.</a:t>
            </a:r>
            <a:endParaRPr sz="1600"/>
          </a:p>
          <a:p>
            <a:pPr indent="-349250" lvl="0" marL="457200" rtl="0" algn="l">
              <a:spcBef>
                <a:spcPts val="0"/>
              </a:spcBef>
              <a:spcAft>
                <a:spcPts val="0"/>
              </a:spcAft>
              <a:buSzPts val="1900"/>
              <a:buChar char="●"/>
            </a:pPr>
            <a:r>
              <a:rPr lang="en" sz="1900" u="sng">
                <a:solidFill>
                  <a:schemeClr val="hlink"/>
                </a:solidFill>
                <a:hlinkClick r:id="rId8"/>
              </a:rPr>
              <a:t>LF Energy Landscape</a:t>
            </a:r>
            <a:endParaRPr sz="1900"/>
          </a:p>
          <a:p>
            <a:pPr indent="-349250" lvl="0" marL="457200" rtl="0" algn="l">
              <a:spcBef>
                <a:spcPts val="0"/>
              </a:spcBef>
              <a:spcAft>
                <a:spcPts val="0"/>
              </a:spcAft>
              <a:buSzPts val="1900"/>
              <a:buChar char="●"/>
            </a:pPr>
            <a:r>
              <a:rPr lang="en" sz="1900" u="sng">
                <a:solidFill>
                  <a:schemeClr val="hlink"/>
                </a:solidFill>
                <a:hlinkClick r:id="rId9"/>
              </a:rPr>
              <a:t>High Level Overview</a:t>
            </a:r>
            <a:endParaRPr sz="1900"/>
          </a:p>
        </p:txBody>
      </p:sp>
      <p:sp>
        <p:nvSpPr>
          <p:cNvPr id="1003" name="Google Shape;1003;p16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7" name="Shape 1007"/>
        <p:cNvGrpSpPr/>
        <p:nvPr/>
      </p:nvGrpSpPr>
      <p:grpSpPr>
        <a:xfrm>
          <a:off x="0" y="0"/>
          <a:ext cx="0" cy="0"/>
          <a:chOff x="0" y="0"/>
          <a:chExt cx="0" cy="0"/>
        </a:xfrm>
      </p:grpSpPr>
      <p:sp>
        <p:nvSpPr>
          <p:cNvPr id="1008" name="Google Shape;1008;p169"/>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 Energy </a:t>
            </a:r>
            <a:r>
              <a:rPr lang="en"/>
              <a:t>staff</a:t>
            </a:r>
            <a:endParaRPr/>
          </a:p>
        </p:txBody>
      </p:sp>
      <p:sp>
        <p:nvSpPr>
          <p:cNvPr id="1009" name="Google Shape;1009;p169"/>
          <p:cNvSpPr txBox="1"/>
          <p:nvPr>
            <p:ph idx="1" type="body"/>
          </p:nvPr>
        </p:nvSpPr>
        <p:spPr>
          <a:xfrm>
            <a:off x="311700" y="1229975"/>
            <a:ext cx="4670100" cy="3339000"/>
          </a:xfrm>
          <a:prstGeom prst="rect">
            <a:avLst/>
          </a:prstGeom>
        </p:spPr>
        <p:txBody>
          <a:bodyPr anchorCtr="0" anchor="t" bIns="91425" lIns="91425" spcFirstLastPara="1" rIns="91425" wrap="square" tIns="91425">
            <a:noAutofit/>
          </a:bodyPr>
          <a:lstStyle/>
          <a:p>
            <a:pPr indent="-336550" lvl="0" marL="457200" rtl="0" algn="l">
              <a:spcBef>
                <a:spcPts val="0"/>
              </a:spcBef>
              <a:spcAft>
                <a:spcPts val="0"/>
              </a:spcAft>
              <a:buSzPts val="1700"/>
              <a:buChar char="●"/>
            </a:pPr>
            <a:r>
              <a:rPr lang="en" sz="1700" u="sng">
                <a:solidFill>
                  <a:schemeClr val="hlink"/>
                </a:solidFill>
                <a:hlinkClick r:id="rId3"/>
              </a:rPr>
              <a:t>Alex Thornton</a:t>
            </a:r>
            <a:r>
              <a:rPr lang="en" sz="1700"/>
              <a:t>, LF Energy Executive Director</a:t>
            </a:r>
            <a:endParaRPr sz="1700"/>
          </a:p>
          <a:p>
            <a:pPr indent="-336550" lvl="0" marL="457200" rtl="0" algn="l">
              <a:spcBef>
                <a:spcPts val="0"/>
              </a:spcBef>
              <a:spcAft>
                <a:spcPts val="0"/>
              </a:spcAft>
              <a:buSzPts val="1700"/>
              <a:buChar char="●"/>
            </a:pPr>
            <a:r>
              <a:rPr lang="en" sz="1700" u="sng">
                <a:solidFill>
                  <a:schemeClr val="hlink"/>
                </a:solidFill>
                <a:hlinkClick r:id="rId4"/>
              </a:rPr>
              <a:t>Dan Brown</a:t>
            </a:r>
            <a:r>
              <a:rPr lang="en" sz="1700"/>
              <a:t>, Marketing Director </a:t>
            </a:r>
            <a:endParaRPr sz="1700"/>
          </a:p>
          <a:p>
            <a:pPr indent="-336550" lvl="0" marL="457200" rtl="0" algn="l">
              <a:spcBef>
                <a:spcPts val="0"/>
              </a:spcBef>
              <a:spcAft>
                <a:spcPts val="0"/>
              </a:spcAft>
              <a:buSzPts val="1700"/>
              <a:buChar char="●"/>
            </a:pPr>
            <a:r>
              <a:rPr lang="en" sz="1700" u="sng">
                <a:solidFill>
                  <a:schemeClr val="hlink"/>
                </a:solidFill>
                <a:hlinkClick r:id="rId5"/>
              </a:rPr>
              <a:t>John Mertic</a:t>
            </a:r>
            <a:r>
              <a:rPr lang="en" sz="1700"/>
              <a:t>, Program Director</a:t>
            </a:r>
            <a:endParaRPr sz="1700"/>
          </a:p>
          <a:p>
            <a:pPr indent="-336550" lvl="0" marL="457200" rtl="0" algn="l">
              <a:spcBef>
                <a:spcPts val="0"/>
              </a:spcBef>
              <a:spcAft>
                <a:spcPts val="0"/>
              </a:spcAft>
              <a:buSzPts val="1700"/>
              <a:buChar char="●"/>
            </a:pPr>
            <a:r>
              <a:rPr lang="en" sz="1700" u="sng">
                <a:solidFill>
                  <a:schemeClr val="hlink"/>
                </a:solidFill>
                <a:hlinkClick r:id="rId6"/>
              </a:rPr>
              <a:t>Yarille Ortiz</a:t>
            </a:r>
            <a:r>
              <a:rPr lang="en" sz="1700"/>
              <a:t>, Sr. Project Coordinator</a:t>
            </a:r>
            <a:endParaRPr i="1" sz="2100">
              <a:solidFill>
                <a:srgbClr val="000000"/>
              </a:solidFill>
            </a:endParaRPr>
          </a:p>
        </p:txBody>
      </p:sp>
      <p:pic>
        <p:nvPicPr>
          <p:cNvPr id="1010" name="Google Shape;1010;p169"/>
          <p:cNvPicPr preferRelativeResize="0"/>
          <p:nvPr/>
        </p:nvPicPr>
        <p:blipFill rotWithShape="1">
          <a:blip r:embed="rId7">
            <a:alphaModFix/>
          </a:blip>
          <a:srcRect b="0" l="16667" r="16667" t="0"/>
          <a:stretch/>
        </p:blipFill>
        <p:spPr>
          <a:xfrm>
            <a:off x="5122275" y="2514850"/>
            <a:ext cx="1667407" cy="1667451"/>
          </a:xfrm>
          <a:prstGeom prst="rect">
            <a:avLst/>
          </a:prstGeom>
          <a:noFill/>
          <a:ln>
            <a:noFill/>
          </a:ln>
        </p:spPr>
      </p:pic>
      <p:pic>
        <p:nvPicPr>
          <p:cNvPr id="1011" name="Google Shape;1011;p169"/>
          <p:cNvPicPr preferRelativeResize="0"/>
          <p:nvPr/>
        </p:nvPicPr>
        <p:blipFill rotWithShape="1">
          <a:blip r:embed="rId8">
            <a:alphaModFix/>
          </a:blip>
          <a:srcRect b="0" l="0" r="0" t="0"/>
          <a:stretch/>
        </p:blipFill>
        <p:spPr>
          <a:xfrm>
            <a:off x="6786725" y="850588"/>
            <a:ext cx="1667449" cy="1667449"/>
          </a:xfrm>
          <a:prstGeom prst="rect">
            <a:avLst/>
          </a:prstGeom>
          <a:noFill/>
          <a:ln>
            <a:noFill/>
          </a:ln>
        </p:spPr>
      </p:pic>
      <p:pic>
        <p:nvPicPr>
          <p:cNvPr id="1012" name="Google Shape;1012;p169"/>
          <p:cNvPicPr preferRelativeResize="0"/>
          <p:nvPr/>
        </p:nvPicPr>
        <p:blipFill rotWithShape="1">
          <a:blip r:embed="rId9">
            <a:alphaModFix/>
          </a:blip>
          <a:srcRect b="0" l="12881" r="12874" t="0"/>
          <a:stretch/>
        </p:blipFill>
        <p:spPr>
          <a:xfrm>
            <a:off x="6789700" y="2518025"/>
            <a:ext cx="1661502" cy="1661096"/>
          </a:xfrm>
          <a:prstGeom prst="rect">
            <a:avLst/>
          </a:prstGeom>
          <a:noFill/>
          <a:ln>
            <a:noFill/>
          </a:ln>
        </p:spPr>
      </p:pic>
      <p:pic>
        <p:nvPicPr>
          <p:cNvPr id="1013" name="Google Shape;1013;p169"/>
          <p:cNvPicPr preferRelativeResize="0"/>
          <p:nvPr/>
        </p:nvPicPr>
        <p:blipFill rotWithShape="1">
          <a:blip r:embed="rId10">
            <a:alphaModFix/>
          </a:blip>
          <a:srcRect b="0" l="0" r="0" t="0"/>
          <a:stretch/>
        </p:blipFill>
        <p:spPr>
          <a:xfrm>
            <a:off x="5125224" y="853550"/>
            <a:ext cx="1661501" cy="1661527"/>
          </a:xfrm>
          <a:prstGeom prst="rect">
            <a:avLst/>
          </a:prstGeom>
          <a:noFill/>
          <a:ln>
            <a:noFill/>
          </a:ln>
        </p:spPr>
      </p:pic>
      <p:sp>
        <p:nvSpPr>
          <p:cNvPr id="1014" name="Google Shape;1014;p169"/>
          <p:cNvSpPr txBox="1"/>
          <p:nvPr/>
        </p:nvSpPr>
        <p:spPr>
          <a:xfrm>
            <a:off x="5122200" y="4233000"/>
            <a:ext cx="3329100" cy="523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100">
                <a:latin typeface="Roboto Slab Light"/>
                <a:ea typeface="Roboto Slab Light"/>
                <a:cs typeface="Roboto Slab Light"/>
                <a:sym typeface="Roboto Slab Light"/>
              </a:rPr>
              <a:t>S</a:t>
            </a:r>
            <a:r>
              <a:rPr i="1" lang="en" sz="1100">
                <a:latin typeface="Roboto Slab Light"/>
                <a:ea typeface="Roboto Slab Light"/>
                <a:cs typeface="Roboto Slab Light"/>
                <a:sym typeface="Roboto Slab Light"/>
              </a:rPr>
              <a:t>upport requests for the staff can be made at </a:t>
            </a:r>
            <a:r>
              <a:rPr i="1" lang="en" sz="1100" u="sng">
                <a:solidFill>
                  <a:schemeClr val="hlink"/>
                </a:solidFill>
                <a:latin typeface="Roboto Slab Light"/>
                <a:ea typeface="Roboto Slab Light"/>
                <a:cs typeface="Roboto Slab Light"/>
                <a:sym typeface="Roboto Slab Light"/>
                <a:hlinkClick r:id="rId11"/>
              </a:rPr>
              <a:t>support.lfenergy.org</a:t>
            </a:r>
            <a:r>
              <a:rPr i="1" lang="en" sz="1100">
                <a:latin typeface="Roboto Slab Light"/>
                <a:ea typeface="Roboto Slab Light"/>
                <a:cs typeface="Roboto Slab Light"/>
                <a:sym typeface="Roboto Slab Light"/>
              </a:rPr>
              <a:t>.</a:t>
            </a:r>
            <a:endParaRPr i="1" sz="1100">
              <a:latin typeface="Roboto Slab Light"/>
              <a:ea typeface="Roboto Slab Light"/>
              <a:cs typeface="Roboto Slab Light"/>
              <a:sym typeface="Roboto Slab Light"/>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8" name="Shape 1018"/>
        <p:cNvGrpSpPr/>
        <p:nvPr/>
      </p:nvGrpSpPr>
      <p:grpSpPr>
        <a:xfrm>
          <a:off x="0" y="0"/>
          <a:ext cx="0" cy="0"/>
          <a:chOff x="0" y="0"/>
          <a:chExt cx="0" cy="0"/>
        </a:xfrm>
      </p:grpSpPr>
      <p:sp>
        <p:nvSpPr>
          <p:cNvPr id="1019" name="Google Shape;1019;p170"/>
          <p:cNvSpPr txBox="1"/>
          <p:nvPr>
            <p:ph idx="1" type="body"/>
          </p:nvPr>
        </p:nvSpPr>
        <p:spPr>
          <a:xfrm>
            <a:off x="280350" y="116500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‘LF Energy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br>
              <a:rPr lang="en" sz="1200"/>
            </a:br>
            <a:endParaRPr sz="1200"/>
          </a:p>
          <a:p>
            <a:pPr indent="0" lvl="0" marL="0" rtl="0" algn="l">
              <a:spcBef>
                <a:spcPts val="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1020" name="Google Shape;1020;p17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LFX Organization Dashboard</a:t>
            </a:r>
            <a:endParaRPr/>
          </a:p>
        </p:txBody>
      </p:sp>
      <p:sp>
        <p:nvSpPr>
          <p:cNvPr id="1021" name="Google Shape;1021;p17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5" name="Shape 1025"/>
        <p:cNvGrpSpPr/>
        <p:nvPr/>
      </p:nvGrpSpPr>
      <p:grpSpPr>
        <a:xfrm>
          <a:off x="0" y="0"/>
          <a:ext cx="0" cy="0"/>
          <a:chOff x="0" y="0"/>
          <a:chExt cx="0" cy="0"/>
        </a:xfrm>
      </p:grpSpPr>
      <p:sp>
        <p:nvSpPr>
          <p:cNvPr id="1026" name="Google Shape;1026;p171"/>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990"/>
              <a:buNone/>
            </a:pPr>
            <a:r>
              <a:rPr lang="en" sz="2200"/>
              <a:t>Who’s Who in the LF Energy Foundation</a:t>
            </a:r>
            <a:endParaRPr sz="2200"/>
          </a:p>
        </p:txBody>
      </p:sp>
      <p:sp>
        <p:nvSpPr>
          <p:cNvPr id="1027" name="Google Shape;1027;p171"/>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u="sng">
                <a:solidFill>
                  <a:schemeClr val="hlink"/>
                </a:solidFill>
                <a:hlinkClick r:id="rId3"/>
              </a:rPr>
              <a:t>LF Energy Foundation Members</a:t>
            </a:r>
            <a:endParaRPr/>
          </a:p>
          <a:p>
            <a:pPr indent="-342900" lvl="0" marL="457200" rtl="0" algn="l">
              <a:spcBef>
                <a:spcPts val="0"/>
              </a:spcBef>
              <a:spcAft>
                <a:spcPts val="0"/>
              </a:spcAft>
              <a:buSzPts val="1800"/>
              <a:buChar char="●"/>
            </a:pPr>
            <a:r>
              <a:rPr lang="en"/>
              <a:t>Staff: </a:t>
            </a:r>
            <a:r>
              <a:rPr lang="en" u="sng">
                <a:solidFill>
                  <a:schemeClr val="hlink"/>
                </a:solidFill>
                <a:hlinkClick r:id="rId4"/>
              </a:rPr>
              <a:t>LF Energy Foundation Staff</a:t>
            </a:r>
            <a:r>
              <a:rPr lang="en"/>
              <a:t>, </a:t>
            </a:r>
            <a:r>
              <a:rPr lang="en" u="sng">
                <a:solidFill>
                  <a:schemeClr val="hlink"/>
                </a:solidFill>
                <a:hlinkClick r:id="rId5"/>
              </a:rPr>
              <a:t>Linux Foundation Leadership</a:t>
            </a:r>
            <a:endParaRPr/>
          </a:p>
          <a:p>
            <a:pPr indent="-342900" lvl="0" marL="457200" rtl="0" algn="l">
              <a:spcBef>
                <a:spcPts val="0"/>
              </a:spcBef>
              <a:spcAft>
                <a:spcPts val="0"/>
              </a:spcAft>
              <a:buSzPts val="1800"/>
              <a:buChar char="●"/>
            </a:pPr>
            <a:r>
              <a:rPr lang="en" u="sng">
                <a:solidFill>
                  <a:schemeClr val="hlink"/>
                </a:solidFill>
                <a:hlinkClick r:id="rId6"/>
              </a:rPr>
              <a:t>Governing Board Members</a:t>
            </a:r>
            <a:endParaRPr/>
          </a:p>
          <a:p>
            <a:pPr indent="-342900" lvl="0" marL="457200" rtl="0" algn="l">
              <a:spcBef>
                <a:spcPts val="0"/>
              </a:spcBef>
              <a:spcAft>
                <a:spcPts val="0"/>
              </a:spcAft>
              <a:buSzPts val="1800"/>
              <a:buChar char="●"/>
            </a:pPr>
            <a:r>
              <a:rPr lang="en" u="sng">
                <a:solidFill>
                  <a:schemeClr val="hlink"/>
                </a:solidFill>
                <a:hlinkClick r:id="rId7"/>
              </a:rPr>
              <a:t>Technical Advisory Council Members</a:t>
            </a:r>
            <a:endParaRPr/>
          </a:p>
          <a:p>
            <a:pPr indent="-342900" lvl="0" marL="457200" rtl="0" algn="l">
              <a:spcBef>
                <a:spcPts val="0"/>
              </a:spcBef>
              <a:spcAft>
                <a:spcPts val="0"/>
              </a:spcAft>
              <a:buSzPts val="1800"/>
              <a:buChar char="●"/>
            </a:pPr>
            <a:r>
              <a:rPr lang="en" u="sng">
                <a:solidFill>
                  <a:schemeClr val="hlink"/>
                </a:solidFill>
                <a:hlinkClick r:id="rId8"/>
              </a:rPr>
              <a:t>LF Energy Project and Working Group Leads</a:t>
            </a:r>
            <a:endParaRPr/>
          </a:p>
        </p:txBody>
      </p:sp>
      <p:sp>
        <p:nvSpPr>
          <p:cNvPr id="1028" name="Google Shape;1028;p17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2" name="Shape 1032"/>
        <p:cNvGrpSpPr/>
        <p:nvPr/>
      </p:nvGrpSpPr>
      <p:grpSpPr>
        <a:xfrm>
          <a:off x="0" y="0"/>
          <a:ext cx="0" cy="0"/>
          <a:chOff x="0" y="0"/>
          <a:chExt cx="0" cy="0"/>
        </a:xfrm>
      </p:grpSpPr>
      <p:sp>
        <p:nvSpPr>
          <p:cNvPr id="1033" name="Google Shape;1033;p172"/>
          <p:cNvSpPr txBox="1"/>
          <p:nvPr>
            <p:ph idx="4294967295" type="title"/>
          </p:nvPr>
        </p:nvSpPr>
        <p:spPr>
          <a:xfrm>
            <a:off x="1119525" y="3321275"/>
            <a:ext cx="2675400" cy="878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solidFill>
                  <a:schemeClr val="lt1"/>
                </a:solidFill>
              </a:rPr>
              <a:t>Thank you!</a:t>
            </a:r>
            <a:endParaRPr>
              <a:solidFill>
                <a:schemeClr val="lt1"/>
              </a:solidFill>
            </a:endParaRPr>
          </a:p>
        </p:txBody>
      </p:sp>
      <p:sp>
        <p:nvSpPr>
          <p:cNvPr id="1034" name="Google Shape;1034;p172"/>
          <p:cNvSpPr txBox="1"/>
          <p:nvPr>
            <p:ph idx="4294967295" type="subTitle"/>
          </p:nvPr>
        </p:nvSpPr>
        <p:spPr>
          <a:xfrm>
            <a:off x="4320275" y="3412769"/>
            <a:ext cx="4535400" cy="6951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solidFill>
                  <a:schemeClr val="lt1"/>
                </a:solidFill>
              </a:rPr>
              <a:t>If you have any questions, feel free to contact the staff at </a:t>
            </a:r>
            <a:r>
              <a:rPr lang="en" u="sng">
                <a:solidFill>
                  <a:schemeClr val="hlink"/>
                </a:solidFill>
                <a:hlinkClick r:id="rId3"/>
              </a:rPr>
              <a:t>members.lfenergy.org</a:t>
            </a:r>
            <a:r>
              <a:rPr lang="en">
                <a:solidFill>
                  <a:schemeClr val="lt1"/>
                </a:solidFill>
              </a:rPr>
              <a:t>.</a:t>
            </a:r>
            <a:endParaRPr>
              <a:solidFill>
                <a:schemeClr val="lt1"/>
              </a:solidFill>
            </a:endParaRPr>
          </a:p>
        </p:txBody>
      </p:sp>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5.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