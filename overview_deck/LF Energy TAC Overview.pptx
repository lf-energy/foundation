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1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31.png"/><Relationship Id="rId4" Type="http://schemas.openxmlformats.org/officeDocument/2006/relationships/image" Target="../media/image2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1.png"/><Relationship Id="rId4" Type="http://schemas.openxmlformats.org/officeDocument/2006/relationships/image" Target="../media/image2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6.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2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1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1.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6.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6.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1.png"/><Relationship Id="rId4" Type="http://schemas.openxmlformats.org/officeDocument/2006/relationships/image" Target="../media/image26.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2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26.png"/><Relationship Id="rId4" Type="http://schemas.openxmlformats.org/officeDocument/2006/relationships/image" Target="../media/image55.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6.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31.png"/><Relationship Id="rId4" Type="http://schemas.openxmlformats.org/officeDocument/2006/relationships/image" Target="../media/image23.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6.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4.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1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image" Target="../media/image80.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7.png"/><Relationship Id="rId3" Type="http://schemas.openxmlformats.org/officeDocument/2006/relationships/image" Target="../media/image106.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7.png"/><Relationship Id="rId3" Type="http://schemas.openxmlformats.org/officeDocument/2006/relationships/image" Target="../media/image14.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0.png"/><Relationship Id="rId3" Type="http://schemas.openxmlformats.org/officeDocument/2006/relationships/image" Target="../media/image85.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9.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7.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86.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4.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4.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14.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4.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 Id="rId3" Type="http://schemas.openxmlformats.org/officeDocument/2006/relationships/image" Target="../media/image104.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19.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07.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5.png"/><Relationship Id="rId3" Type="http://schemas.openxmlformats.org/officeDocument/2006/relationships/image" Target="../media/image119.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4.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3.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2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6.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12.jpg"/><Relationship Id="rId11" Type="http://schemas.openxmlformats.org/officeDocument/2006/relationships/hyperlink" Target="http://support.lfenergy.org" TargetMode="External"/><Relationship Id="rId10" Type="http://schemas.openxmlformats.org/officeDocument/2006/relationships/image" Target="../media/image1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