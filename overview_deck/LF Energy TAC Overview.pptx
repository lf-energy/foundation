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5.png"/><Relationship Id="rId4" Type="http://schemas.openxmlformats.org/officeDocument/2006/relationships/image" Target="../media/image4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5.png"/><Relationship Id="rId4"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3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4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45.png"/><Relationship Id="rId4" Type="http://schemas.openxmlformats.org/officeDocument/2006/relationships/image" Target="../media/image3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0.png"/><Relationship Id="rId4" Type="http://schemas.openxmlformats.org/officeDocument/2006/relationships/image" Target="../media/image7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5.png"/><Relationship Id="rId4" Type="http://schemas.openxmlformats.org/officeDocument/2006/relationships/image" Target="../media/image4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10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8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9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5.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1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11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6.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