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image" Target="../media/image1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1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9.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24.png"/><Relationship Id="rId4" Type="http://schemas.openxmlformats.org/officeDocument/2006/relationships/image" Target="../media/image3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4.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27.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27.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4.png"/><Relationship Id="rId4" Type="http://schemas.openxmlformats.org/officeDocument/2006/relationships/image" Target="../media/image27.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27.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 Id="rId3" Type="http://schemas.openxmlformats.org/officeDocument/2006/relationships/image" Target="../media/image27.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27.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image" Target="../media/image13.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3.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2.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2.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1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24.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27.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27.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24.png"/><Relationship Id="rId4" Type="http://schemas.openxmlformats.org/officeDocument/2006/relationships/image" Target="../media/image27.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1.png"/><Relationship Id="rId3" Type="http://schemas.openxmlformats.org/officeDocument/2006/relationships/image" Target="../media/image27.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1.png"/><Relationship Id="rId3" Type="http://schemas.openxmlformats.org/officeDocument/2006/relationships/image" Target="../media/image27.png"/><Relationship Id="rId4" Type="http://schemas.openxmlformats.org/officeDocument/2006/relationships/image" Target="../media/image55.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27.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24.png"/><Relationship Id="rId4" Type="http://schemas.openxmlformats.org/officeDocument/2006/relationships/image" Target="../media/image31.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27.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2.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image" Target="../media/image13.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13.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2.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2.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13.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 Id="rId3" Type="http://schemas.openxmlformats.org/officeDocument/2006/relationships/image" Target="../media/image115.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6.png"/><Relationship Id="rId3" Type="http://schemas.openxmlformats.org/officeDocument/2006/relationships/image" Target="../media/image88.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6.png"/><Relationship Id="rId3" Type="http://schemas.openxmlformats.org/officeDocument/2006/relationships/image" Target="../media/image13.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6.png"/><Relationship Id="rId3" Type="http://schemas.openxmlformats.org/officeDocument/2006/relationships/image" Target="../media/image95.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5.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9.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6.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17.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8.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12.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image" Target="../media/image13.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13.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12.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13.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2.png"/><Relationship Id="rId3" Type="http://schemas.openxmlformats.org/officeDocument/2006/relationships/image" Target="../media/image113.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120.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10.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4.png"/><Relationship Id="rId3" Type="http://schemas.openxmlformats.org/officeDocument/2006/relationships/image" Target="../media/image120.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3.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1.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5.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4.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2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9.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2.jpg"/><Relationship Id="rId8" Type="http://schemas.openxmlformats.org/officeDocument/2006/relationships/image" Target="../media/image118.jpg"/><Relationship Id="rId11" Type="http://schemas.openxmlformats.org/officeDocument/2006/relationships/hyperlink" Target="http://support.lfenergy.org" TargetMode="External"/><Relationship Id="rId10" Type="http://schemas.openxmlformats.org/officeDocument/2006/relationships/image" Target="../media/image12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