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50.png"/><Relationship Id="rId4" Type="http://schemas.openxmlformats.org/officeDocument/2006/relationships/image" Target="../media/image2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5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50.png"/><Relationship Id="rId4" Type="http://schemas.openxmlformats.org/officeDocument/2006/relationships/image" Target="../media/image2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2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50.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6.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6.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50.png"/><Relationship Id="rId4" Type="http://schemas.openxmlformats.org/officeDocument/2006/relationships/image" Target="../media/image2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6.png"/><Relationship Id="rId4" Type="http://schemas.openxmlformats.org/officeDocument/2006/relationships/image" Target="../media/image5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50.png"/><Relationship Id="rId4" Type="http://schemas.openxmlformats.org/officeDocument/2006/relationships/image" Target="../media/image2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6.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9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9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8.png"/><Relationship Id="rId3" Type="http://schemas.openxmlformats.org/officeDocument/2006/relationships/image" Target="../media/image84.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8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7.png"/><Relationship Id="rId3" Type="http://schemas.openxmlformats.org/officeDocument/2006/relationships/image" Target="../media/image10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2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1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14.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