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4.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8.png"/><Relationship Id="rId4" Type="http://schemas.openxmlformats.org/officeDocument/2006/relationships/image" Target="../media/image1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8.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24.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24.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8.png"/><Relationship Id="rId4" Type="http://schemas.openxmlformats.org/officeDocument/2006/relationships/image" Target="../media/image2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24.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png"/><Relationship Id="rId3" Type="http://schemas.openxmlformats.org/officeDocument/2006/relationships/image" Target="../media/image2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2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8.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5.png"/><Relationship Id="rId3" Type="http://schemas.openxmlformats.org/officeDocument/2006/relationships/image" Target="../media/image24.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5.png"/><Relationship Id="rId3" Type="http://schemas.openxmlformats.org/officeDocument/2006/relationships/image" Target="../media/image24.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28.png"/><Relationship Id="rId4" Type="http://schemas.openxmlformats.org/officeDocument/2006/relationships/image" Target="../media/image24.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4.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4.png"/><Relationship Id="rId4" Type="http://schemas.openxmlformats.org/officeDocument/2006/relationships/image" Target="../media/image58.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5.png"/><Relationship Id="rId3" Type="http://schemas.openxmlformats.org/officeDocument/2006/relationships/image" Target="../media/image24.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28.png"/><Relationship Id="rId4" Type="http://schemas.openxmlformats.org/officeDocument/2006/relationships/image" Target="../media/image1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5.png"/><Relationship Id="rId3" Type="http://schemas.openxmlformats.org/officeDocument/2006/relationships/image" Target="../media/image24.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2.png"/><Relationship Id="rId3" Type="http://schemas.openxmlformats.org/officeDocument/2006/relationships/image" Target="../media/image8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 Id="rId3" Type="http://schemas.openxmlformats.org/officeDocument/2006/relationships/image" Target="../media/image91.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 Id="rId3" Type="http://schemas.openxmlformats.org/officeDocument/2006/relationships/image" Target="../media/image4.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92.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7.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1.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2.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89.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3.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2.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4.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4.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 Id="rId3" Type="http://schemas.openxmlformats.org/officeDocument/2006/relationships/image" Target="../media/image12.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2.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6.png"/><Relationship Id="rId4" Type="http://schemas.openxmlformats.org/officeDocument/2006/relationships/image" Target="../media/image4.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 Id="rId3" Type="http://schemas.openxmlformats.org/officeDocument/2006/relationships/image" Target="../media/image115.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14.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07.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6.png"/><Relationship Id="rId3" Type="http://schemas.openxmlformats.org/officeDocument/2006/relationships/image" Target="../media/image114.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1.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3.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2.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4.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19.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7.jpg"/><Relationship Id="rId11" Type="http://schemas.openxmlformats.org/officeDocument/2006/relationships/hyperlink" Target="http://support.lfenergy.org" TargetMode="External"/><Relationship Id="rId10" Type="http://schemas.openxmlformats.org/officeDocument/2006/relationships/image" Target="../media/image126.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