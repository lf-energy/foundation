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image" Target="../media/image2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image" Target="../media/image27.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7.png"/><Relationship Id="rId4" Type="http://schemas.openxmlformats.org/officeDocument/2006/relationships/image" Target="../media/image6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24.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7.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92.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5.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9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image" Target="../media/image5.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1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1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2.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2.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20.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