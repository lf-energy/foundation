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5.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4.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7.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8.png"/><Relationship Id="rId4" Type="http://schemas.openxmlformats.org/officeDocument/2006/relationships/image" Target="../media/image2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21.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png"/><Relationship Id="rId3" Type="http://schemas.openxmlformats.org/officeDocument/2006/relationships/image" Target="../media/image2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28.png"/><Relationship Id="rId4" Type="http://schemas.openxmlformats.org/officeDocument/2006/relationships/image" Target="../media/image2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1.png"/><Relationship Id="rId3" Type="http://schemas.openxmlformats.org/officeDocument/2006/relationships/image" Target="../media/image21.png"/><Relationship Id="rId4" Type="http://schemas.openxmlformats.org/officeDocument/2006/relationships/image" Target="../media/image84.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8.png"/><Relationship Id="rId4" Type="http://schemas.openxmlformats.org/officeDocument/2006/relationships/image" Target="../media/image20.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21.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8.png"/><Relationship Id="rId3" Type="http://schemas.openxmlformats.org/officeDocument/2006/relationships/image" Target="../media/image98.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8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image" Target="../media/image7.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0.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6.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4.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5.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1.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5.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image" Target="../media/image7.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7.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 Id="rId3" Type="http://schemas.openxmlformats.org/officeDocument/2006/relationships/image" Target="../media/image112.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15.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118.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1.png"/><Relationship Id="rId3" Type="http://schemas.openxmlformats.org/officeDocument/2006/relationships/image" Target="../media/image115.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5.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4.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1.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0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2.jpg"/><Relationship Id="rId8" Type="http://schemas.openxmlformats.org/officeDocument/2006/relationships/image" Target="../media/image113.jpg"/><Relationship Id="rId11" Type="http://schemas.openxmlformats.org/officeDocument/2006/relationships/hyperlink" Target="http://support.lfenergy.org" TargetMode="External"/><Relationship Id="rId10" Type="http://schemas.openxmlformats.org/officeDocument/2006/relationships/image" Target="../media/image12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