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1.png"/><Relationship Id="rId4" Type="http://schemas.openxmlformats.org/officeDocument/2006/relationships/image" Target="../media/image1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 Id="rId3" Type="http://schemas.openxmlformats.org/officeDocument/2006/relationships/image" Target="../media/image2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 Id="rId3" Type="http://schemas.openxmlformats.org/officeDocument/2006/relationships/image" Target="../media/image2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1.png"/><Relationship Id="rId4" Type="http://schemas.openxmlformats.org/officeDocument/2006/relationships/image" Target="../media/image2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 Id="rId3" Type="http://schemas.openxmlformats.org/officeDocument/2006/relationships/image" Target="../media/image2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 Id="rId3" Type="http://schemas.openxmlformats.org/officeDocument/2006/relationships/image" Target="../media/image2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3.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1.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0.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 Id="rId3" Type="http://schemas.openxmlformats.org/officeDocument/2006/relationships/image" Target="../media/image26.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 Id="rId3" Type="http://schemas.openxmlformats.org/officeDocument/2006/relationships/image" Target="../media/image26.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1.png"/><Relationship Id="rId4" Type="http://schemas.openxmlformats.org/officeDocument/2006/relationships/image" Target="../media/image26.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6.png"/><Relationship Id="rId4" Type="http://schemas.openxmlformats.org/officeDocument/2006/relationships/image" Target="../media/image5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 Id="rId3" Type="http://schemas.openxmlformats.org/officeDocument/2006/relationships/image" Target="../media/image26.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1.png"/><Relationship Id="rId4" Type="http://schemas.openxmlformats.org/officeDocument/2006/relationships/image" Target="../media/image18.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 Id="rId3" Type="http://schemas.openxmlformats.org/officeDocument/2006/relationships/image" Target="../media/image26.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8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8.png"/><Relationship Id="rId3" Type="http://schemas.openxmlformats.org/officeDocument/2006/relationships/image" Target="../media/image109.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8.png"/><Relationship Id="rId3" Type="http://schemas.openxmlformats.org/officeDocument/2006/relationships/image" Target="../media/image5.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8.png"/><Relationship Id="rId3" Type="http://schemas.openxmlformats.org/officeDocument/2006/relationships/image" Target="../media/image105.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8.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8.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5.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0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06.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10.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7.png"/><Relationship Id="rId3" Type="http://schemas.openxmlformats.org/officeDocument/2006/relationships/image" Target="../media/image106.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