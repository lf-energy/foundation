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6.png"/><Relationship Id="rId4"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6.png"/><Relationship Id="rId4" Type="http://schemas.openxmlformats.org/officeDocument/2006/relationships/image" Target="../media/image2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6.png"/><Relationship Id="rId4" Type="http://schemas.openxmlformats.org/officeDocument/2006/relationships/image" Target="../media/image2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 Id="rId4" Type="http://schemas.openxmlformats.org/officeDocument/2006/relationships/image" Target="../media/image10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6.png"/><Relationship Id="rId4" Type="http://schemas.openxmlformats.org/officeDocument/2006/relationships/image" Target="../media/image3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 Id="rId3" Type="http://schemas.openxmlformats.org/officeDocument/2006/relationships/image" Target="../media/image10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7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10.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8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4.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0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1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