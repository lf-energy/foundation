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32.png"/><Relationship Id="rId4"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2.png"/><Relationship Id="rId4" Type="http://schemas.openxmlformats.org/officeDocument/2006/relationships/image" Target="../media/image2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2.png"/><Relationship Id="rId4" Type="http://schemas.openxmlformats.org/officeDocument/2006/relationships/image" Target="../media/image22.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2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22.png"/><Relationship Id="rId4" Type="http://schemas.openxmlformats.org/officeDocument/2006/relationships/image" Target="../media/image7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2.png"/><Relationship Id="rId4" Type="http://schemas.openxmlformats.org/officeDocument/2006/relationships/image" Target="../media/image1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98.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3.png"/><Relationship Id="rId3" Type="http://schemas.openxmlformats.org/officeDocument/2006/relationships/image" Target="../media/image9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3.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 Id="rId3" Type="http://schemas.openxmlformats.org/officeDocument/2006/relationships/image" Target="../media/image10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3.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5.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4.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9.png"/><Relationship Id="rId3" Type="http://schemas.openxmlformats.org/officeDocument/2006/relationships/image" Target="../media/image10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8.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4.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18.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16.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