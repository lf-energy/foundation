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48.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8.png"/><Relationship Id="rId4" Type="http://schemas.openxmlformats.org/officeDocument/2006/relationships/image" Target="../media/image2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9.png"/><Relationship Id="rId3" Type="http://schemas.openxmlformats.org/officeDocument/2006/relationships/image" Target="../media/image2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8.png"/><Relationship Id="rId4" Type="http://schemas.openxmlformats.org/officeDocument/2006/relationships/image" Target="../media/image2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26.png"/><Relationship Id="rId4" Type="http://schemas.openxmlformats.org/officeDocument/2006/relationships/image" Target="../media/image7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48.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9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103.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 Id="rId3" Type="http://schemas.openxmlformats.org/officeDocument/2006/relationships/image" Target="../media/image104.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1.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0.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5.png"/><Relationship Id="rId3" Type="http://schemas.openxmlformats.org/officeDocument/2006/relationships/image" Target="../media/image11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3.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19.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