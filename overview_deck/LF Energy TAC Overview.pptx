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 Id="rId3" Type="http://schemas.openxmlformats.org/officeDocument/2006/relationships/image" Target="../media/image36.png"/><Relationship Id="rId4" Type="http://schemas.openxmlformats.org/officeDocument/2006/relationships/image" Target="../media/image2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3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2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29.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36.png"/><Relationship Id="rId4" Type="http://schemas.openxmlformats.org/officeDocument/2006/relationships/image" Target="../media/image2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2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 Id="rId3" Type="http://schemas.openxmlformats.org/officeDocument/2006/relationships/image" Target="../media/image29.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8.png"/><Relationship Id="rId3" Type="http://schemas.openxmlformats.org/officeDocument/2006/relationships/image" Target="../media/image2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6.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8.png"/><Relationship Id="rId3" Type="http://schemas.openxmlformats.org/officeDocument/2006/relationships/image" Target="../media/image29.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8.png"/><Relationship Id="rId3" Type="http://schemas.openxmlformats.org/officeDocument/2006/relationships/image" Target="../media/image29.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6.png"/><Relationship Id="rId4" Type="http://schemas.openxmlformats.org/officeDocument/2006/relationships/image" Target="../media/image29.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29.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 Id="rId3" Type="http://schemas.openxmlformats.org/officeDocument/2006/relationships/image" Target="../media/image29.png"/><Relationship Id="rId4" Type="http://schemas.openxmlformats.org/officeDocument/2006/relationships/image" Target="../media/image59.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8.png"/><Relationship Id="rId3" Type="http://schemas.openxmlformats.org/officeDocument/2006/relationships/image" Target="../media/image29.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6.png"/><Relationship Id="rId4" Type="http://schemas.openxmlformats.org/officeDocument/2006/relationships/image" Target="../media/image22.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8.png"/><Relationship Id="rId3" Type="http://schemas.openxmlformats.org/officeDocument/2006/relationships/image" Target="../media/image29.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3.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9.png"/><Relationship Id="rId3" Type="http://schemas.openxmlformats.org/officeDocument/2006/relationships/image" Target="../media/image95.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7.png"/><Relationship Id="rId3" Type="http://schemas.openxmlformats.org/officeDocument/2006/relationships/image" Target="../media/image88.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7.png"/><Relationship Id="rId3" Type="http://schemas.openxmlformats.org/officeDocument/2006/relationships/image" Target="../media/image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83.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4.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7.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90.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8.png"/><Relationship Id="rId3" Type="http://schemas.openxmlformats.org/officeDocument/2006/relationships/image" Target="../media/image116.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05.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15.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2.png"/><Relationship Id="rId3" Type="http://schemas.openxmlformats.org/officeDocument/2006/relationships/image" Target="../media/image105.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2.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4.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1.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5.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2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9.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11.jpg"/><Relationship Id="rId11" Type="http://schemas.openxmlformats.org/officeDocument/2006/relationships/hyperlink" Target="http://support.lfenergy.org" TargetMode="External"/><Relationship Id="rId10" Type="http://schemas.openxmlformats.org/officeDocument/2006/relationships/image" Target="../media/image1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2026</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Associate Program Membership</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