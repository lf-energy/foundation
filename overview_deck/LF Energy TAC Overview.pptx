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47.png"/><Relationship Id="rId4" Type="http://schemas.openxmlformats.org/officeDocument/2006/relationships/image" Target="../media/image2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7.png"/><Relationship Id="rId4" Type="http://schemas.openxmlformats.org/officeDocument/2006/relationships/image" Target="../media/image2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7.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7.png"/><Relationship Id="rId4" Type="http://schemas.openxmlformats.org/officeDocument/2006/relationships/image" Target="../media/image2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1.png"/><Relationship Id="rId4" Type="http://schemas.openxmlformats.org/officeDocument/2006/relationships/image" Target="../media/image85.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7.png"/><Relationship Id="rId4" Type="http://schemas.openxmlformats.org/officeDocument/2006/relationships/image" Target="../media/image24.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119.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83.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5.png"/><Relationship Id="rId3" Type="http://schemas.openxmlformats.org/officeDocument/2006/relationships/image" Target="../media/image87.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2.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 Id="rId3" Type="http://schemas.openxmlformats.org/officeDocument/2006/relationships/image" Target="../media/image114.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09.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1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