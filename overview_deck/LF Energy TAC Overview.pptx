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54.png"/><Relationship Id="rId4"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 Id="rId3" Type="http://schemas.openxmlformats.org/officeDocument/2006/relationships/image" Target="../media/image5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 Id="rId3" Type="http://schemas.openxmlformats.org/officeDocument/2006/relationships/image" Target="../media/image54.png"/><Relationship Id="rId4" Type="http://schemas.openxmlformats.org/officeDocument/2006/relationships/image" Target="../media/image4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4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1.png"/><Relationship Id="rId3" Type="http://schemas.openxmlformats.org/officeDocument/2006/relationships/image" Target="../media/image5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1.png"/><Relationship Id="rId3" Type="http://schemas.openxmlformats.org/officeDocument/2006/relationships/image" Target="../media/image54.png"/><Relationship Id="rId4" Type="http://schemas.openxmlformats.org/officeDocument/2006/relationships/image" Target="../media/image4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4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47.png"/><Relationship Id="rId4" Type="http://schemas.openxmlformats.org/officeDocument/2006/relationships/image" Target="../media/image10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54.png"/><Relationship Id="rId4" Type="http://schemas.openxmlformats.org/officeDocument/2006/relationships/image" Target="../media/image20.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10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9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9.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8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8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1.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