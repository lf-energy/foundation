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6.png"/><Relationship Id="rId4"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36.png"/><Relationship Id="rId4"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3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6.png"/><Relationship Id="rId4" Type="http://schemas.openxmlformats.org/officeDocument/2006/relationships/image" Target="../media/image3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7.png"/><Relationship Id="rId4" Type="http://schemas.openxmlformats.org/officeDocument/2006/relationships/image" Target="../media/image7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6.png"/><Relationship Id="rId4" Type="http://schemas.openxmlformats.org/officeDocument/2006/relationships/image" Target="../media/image1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3.png"/><Relationship Id="rId3" Type="http://schemas.openxmlformats.org/officeDocument/2006/relationships/image" Target="../media/image8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 Id="rId3" Type="http://schemas.openxmlformats.org/officeDocument/2006/relationships/image" Target="../media/image8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 Id="rId3" Type="http://schemas.openxmlformats.org/officeDocument/2006/relationships/image" Target="../media/image9.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image" Target="../media/image9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9.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4.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8.png"/><Relationship Id="rId4" Type="http://schemas.openxmlformats.org/officeDocument/2006/relationships/image" Target="../media/image9.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00.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07.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07.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5.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