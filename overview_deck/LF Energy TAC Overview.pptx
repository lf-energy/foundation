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47.png"/><Relationship Id="rId4" Type="http://schemas.openxmlformats.org/officeDocument/2006/relationships/image" Target="../media/image2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4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47.png"/><Relationship Id="rId4" Type="http://schemas.openxmlformats.org/officeDocument/2006/relationships/image" Target="../media/image2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5.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47.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5.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5.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47.png"/><Relationship Id="rId4" Type="http://schemas.openxmlformats.org/officeDocument/2006/relationships/image" Target="../media/image25.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5.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5.png"/><Relationship Id="rId4" Type="http://schemas.openxmlformats.org/officeDocument/2006/relationships/image" Target="../media/image58.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5.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7.png"/><Relationship Id="rId4" Type="http://schemas.openxmlformats.org/officeDocument/2006/relationships/image" Target="../media/image20.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5.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5.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5.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6.png"/><Relationship Id="rId3" Type="http://schemas.openxmlformats.org/officeDocument/2006/relationships/image" Target="../media/image77.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96.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9.png"/><Relationship Id="rId3" Type="http://schemas.openxmlformats.org/officeDocument/2006/relationships/image" Target="../media/image111.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5.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5.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5.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 Id="rId3" Type="http://schemas.openxmlformats.org/officeDocument/2006/relationships/image" Target="../media/image106.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109.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07.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 Id="rId3" Type="http://schemas.openxmlformats.org/officeDocument/2006/relationships/image" Target="../media/image109.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2.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4.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3.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6.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5.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