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33.png"/><Relationship Id="rId4" Type="http://schemas.openxmlformats.org/officeDocument/2006/relationships/image" Target="../media/image17.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3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4.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33.png"/><Relationship Id="rId4" Type="http://schemas.openxmlformats.org/officeDocument/2006/relationships/image" Target="../media/image2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2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4.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6.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6.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33.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4.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4.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33.png"/><Relationship Id="rId4" Type="http://schemas.openxmlformats.org/officeDocument/2006/relationships/image" Target="../media/image24.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24.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24.png"/><Relationship Id="rId4" Type="http://schemas.openxmlformats.org/officeDocument/2006/relationships/image" Target="../media/image96.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4.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33.png"/><Relationship Id="rId4" Type="http://schemas.openxmlformats.org/officeDocument/2006/relationships/image" Target="../media/image17.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4.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6.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6.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9.png"/><Relationship Id="rId3" Type="http://schemas.openxmlformats.org/officeDocument/2006/relationships/image" Target="../media/image100.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 Id="rId3" Type="http://schemas.openxmlformats.org/officeDocument/2006/relationships/image" Target="../media/image91.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 Id="rId3" Type="http://schemas.openxmlformats.org/officeDocument/2006/relationships/image" Target="../media/image6.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97.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2.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4.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4.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6.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2.png"/><Relationship Id="rId3" Type="http://schemas.openxmlformats.org/officeDocument/2006/relationships/image" Target="../media/image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6.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3.png"/><Relationship Id="rId3" Type="http://schemas.openxmlformats.org/officeDocument/2006/relationships/image" Target="../media/image112.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21.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15.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7.png"/><Relationship Id="rId3" Type="http://schemas.openxmlformats.org/officeDocument/2006/relationships/image" Target="../media/image121.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3.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2.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5.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1.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2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6.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3.jpg"/><Relationship Id="rId8" Type="http://schemas.openxmlformats.org/officeDocument/2006/relationships/image" Target="../media/image113.jpg"/><Relationship Id="rId11" Type="http://schemas.openxmlformats.org/officeDocument/2006/relationships/hyperlink" Target="http://support.lfenergy.org" TargetMode="External"/><Relationship Id="rId10" Type="http://schemas.openxmlformats.org/officeDocument/2006/relationships/image" Target="../media/image12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