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3.png"/><Relationship Id="rId4"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3.png"/><Relationship Id="rId4" Type="http://schemas.openxmlformats.org/officeDocument/2006/relationships/image" Target="../media/image2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2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3.png"/><Relationship Id="rId4" Type="http://schemas.openxmlformats.org/officeDocument/2006/relationships/image" Target="../media/image2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9.png"/><Relationship Id="rId4" Type="http://schemas.openxmlformats.org/officeDocument/2006/relationships/image" Target="../media/image7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3.png"/><Relationship Id="rId4" Type="http://schemas.openxmlformats.org/officeDocument/2006/relationships/image" Target="../media/image1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93.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9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5.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0.png"/><Relationship Id="rId3" Type="http://schemas.openxmlformats.org/officeDocument/2006/relationships/image" Target="../media/image9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6.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0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1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0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1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6.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