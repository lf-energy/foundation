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73.png"/><Relationship Id="rId4" Type="http://schemas.openxmlformats.org/officeDocument/2006/relationships/image" Target="../media/image1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7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73.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73.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7.png"/><Relationship Id="rId4" Type="http://schemas.openxmlformats.org/officeDocument/2006/relationships/image" Target="../media/image11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73.png"/><Relationship Id="rId4" Type="http://schemas.openxmlformats.org/officeDocument/2006/relationships/image" Target="../media/image1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 Id="rId3" Type="http://schemas.openxmlformats.org/officeDocument/2006/relationships/image" Target="../media/image12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8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8.png"/><Relationship Id="rId3" Type="http://schemas.openxmlformats.org/officeDocument/2006/relationships/image" Target="../media/image103.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9.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