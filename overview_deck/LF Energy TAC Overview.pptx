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8.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1.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37.png"/><Relationship Id="rId4" Type="http://schemas.openxmlformats.org/officeDocument/2006/relationships/image" Target="../media/image24.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37.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2.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2.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37.png"/><Relationship Id="rId4" Type="http://schemas.openxmlformats.org/officeDocument/2006/relationships/image" Target="../media/image22.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2.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4.png"/><Relationship Id="rId3" Type="http://schemas.openxmlformats.org/officeDocument/2006/relationships/image" Target="../media/image22.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2.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2.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2.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8.png"/><Relationship Id="rId4" Type="http://schemas.openxmlformats.org/officeDocument/2006/relationships/image" Target="../media/image4.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37.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22.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22.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37.png"/><Relationship Id="rId4" Type="http://schemas.openxmlformats.org/officeDocument/2006/relationships/image" Target="../media/image22.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4.png"/><Relationship Id="rId3" Type="http://schemas.openxmlformats.org/officeDocument/2006/relationships/image" Target="../media/image22.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4.png"/><Relationship Id="rId3" Type="http://schemas.openxmlformats.org/officeDocument/2006/relationships/image" Target="../media/image22.png"/><Relationship Id="rId4" Type="http://schemas.openxmlformats.org/officeDocument/2006/relationships/image" Target="../media/image61.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22.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37.png"/><Relationship Id="rId4" Type="http://schemas.openxmlformats.org/officeDocument/2006/relationships/image" Target="../media/image24.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22.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2.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 Id="rId3" Type="http://schemas.openxmlformats.org/officeDocument/2006/relationships/image" Target="../media/image2.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8.png"/><Relationship Id="rId4" Type="http://schemas.openxmlformats.org/officeDocument/2006/relationships/image" Target="../media/image4.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 Id="rId3" Type="http://schemas.openxmlformats.org/officeDocument/2006/relationships/image" Target="../media/image104.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1.png"/><Relationship Id="rId3" Type="http://schemas.openxmlformats.org/officeDocument/2006/relationships/image" Target="../media/image100.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1.png"/><Relationship Id="rId3" Type="http://schemas.openxmlformats.org/officeDocument/2006/relationships/image" Target="../media/image4.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7.png"/><Relationship Id="rId3" Type="http://schemas.openxmlformats.org/officeDocument/2006/relationships/image" Target="../media/image116.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8.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3.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1.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1.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110.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2.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9.png"/><Relationship Id="rId3" Type="http://schemas.openxmlformats.org/officeDocument/2006/relationships/image" Target="../media/image2.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8.png"/><Relationship Id="rId4" Type="http://schemas.openxmlformats.org/officeDocument/2006/relationships/image" Target="../media/image4.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5.png"/><Relationship Id="rId3" Type="http://schemas.openxmlformats.org/officeDocument/2006/relationships/image" Target="../media/image112.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18.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14.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9.png"/><Relationship Id="rId3" Type="http://schemas.openxmlformats.org/officeDocument/2006/relationships/image" Target="../media/image118.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4.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3.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1.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5.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0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7.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2.jpg"/><Relationship Id="rId8" Type="http://schemas.openxmlformats.org/officeDocument/2006/relationships/image" Target="../media/image111.jpg"/><Relationship Id="rId11" Type="http://schemas.openxmlformats.org/officeDocument/2006/relationships/hyperlink" Target="http://support.lfenergy.org" TargetMode="External"/><Relationship Id="rId10" Type="http://schemas.openxmlformats.org/officeDocument/2006/relationships/image" Target="../media/image12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