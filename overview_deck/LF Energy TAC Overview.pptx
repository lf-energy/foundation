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48.png"/><Relationship Id="rId4" Type="http://schemas.openxmlformats.org/officeDocument/2006/relationships/image" Target="../media/image2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4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48.png"/><Relationship Id="rId4" Type="http://schemas.openxmlformats.org/officeDocument/2006/relationships/image" Target="../media/image2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2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4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48.png"/><Relationship Id="rId4" Type="http://schemas.openxmlformats.org/officeDocument/2006/relationships/image" Target="../media/image20.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0.png"/><Relationship Id="rId4" Type="http://schemas.openxmlformats.org/officeDocument/2006/relationships/image" Target="../media/image6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8.png"/><Relationship Id="rId4" Type="http://schemas.openxmlformats.org/officeDocument/2006/relationships/image" Target="../media/image2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image" Target="../media/image113.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image" Target="../media/image11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8.png"/><Relationship Id="rId3" Type="http://schemas.openxmlformats.org/officeDocument/2006/relationships/image" Target="../media/image96.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4.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1.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6.png"/><Relationship Id="rId3" Type="http://schemas.openxmlformats.org/officeDocument/2006/relationships/image" Target="../media/image109.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12.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11.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 Id="rId3" Type="http://schemas.openxmlformats.org/officeDocument/2006/relationships/image" Target="../media/image11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5.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