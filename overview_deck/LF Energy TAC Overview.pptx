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46.png"/><Relationship Id="rId4" Type="http://schemas.openxmlformats.org/officeDocument/2006/relationships/image" Target="../media/image2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4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46.png"/><Relationship Id="rId4" Type="http://schemas.openxmlformats.org/officeDocument/2006/relationships/image" Target="../media/image1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1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 Id="rId3" Type="http://schemas.openxmlformats.org/officeDocument/2006/relationships/image" Target="../media/image1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1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6.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19.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19.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6.png"/><Relationship Id="rId4" Type="http://schemas.openxmlformats.org/officeDocument/2006/relationships/image" Target="../media/image19.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4.png"/><Relationship Id="rId3" Type="http://schemas.openxmlformats.org/officeDocument/2006/relationships/image" Target="../media/image19.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4.png"/><Relationship Id="rId3" Type="http://schemas.openxmlformats.org/officeDocument/2006/relationships/image" Target="../media/image19.png"/><Relationship Id="rId4" Type="http://schemas.openxmlformats.org/officeDocument/2006/relationships/image" Target="../media/image54.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19.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46.png"/><Relationship Id="rId4" Type="http://schemas.openxmlformats.org/officeDocument/2006/relationships/image" Target="../media/image21.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19.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image" Target="../media/image88.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118.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image" Target="../media/image119.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9.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0.png"/><Relationship Id="rId3" Type="http://schemas.openxmlformats.org/officeDocument/2006/relationships/image" Target="../media/image11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05.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12.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5.png"/><Relationship Id="rId3" Type="http://schemas.openxmlformats.org/officeDocument/2006/relationships/image" Target="../media/image105.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5.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0.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1.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