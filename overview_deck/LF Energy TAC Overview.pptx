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46.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3.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6.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7.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3.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9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94.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8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3.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 Id="rId3" Type="http://schemas.openxmlformats.org/officeDocument/2006/relationships/image" Target="../media/image104.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