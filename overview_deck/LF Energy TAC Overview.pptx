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5.png"/><Relationship Id="rId4" Type="http://schemas.openxmlformats.org/officeDocument/2006/relationships/image" Target="../media/image1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5.png"/><Relationship Id="rId4"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5.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5.png"/><Relationship Id="rId4" Type="http://schemas.openxmlformats.org/officeDocument/2006/relationships/image" Target="../media/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3.png"/><Relationship Id="rId4" Type="http://schemas.openxmlformats.org/officeDocument/2006/relationships/image" Target="../media/image5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35.png"/><Relationship Id="rId4" Type="http://schemas.openxmlformats.org/officeDocument/2006/relationships/image" Target="../media/image17.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1.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0.png"/><Relationship Id="rId3" Type="http://schemas.openxmlformats.org/officeDocument/2006/relationships/image" Target="../media/image88.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 Id="rId3" Type="http://schemas.openxmlformats.org/officeDocument/2006/relationships/image" Target="../media/image10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1.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