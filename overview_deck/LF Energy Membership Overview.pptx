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3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7.png"/><Relationship Id="rId3" Type="http://schemas.openxmlformats.org/officeDocument/2006/relationships/image" Target="../media/image3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6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 Id="rId3" Type="http://schemas.openxmlformats.org/officeDocument/2006/relationships/image" Target="../media/image5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 Id="rId3" Type="http://schemas.openxmlformats.org/officeDocument/2006/relationships/image" Target="../media/image5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64.png"/><Relationship Id="rId4" Type="http://schemas.openxmlformats.org/officeDocument/2006/relationships/image" Target="../media/image55.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5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 Id="rId3" Type="http://schemas.openxmlformats.org/officeDocument/2006/relationships/image" Target="../media/image55.png"/><Relationship Id="rId4" Type="http://schemas.openxmlformats.org/officeDocument/2006/relationships/image" Target="../media/image85.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 Id="rId3" Type="http://schemas.openxmlformats.org/officeDocument/2006/relationships/image" Target="../media/image5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 Id="rId3" Type="http://schemas.openxmlformats.org/officeDocument/2006/relationships/image" Target="../media/image64.png"/><Relationship Id="rId4" Type="http://schemas.openxmlformats.org/officeDocument/2006/relationships/image" Target="../media/image7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 Id="rId3" Type="http://schemas.openxmlformats.org/officeDocument/2006/relationships/image" Target="../media/image55.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9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35.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7.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3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7.png"/><Relationship Id="rId3" Type="http://schemas.openxmlformats.org/officeDocument/2006/relationships/image" Target="../media/image35.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1.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2.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png"/><Relationship Id="rId3" Type="http://schemas.openxmlformats.org/officeDocument/2006/relationships/image" Target="../media/image105.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35.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91.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7.png"/><Relationship Id="rId3" Type="http://schemas.openxmlformats.org/officeDocument/2006/relationships/image" Target="../media/image35.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3.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1.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6.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5.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6.png"/><Relationship Id="rId4" Type="http://schemas.openxmlformats.org/officeDocument/2006/relationships/image" Target="../media/image124.png"/><Relationship Id="rId9" Type="http://schemas.openxmlformats.org/officeDocument/2006/relationships/image" Target="../media/image123.png"/><Relationship Id="rId5" Type="http://schemas.openxmlformats.org/officeDocument/2006/relationships/image" Target="../media/image109.png"/><Relationship Id="rId6" Type="http://schemas.openxmlformats.org/officeDocument/2006/relationships/image" Target="../media/image112.png"/><Relationship Id="rId7" Type="http://schemas.openxmlformats.org/officeDocument/2006/relationships/image" Target="../media/image119.png"/><Relationship Id="rId8" Type="http://schemas.openxmlformats.org/officeDocument/2006/relationships/image" Target="../media/image113.png"/><Relationship Id="rId11" Type="http://schemas.openxmlformats.org/officeDocument/2006/relationships/image" Target="../media/image114.png"/><Relationship Id="rId10" Type="http://schemas.openxmlformats.org/officeDocument/2006/relationships/image" Target="../media/image121.png"/><Relationship Id="rId13" Type="http://schemas.openxmlformats.org/officeDocument/2006/relationships/image" Target="../media/image130.png"/><Relationship Id="rId12" Type="http://schemas.openxmlformats.org/officeDocument/2006/relationships/image" Target="../media/image136.png"/><Relationship Id="rId15" Type="http://schemas.openxmlformats.org/officeDocument/2006/relationships/image" Target="../media/image122.png"/><Relationship Id="rId14" Type="http://schemas.openxmlformats.org/officeDocument/2006/relationships/image" Target="../media/image140.png"/><Relationship Id="rId17" Type="http://schemas.openxmlformats.org/officeDocument/2006/relationships/image" Target="../media/image150.png"/><Relationship Id="rId16" Type="http://schemas.openxmlformats.org/officeDocument/2006/relationships/image" Target="../media/image134.png"/><Relationship Id="rId19" Type="http://schemas.openxmlformats.org/officeDocument/2006/relationships/image" Target="../media/image131.png"/><Relationship Id="rId18" Type="http://schemas.openxmlformats.org/officeDocument/2006/relationships/image" Target="../media/image14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25.png"/><Relationship Id="rId4" Type="http://schemas.openxmlformats.org/officeDocument/2006/relationships/image" Target="../media/image127.png"/><Relationship Id="rId5" Type="http://schemas.openxmlformats.org/officeDocument/2006/relationships/image" Target="../media/image126.png"/><Relationship Id="rId6" Type="http://schemas.openxmlformats.org/officeDocument/2006/relationships/image" Target="../media/image129.png"/><Relationship Id="rId7"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20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22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37.png"/><Relationship Id="rId5" Type="http://schemas.openxmlformats.org/officeDocument/2006/relationships/image" Target="../media/image139.png"/><Relationship Id="rId6" Type="http://schemas.openxmlformats.org/officeDocument/2006/relationships/image" Target="../media/image16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30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75.png"/><Relationship Id="rId6" Type="http://schemas.openxmlformats.org/officeDocument/2006/relationships/image" Target="../media/image143.png"/><Relationship Id="rId7" Type="http://schemas.openxmlformats.org/officeDocument/2006/relationships/image" Target="../media/image14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30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4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240.jpg"/><Relationship Id="rId8" Type="http://schemas.openxmlformats.org/officeDocument/2006/relationships/image" Target="../media/image142.jpg"/><Relationship Id="rId11" Type="http://schemas.openxmlformats.org/officeDocument/2006/relationships/hyperlink" Target="http://support.lfenergy.org" TargetMode="External"/><Relationship Id="rId10" Type="http://schemas.openxmlformats.org/officeDocument/2006/relationships/image" Target="../media/image3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238.png"/><Relationship Id="rId7" Type="http://schemas.openxmlformats.org/officeDocument/2006/relationships/image" Target="../media/image3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30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69.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1.png"/><Relationship Id="rId6" Type="http://schemas.openxmlformats.org/officeDocument/2006/relationships/image" Target="../media/image19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7.png"/><Relationship Id="rId9" Type="http://schemas.openxmlformats.org/officeDocument/2006/relationships/image" Target="../media/image168.png"/><Relationship Id="rId5" Type="http://schemas.openxmlformats.org/officeDocument/2006/relationships/image" Target="../media/image153.png"/><Relationship Id="rId6" Type="http://schemas.openxmlformats.org/officeDocument/2006/relationships/image" Target="../media/image154.png"/><Relationship Id="rId7" Type="http://schemas.openxmlformats.org/officeDocument/2006/relationships/image" Target="../media/image161.png"/><Relationship Id="rId8" Type="http://schemas.openxmlformats.org/officeDocument/2006/relationships/image" Target="../media/image15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0.png"/><Relationship Id="rId5" Type="http://schemas.openxmlformats.org/officeDocument/2006/relationships/hyperlink" Target="mailto:membership@lfenergy.org" TargetMode="External"/><Relationship Id="rId6" Type="http://schemas.openxmlformats.org/officeDocument/2006/relationships/image" Target="../media/image155.png"/><Relationship Id="rId7" Type="http://schemas.openxmlformats.org/officeDocument/2006/relationships/image" Target="../media/image158.png"/><Relationship Id="rId8" Type="http://schemas.openxmlformats.org/officeDocument/2006/relationships/image" Target="../media/image17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30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4.png"/><Relationship Id="rId4" Type="http://schemas.openxmlformats.org/officeDocument/2006/relationships/image" Target="../media/image311.png"/><Relationship Id="rId9" Type="http://schemas.openxmlformats.org/officeDocument/2006/relationships/image" Target="../media/image170.png"/><Relationship Id="rId5" Type="http://schemas.openxmlformats.org/officeDocument/2006/relationships/image" Target="../media/image112.png"/><Relationship Id="rId6" Type="http://schemas.openxmlformats.org/officeDocument/2006/relationships/image" Target="../media/image119.png"/><Relationship Id="rId7" Type="http://schemas.openxmlformats.org/officeDocument/2006/relationships/image" Target="../media/image124.png"/><Relationship Id="rId8" Type="http://schemas.openxmlformats.org/officeDocument/2006/relationships/image" Target="../media/image166.png"/><Relationship Id="rId11" Type="http://schemas.openxmlformats.org/officeDocument/2006/relationships/image" Target="../media/image173.png"/><Relationship Id="rId10" Type="http://schemas.openxmlformats.org/officeDocument/2006/relationships/image" Target="../media/image192.png"/><Relationship Id="rId13" Type="http://schemas.openxmlformats.org/officeDocument/2006/relationships/image" Target="../media/image171.png"/><Relationship Id="rId12" Type="http://schemas.openxmlformats.org/officeDocument/2006/relationships/image" Target="../media/image177.png"/><Relationship Id="rId14" Type="http://schemas.openxmlformats.org/officeDocument/2006/relationships/image" Target="../media/image19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74.png"/><Relationship Id="rId4" Type="http://schemas.openxmlformats.org/officeDocument/2006/relationships/image" Target="../media/image176.png"/><Relationship Id="rId5" Type="http://schemas.openxmlformats.org/officeDocument/2006/relationships/image" Target="../media/image178.png"/><Relationship Id="rId6" Type="http://schemas.openxmlformats.org/officeDocument/2006/relationships/image" Target="../media/image181.png"/><Relationship Id="rId7" Type="http://schemas.openxmlformats.org/officeDocument/2006/relationships/image" Target="../media/image2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82.png"/><Relationship Id="rId4" Type="http://schemas.openxmlformats.org/officeDocument/2006/relationships/image" Target="../media/image180.png"/><Relationship Id="rId5" Type="http://schemas.openxmlformats.org/officeDocument/2006/relationships/image" Target="../media/image179.png"/><Relationship Id="rId6" Type="http://schemas.openxmlformats.org/officeDocument/2006/relationships/image" Target="../media/image185.png"/><Relationship Id="rId7" Type="http://schemas.openxmlformats.org/officeDocument/2006/relationships/image" Target="../media/image186.png"/><Relationship Id="rId8" Type="http://schemas.openxmlformats.org/officeDocument/2006/relationships/image" Target="../media/image18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83.png"/><Relationship Id="rId4" Type="http://schemas.openxmlformats.org/officeDocument/2006/relationships/image" Target="../media/image193.png"/><Relationship Id="rId5" Type="http://schemas.openxmlformats.org/officeDocument/2006/relationships/image" Target="../media/image204.png"/><Relationship Id="rId6" Type="http://schemas.openxmlformats.org/officeDocument/2006/relationships/image" Target="../media/image188.png"/><Relationship Id="rId7" Type="http://schemas.openxmlformats.org/officeDocument/2006/relationships/image" Target="../media/image187.png"/><Relationship Id="rId8" Type="http://schemas.openxmlformats.org/officeDocument/2006/relationships/image" Target="../media/image19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189.png"/><Relationship Id="rId4" Type="http://schemas.openxmlformats.org/officeDocument/2006/relationships/image" Target="../media/image194.png"/><Relationship Id="rId5" Type="http://schemas.openxmlformats.org/officeDocument/2006/relationships/image" Target="../media/image19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7.png"/><Relationship Id="rId4" Type="http://schemas.openxmlformats.org/officeDocument/2006/relationships/image" Target="../media/image198.png"/><Relationship Id="rId5" Type="http://schemas.openxmlformats.org/officeDocument/2006/relationships/image" Target="../media/image195.png"/><Relationship Id="rId6" Type="http://schemas.openxmlformats.org/officeDocument/2006/relationships/image" Target="../media/image200.png"/><Relationship Id="rId7" Type="http://schemas.openxmlformats.org/officeDocument/2006/relationships/image" Target="../media/image20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1.png"/><Relationship Id="rId4" Type="http://schemas.openxmlformats.org/officeDocument/2006/relationships/image" Target="../media/image217.png"/><Relationship Id="rId9" Type="http://schemas.openxmlformats.org/officeDocument/2006/relationships/image" Target="../media/image212.png"/><Relationship Id="rId5" Type="http://schemas.openxmlformats.org/officeDocument/2006/relationships/image" Target="../media/image202.png"/><Relationship Id="rId6" Type="http://schemas.openxmlformats.org/officeDocument/2006/relationships/image" Target="../media/image241.png"/><Relationship Id="rId7" Type="http://schemas.openxmlformats.org/officeDocument/2006/relationships/image" Target="../media/image205.png"/><Relationship Id="rId8" Type="http://schemas.openxmlformats.org/officeDocument/2006/relationships/image" Target="../media/image207.png"/><Relationship Id="rId10" Type="http://schemas.openxmlformats.org/officeDocument/2006/relationships/image" Target="../media/image21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08.png"/><Relationship Id="rId4" Type="http://schemas.openxmlformats.org/officeDocument/2006/relationships/image" Target="../media/image306.png"/><Relationship Id="rId5" Type="http://schemas.openxmlformats.org/officeDocument/2006/relationships/image" Target="../media/image209.png"/><Relationship Id="rId6" Type="http://schemas.openxmlformats.org/officeDocument/2006/relationships/image" Target="../media/image171.png"/><Relationship Id="rId7" Type="http://schemas.openxmlformats.org/officeDocument/2006/relationships/image" Target="../media/image211.png"/><Relationship Id="rId8" Type="http://schemas.openxmlformats.org/officeDocument/2006/relationships/image" Target="../media/image17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6.png"/><Relationship Id="rId4" Type="http://schemas.openxmlformats.org/officeDocument/2006/relationships/image" Target="../media/image218.png"/><Relationship Id="rId5" Type="http://schemas.openxmlformats.org/officeDocument/2006/relationships/image" Target="../media/image121.png"/><Relationship Id="rId6" Type="http://schemas.openxmlformats.org/officeDocument/2006/relationships/image" Target="../media/image114.png"/><Relationship Id="rId7" Type="http://schemas.openxmlformats.org/officeDocument/2006/relationships/image" Target="../media/image219.png"/><Relationship Id="rId8" Type="http://schemas.openxmlformats.org/officeDocument/2006/relationships/image" Target="../media/image2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0.png"/><Relationship Id="rId4" Type="http://schemas.openxmlformats.org/officeDocument/2006/relationships/image" Target="../media/image222.png"/><Relationship Id="rId5" Type="http://schemas.openxmlformats.org/officeDocument/2006/relationships/image" Target="../media/image223.png"/><Relationship Id="rId6" Type="http://schemas.openxmlformats.org/officeDocument/2006/relationships/image" Target="../media/image225.png"/><Relationship Id="rId7" Type="http://schemas.openxmlformats.org/officeDocument/2006/relationships/image" Target="../media/image224.png"/><Relationship Id="rId8" Type="http://schemas.openxmlformats.org/officeDocument/2006/relationships/image" Target="../media/image23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26.png"/><Relationship Id="rId4" Type="http://schemas.openxmlformats.org/officeDocument/2006/relationships/image" Target="../media/image227.png"/><Relationship Id="rId5" Type="http://schemas.openxmlformats.org/officeDocument/2006/relationships/image" Target="../media/image18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29.png"/><Relationship Id="rId4" Type="http://schemas.openxmlformats.org/officeDocument/2006/relationships/image" Target="../media/image179.png"/><Relationship Id="rId5" Type="http://schemas.openxmlformats.org/officeDocument/2006/relationships/image" Target="../media/image230.png"/><Relationship Id="rId6" Type="http://schemas.openxmlformats.org/officeDocument/2006/relationships/image" Target="../media/image180.png"/><Relationship Id="rId7" Type="http://schemas.openxmlformats.org/officeDocument/2006/relationships/image" Target="../media/image2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3.png"/><Relationship Id="rId4" Type="http://schemas.openxmlformats.org/officeDocument/2006/relationships/image" Target="../media/image235.png"/><Relationship Id="rId5" Type="http://schemas.openxmlformats.org/officeDocument/2006/relationships/image" Target="../media/image232.png"/><Relationship Id="rId6" Type="http://schemas.openxmlformats.org/officeDocument/2006/relationships/image" Target="../media/image239.png"/><Relationship Id="rId7" Type="http://schemas.openxmlformats.org/officeDocument/2006/relationships/image" Target="../media/image2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36.png"/><Relationship Id="rId4" Type="http://schemas.openxmlformats.org/officeDocument/2006/relationships/image" Target="../media/image237.png"/><Relationship Id="rId5" Type="http://schemas.openxmlformats.org/officeDocument/2006/relationships/image" Target="../media/image24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5.png"/><Relationship Id="rId4" Type="http://schemas.openxmlformats.org/officeDocument/2006/relationships/image" Target="../media/image246.png"/><Relationship Id="rId5" Type="http://schemas.openxmlformats.org/officeDocument/2006/relationships/image" Target="../media/image244.png"/><Relationship Id="rId6" Type="http://schemas.openxmlformats.org/officeDocument/2006/relationships/image" Target="../media/image180.png"/><Relationship Id="rId7" Type="http://schemas.openxmlformats.org/officeDocument/2006/relationships/image" Target="../media/image247.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49.png"/><Relationship Id="rId4" Type="http://schemas.openxmlformats.org/officeDocument/2006/relationships/image" Target="../media/image248.png"/><Relationship Id="rId5" Type="http://schemas.openxmlformats.org/officeDocument/2006/relationships/image" Target="../media/image25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50.png"/><Relationship Id="rId4" Type="http://schemas.openxmlformats.org/officeDocument/2006/relationships/image" Target="../media/image256.png"/><Relationship Id="rId9" Type="http://schemas.openxmlformats.org/officeDocument/2006/relationships/image" Target="../media/image257.png"/><Relationship Id="rId5" Type="http://schemas.openxmlformats.org/officeDocument/2006/relationships/image" Target="../media/image253.png"/><Relationship Id="rId6" Type="http://schemas.openxmlformats.org/officeDocument/2006/relationships/image" Target="../media/image254.png"/><Relationship Id="rId7" Type="http://schemas.openxmlformats.org/officeDocument/2006/relationships/image" Target="../media/image252.png"/><Relationship Id="rId8" Type="http://schemas.openxmlformats.org/officeDocument/2006/relationships/image" Target="../media/image255.png"/><Relationship Id="rId11" Type="http://schemas.openxmlformats.org/officeDocument/2006/relationships/image" Target="../media/image260.png"/><Relationship Id="rId10" Type="http://schemas.openxmlformats.org/officeDocument/2006/relationships/image" Target="../media/image25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62.png"/><Relationship Id="rId4" Type="http://schemas.openxmlformats.org/officeDocument/2006/relationships/image" Target="../media/image259.png"/><Relationship Id="rId5" Type="http://schemas.openxmlformats.org/officeDocument/2006/relationships/image" Target="../media/image26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1.png"/><Relationship Id="rId4" Type="http://schemas.openxmlformats.org/officeDocument/2006/relationships/image" Target="../media/image265.png"/><Relationship Id="rId5" Type="http://schemas.openxmlformats.org/officeDocument/2006/relationships/image" Target="../media/image264.png"/><Relationship Id="rId6" Type="http://schemas.openxmlformats.org/officeDocument/2006/relationships/image" Target="../media/image26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69.png"/><Relationship Id="rId4" Type="http://schemas.openxmlformats.org/officeDocument/2006/relationships/image" Target="../media/image263.png"/><Relationship Id="rId5" Type="http://schemas.openxmlformats.org/officeDocument/2006/relationships/image" Target="../media/image2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68.png"/><Relationship Id="rId4" Type="http://schemas.openxmlformats.org/officeDocument/2006/relationships/image" Target="../media/image276.png"/><Relationship Id="rId9" Type="http://schemas.openxmlformats.org/officeDocument/2006/relationships/image" Target="../media/image271.png"/><Relationship Id="rId5" Type="http://schemas.openxmlformats.org/officeDocument/2006/relationships/image" Target="../media/image179.png"/><Relationship Id="rId6" Type="http://schemas.openxmlformats.org/officeDocument/2006/relationships/image" Target="../media/image275.png"/><Relationship Id="rId7" Type="http://schemas.openxmlformats.org/officeDocument/2006/relationships/image" Target="../media/image273.png"/><Relationship Id="rId8" Type="http://schemas.openxmlformats.org/officeDocument/2006/relationships/image" Target="../media/image270.png"/><Relationship Id="rId11" Type="http://schemas.openxmlformats.org/officeDocument/2006/relationships/image" Target="../media/image274.png"/><Relationship Id="rId10" Type="http://schemas.openxmlformats.org/officeDocument/2006/relationships/image" Target="../media/image27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77.png"/><Relationship Id="rId4" Type="http://schemas.openxmlformats.org/officeDocument/2006/relationships/image" Target="../media/image280.png"/><Relationship Id="rId5" Type="http://schemas.openxmlformats.org/officeDocument/2006/relationships/image" Target="../media/image17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8.png"/><Relationship Id="rId4" Type="http://schemas.openxmlformats.org/officeDocument/2006/relationships/image" Target="../media/image279.png"/><Relationship Id="rId9" Type="http://schemas.openxmlformats.org/officeDocument/2006/relationships/image" Target="../media/image283.png"/><Relationship Id="rId5" Type="http://schemas.openxmlformats.org/officeDocument/2006/relationships/image" Target="../media/image181.png"/><Relationship Id="rId6" Type="http://schemas.openxmlformats.org/officeDocument/2006/relationships/image" Target="../media/image282.png"/><Relationship Id="rId7" Type="http://schemas.openxmlformats.org/officeDocument/2006/relationships/image" Target="../media/image178.png"/><Relationship Id="rId8" Type="http://schemas.openxmlformats.org/officeDocument/2006/relationships/image" Target="../media/image28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5.png"/><Relationship Id="rId4" Type="http://schemas.openxmlformats.org/officeDocument/2006/relationships/image" Target="../media/image288.png"/><Relationship Id="rId9" Type="http://schemas.openxmlformats.org/officeDocument/2006/relationships/image" Target="../media/image287.png"/><Relationship Id="rId5" Type="http://schemas.openxmlformats.org/officeDocument/2006/relationships/image" Target="../media/image180.png"/><Relationship Id="rId6" Type="http://schemas.openxmlformats.org/officeDocument/2006/relationships/image" Target="../media/image286.png"/><Relationship Id="rId7" Type="http://schemas.openxmlformats.org/officeDocument/2006/relationships/image" Target="../media/image284.png"/><Relationship Id="rId8" Type="http://schemas.openxmlformats.org/officeDocument/2006/relationships/image" Target="../media/image290.png"/><Relationship Id="rId11" Type="http://schemas.openxmlformats.org/officeDocument/2006/relationships/image" Target="../media/image293.png"/><Relationship Id="rId10" Type="http://schemas.openxmlformats.org/officeDocument/2006/relationships/image" Target="../media/image28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92.png"/><Relationship Id="rId4" Type="http://schemas.openxmlformats.org/officeDocument/2006/relationships/image" Target="../media/image295.png"/><Relationship Id="rId9" Type="http://schemas.openxmlformats.org/officeDocument/2006/relationships/image" Target="../media/image294.png"/><Relationship Id="rId5" Type="http://schemas.openxmlformats.org/officeDocument/2006/relationships/image" Target="../media/image200.png"/><Relationship Id="rId6" Type="http://schemas.openxmlformats.org/officeDocument/2006/relationships/image" Target="../media/image291.png"/><Relationship Id="rId7" Type="http://schemas.openxmlformats.org/officeDocument/2006/relationships/image" Target="../media/image297.png"/><Relationship Id="rId8" Type="http://schemas.openxmlformats.org/officeDocument/2006/relationships/image" Target="../media/image29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299.png"/><Relationship Id="rId4" Type="http://schemas.openxmlformats.org/officeDocument/2006/relationships/image" Target="../media/image200.png"/><Relationship Id="rId5" Type="http://schemas.openxmlformats.org/officeDocument/2006/relationships/image" Target="../media/image291.png"/><Relationship Id="rId6" Type="http://schemas.openxmlformats.org/officeDocument/2006/relationships/image" Target="../media/image29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04.png"/><Relationship Id="rId4" Type="http://schemas.openxmlformats.org/officeDocument/2006/relationships/image" Target="../media/image25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1.png"/><Relationship Id="rId4" Type="http://schemas.openxmlformats.org/officeDocument/2006/relationships/image" Target="../media/image314.png"/><Relationship Id="rId5" Type="http://schemas.openxmlformats.org/officeDocument/2006/relationships/image" Target="../media/image17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0.png"/><Relationship Id="rId4" Type="http://schemas.openxmlformats.org/officeDocument/2006/relationships/image" Target="../media/image313.png"/><Relationship Id="rId5" Type="http://schemas.openxmlformats.org/officeDocument/2006/relationships/image" Target="../media/image177.png"/><Relationship Id="rId6" Type="http://schemas.openxmlformats.org/officeDocument/2006/relationships/image" Target="../media/image303.png"/><Relationship Id="rId7" Type="http://schemas.openxmlformats.org/officeDocument/2006/relationships/image" Target="../media/image30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