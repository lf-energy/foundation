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3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3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5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5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7.png"/><Relationship Id="rId4" Type="http://schemas.openxmlformats.org/officeDocument/2006/relationships/image" Target="../media/image5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5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55.png"/><Relationship Id="rId4" Type="http://schemas.openxmlformats.org/officeDocument/2006/relationships/image" Target="../media/image8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5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7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55.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0.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0.png"/><Relationship Id="rId3" Type="http://schemas.openxmlformats.org/officeDocument/2006/relationships/image" Target="../media/image87.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31.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2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9.png"/><Relationship Id="rId3" Type="http://schemas.openxmlformats.org/officeDocument/2006/relationships/image" Target="../media/image3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114.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31.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87.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9.png"/><Relationship Id="rId3" Type="http://schemas.openxmlformats.org/officeDocument/2006/relationships/image" Target="../media/image31.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5.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6.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1.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2.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4.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6.png"/><Relationship Id="rId4" Type="http://schemas.openxmlformats.org/officeDocument/2006/relationships/image" Target="../media/image117.png"/><Relationship Id="rId9" Type="http://schemas.openxmlformats.org/officeDocument/2006/relationships/image" Target="../media/image129.png"/><Relationship Id="rId5" Type="http://schemas.openxmlformats.org/officeDocument/2006/relationships/image" Target="../media/image132.png"/><Relationship Id="rId6" Type="http://schemas.openxmlformats.org/officeDocument/2006/relationships/image" Target="../media/image130.png"/><Relationship Id="rId7" Type="http://schemas.openxmlformats.org/officeDocument/2006/relationships/image" Target="../media/image115.png"/><Relationship Id="rId8" Type="http://schemas.openxmlformats.org/officeDocument/2006/relationships/image" Target="../media/image126.png"/><Relationship Id="rId11" Type="http://schemas.openxmlformats.org/officeDocument/2006/relationships/image" Target="../media/image122.png"/><Relationship Id="rId10" Type="http://schemas.openxmlformats.org/officeDocument/2006/relationships/image" Target="../media/image113.png"/><Relationship Id="rId13" Type="http://schemas.openxmlformats.org/officeDocument/2006/relationships/image" Target="../media/image133.png"/><Relationship Id="rId12" Type="http://schemas.openxmlformats.org/officeDocument/2006/relationships/image" Target="../media/image147.png"/><Relationship Id="rId15" Type="http://schemas.openxmlformats.org/officeDocument/2006/relationships/image" Target="../media/image142.png"/><Relationship Id="rId14" Type="http://schemas.openxmlformats.org/officeDocument/2006/relationships/image" Target="../media/image138.png"/><Relationship Id="rId17" Type="http://schemas.openxmlformats.org/officeDocument/2006/relationships/image" Target="../media/image154.png"/><Relationship Id="rId16" Type="http://schemas.openxmlformats.org/officeDocument/2006/relationships/image" Target="../media/image163.png"/><Relationship Id="rId19" Type="http://schemas.openxmlformats.org/officeDocument/2006/relationships/image" Target="../media/image125.png"/><Relationship Id="rId18" Type="http://schemas.openxmlformats.org/officeDocument/2006/relationships/image" Target="../media/image13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4.png"/><Relationship Id="rId4" Type="http://schemas.openxmlformats.org/officeDocument/2006/relationships/image" Target="../media/image127.png"/><Relationship Id="rId5" Type="http://schemas.openxmlformats.org/officeDocument/2006/relationships/image" Target="../media/image131.png"/><Relationship Id="rId6" Type="http://schemas.openxmlformats.org/officeDocument/2006/relationships/image" Target="../media/image134.png"/><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20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7.png"/><Relationship Id="rId5" Type="http://schemas.openxmlformats.org/officeDocument/2006/relationships/image" Target="../media/image167.png"/><Relationship Id="rId6" Type="http://schemas.openxmlformats.org/officeDocument/2006/relationships/image" Target="../media/image1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19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5.png"/><Relationship Id="rId6" Type="http://schemas.openxmlformats.org/officeDocument/2006/relationships/image" Target="../media/image145.png"/><Relationship Id="rId7" Type="http://schemas.openxmlformats.org/officeDocument/2006/relationships/image" Target="../media/image14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9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88.jpg"/><Relationship Id="rId8" Type="http://schemas.openxmlformats.org/officeDocument/2006/relationships/image" Target="../media/image146.jpg"/><Relationship Id="rId11" Type="http://schemas.openxmlformats.org/officeDocument/2006/relationships/hyperlink" Target="http://support.lfenergy.org" TargetMode="External"/><Relationship Id="rId10" Type="http://schemas.openxmlformats.org/officeDocument/2006/relationships/image" Target="../media/image25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90.png"/><Relationship Id="rId7" Type="http://schemas.openxmlformats.org/officeDocument/2006/relationships/image" Target="../media/image2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49.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8.png"/><Relationship Id="rId6" Type="http://schemas.openxmlformats.org/officeDocument/2006/relationships/image" Target="../media/image17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3.png"/><Relationship Id="rId9" Type="http://schemas.openxmlformats.org/officeDocument/2006/relationships/image" Target="../media/image162.png"/><Relationship Id="rId5" Type="http://schemas.openxmlformats.org/officeDocument/2006/relationships/image" Target="../media/image152.png"/><Relationship Id="rId6" Type="http://schemas.openxmlformats.org/officeDocument/2006/relationships/image" Target="../media/image159.png"/><Relationship Id="rId7" Type="http://schemas.openxmlformats.org/officeDocument/2006/relationships/image" Target="../media/image157.png"/><Relationship Id="rId8" Type="http://schemas.openxmlformats.org/officeDocument/2006/relationships/image" Target="../media/image17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9.png"/><Relationship Id="rId5" Type="http://schemas.openxmlformats.org/officeDocument/2006/relationships/hyperlink" Target="mailto:membership@lfenergy.org" TargetMode="External"/><Relationship Id="rId6" Type="http://schemas.openxmlformats.org/officeDocument/2006/relationships/image" Target="../media/image156.png"/><Relationship Id="rId7" Type="http://schemas.openxmlformats.org/officeDocument/2006/relationships/image" Target="../media/image161.png"/><Relationship Id="rId8" Type="http://schemas.openxmlformats.org/officeDocument/2006/relationships/image" Target="../media/image16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5.png"/><Relationship Id="rId4" Type="http://schemas.openxmlformats.org/officeDocument/2006/relationships/image" Target="../media/image289.png"/><Relationship Id="rId9" Type="http://schemas.openxmlformats.org/officeDocument/2006/relationships/image" Target="../media/image178.png"/><Relationship Id="rId5" Type="http://schemas.openxmlformats.org/officeDocument/2006/relationships/image" Target="../media/image130.png"/><Relationship Id="rId6" Type="http://schemas.openxmlformats.org/officeDocument/2006/relationships/image" Target="../media/image115.png"/><Relationship Id="rId7" Type="http://schemas.openxmlformats.org/officeDocument/2006/relationships/image" Target="../media/image117.png"/><Relationship Id="rId8" Type="http://schemas.openxmlformats.org/officeDocument/2006/relationships/image" Target="../media/image170.png"/><Relationship Id="rId11" Type="http://schemas.openxmlformats.org/officeDocument/2006/relationships/image" Target="../media/image174.png"/><Relationship Id="rId10" Type="http://schemas.openxmlformats.org/officeDocument/2006/relationships/image" Target="../media/image177.png"/><Relationship Id="rId13" Type="http://schemas.openxmlformats.org/officeDocument/2006/relationships/image" Target="../media/image172.png"/><Relationship Id="rId12" Type="http://schemas.openxmlformats.org/officeDocument/2006/relationships/image" Target="../media/image173.png"/><Relationship Id="rId14" Type="http://schemas.openxmlformats.org/officeDocument/2006/relationships/image" Target="../media/image1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5.png"/><Relationship Id="rId4" Type="http://schemas.openxmlformats.org/officeDocument/2006/relationships/image" Target="../media/image182.png"/><Relationship Id="rId5" Type="http://schemas.openxmlformats.org/officeDocument/2006/relationships/image" Target="../media/image185.png"/><Relationship Id="rId6" Type="http://schemas.openxmlformats.org/officeDocument/2006/relationships/image" Target="../media/image179.png"/><Relationship Id="rId7" Type="http://schemas.openxmlformats.org/officeDocument/2006/relationships/image" Target="../media/image18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99.png"/><Relationship Id="rId4" Type="http://schemas.openxmlformats.org/officeDocument/2006/relationships/image" Target="../media/image189.png"/><Relationship Id="rId5" Type="http://schemas.openxmlformats.org/officeDocument/2006/relationships/image" Target="../media/image181.png"/><Relationship Id="rId6" Type="http://schemas.openxmlformats.org/officeDocument/2006/relationships/image" Target="../media/image183.png"/><Relationship Id="rId7" Type="http://schemas.openxmlformats.org/officeDocument/2006/relationships/image" Target="../media/image195.png"/><Relationship Id="rId8" Type="http://schemas.openxmlformats.org/officeDocument/2006/relationships/image" Target="../media/image18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87.png"/><Relationship Id="rId4" Type="http://schemas.openxmlformats.org/officeDocument/2006/relationships/image" Target="../media/image194.png"/><Relationship Id="rId5" Type="http://schemas.openxmlformats.org/officeDocument/2006/relationships/image" Target="../media/image203.png"/><Relationship Id="rId6" Type="http://schemas.openxmlformats.org/officeDocument/2006/relationships/image" Target="../media/image198.png"/><Relationship Id="rId7" Type="http://schemas.openxmlformats.org/officeDocument/2006/relationships/image" Target="../media/image204.png"/><Relationship Id="rId8" Type="http://schemas.openxmlformats.org/officeDocument/2006/relationships/image" Target="../media/image19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93.png"/><Relationship Id="rId4" Type="http://schemas.openxmlformats.org/officeDocument/2006/relationships/image" Target="../media/image200.png"/><Relationship Id="rId5" Type="http://schemas.openxmlformats.org/officeDocument/2006/relationships/image" Target="../media/image20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7.png"/><Relationship Id="rId4" Type="http://schemas.openxmlformats.org/officeDocument/2006/relationships/image" Target="../media/image212.png"/><Relationship Id="rId5" Type="http://schemas.openxmlformats.org/officeDocument/2006/relationships/image" Target="../media/image208.png"/><Relationship Id="rId6" Type="http://schemas.openxmlformats.org/officeDocument/2006/relationships/image" Target="../media/image211.png"/><Relationship Id="rId7" Type="http://schemas.openxmlformats.org/officeDocument/2006/relationships/image" Target="../media/image20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1.png"/><Relationship Id="rId4" Type="http://schemas.openxmlformats.org/officeDocument/2006/relationships/image" Target="../media/image215.png"/><Relationship Id="rId9" Type="http://schemas.openxmlformats.org/officeDocument/2006/relationships/image" Target="../media/image257.png"/><Relationship Id="rId5" Type="http://schemas.openxmlformats.org/officeDocument/2006/relationships/image" Target="../media/image214.png"/><Relationship Id="rId6" Type="http://schemas.openxmlformats.org/officeDocument/2006/relationships/image" Target="../media/image221.png"/><Relationship Id="rId7" Type="http://schemas.openxmlformats.org/officeDocument/2006/relationships/image" Target="../media/image213.png"/><Relationship Id="rId8" Type="http://schemas.openxmlformats.org/officeDocument/2006/relationships/image" Target="../media/image205.png"/><Relationship Id="rId10" Type="http://schemas.openxmlformats.org/officeDocument/2006/relationships/image" Target="../media/image20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32.png"/><Relationship Id="rId4" Type="http://schemas.openxmlformats.org/officeDocument/2006/relationships/image" Target="../media/image266.png"/><Relationship Id="rId5" Type="http://schemas.openxmlformats.org/officeDocument/2006/relationships/image" Target="../media/image229.png"/><Relationship Id="rId6" Type="http://schemas.openxmlformats.org/officeDocument/2006/relationships/image" Target="../media/image172.png"/><Relationship Id="rId7" Type="http://schemas.openxmlformats.org/officeDocument/2006/relationships/image" Target="../media/image216.png"/><Relationship Id="rId8" Type="http://schemas.openxmlformats.org/officeDocument/2006/relationships/image" Target="../media/image17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20.png"/><Relationship Id="rId4" Type="http://schemas.openxmlformats.org/officeDocument/2006/relationships/image" Target="../media/image228.png"/><Relationship Id="rId5" Type="http://schemas.openxmlformats.org/officeDocument/2006/relationships/image" Target="../media/image113.png"/><Relationship Id="rId6" Type="http://schemas.openxmlformats.org/officeDocument/2006/relationships/image" Target="../media/image122.png"/><Relationship Id="rId7" Type="http://schemas.openxmlformats.org/officeDocument/2006/relationships/image" Target="../media/image219.png"/><Relationship Id="rId8" Type="http://schemas.openxmlformats.org/officeDocument/2006/relationships/image" Target="../media/image2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7.png"/><Relationship Id="rId4" Type="http://schemas.openxmlformats.org/officeDocument/2006/relationships/image" Target="../media/image223.png"/><Relationship Id="rId5" Type="http://schemas.openxmlformats.org/officeDocument/2006/relationships/image" Target="../media/image226.png"/><Relationship Id="rId6" Type="http://schemas.openxmlformats.org/officeDocument/2006/relationships/image" Target="../media/image240.png"/><Relationship Id="rId7" Type="http://schemas.openxmlformats.org/officeDocument/2006/relationships/image" Target="../media/image277.png"/><Relationship Id="rId8" Type="http://schemas.openxmlformats.org/officeDocument/2006/relationships/image" Target="../media/image2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31.png"/><Relationship Id="rId4" Type="http://schemas.openxmlformats.org/officeDocument/2006/relationships/image" Target="../media/image234.png"/><Relationship Id="rId5" Type="http://schemas.openxmlformats.org/officeDocument/2006/relationships/image" Target="../media/image18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46.png"/><Relationship Id="rId4" Type="http://schemas.openxmlformats.org/officeDocument/2006/relationships/image" Target="../media/image181.png"/><Relationship Id="rId5" Type="http://schemas.openxmlformats.org/officeDocument/2006/relationships/image" Target="../media/image233.png"/><Relationship Id="rId6" Type="http://schemas.openxmlformats.org/officeDocument/2006/relationships/image" Target="../media/image189.png"/><Relationship Id="rId7" Type="http://schemas.openxmlformats.org/officeDocument/2006/relationships/image" Target="../media/image2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5.png"/><Relationship Id="rId4" Type="http://schemas.openxmlformats.org/officeDocument/2006/relationships/image" Target="../media/image238.png"/><Relationship Id="rId5" Type="http://schemas.openxmlformats.org/officeDocument/2006/relationships/image" Target="../media/image267.png"/><Relationship Id="rId6" Type="http://schemas.openxmlformats.org/officeDocument/2006/relationships/image" Target="../media/image255.png"/><Relationship Id="rId7" Type="http://schemas.openxmlformats.org/officeDocument/2006/relationships/image" Target="../media/image2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7.png"/><Relationship Id="rId4" Type="http://schemas.openxmlformats.org/officeDocument/2006/relationships/image" Target="../media/image239.png"/><Relationship Id="rId5" Type="http://schemas.openxmlformats.org/officeDocument/2006/relationships/image" Target="../media/image25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59.png"/><Relationship Id="rId4" Type="http://schemas.openxmlformats.org/officeDocument/2006/relationships/image" Target="../media/image244.png"/><Relationship Id="rId5" Type="http://schemas.openxmlformats.org/officeDocument/2006/relationships/image" Target="../media/image250.png"/><Relationship Id="rId6" Type="http://schemas.openxmlformats.org/officeDocument/2006/relationships/image" Target="../media/image189.png"/><Relationship Id="rId7" Type="http://schemas.openxmlformats.org/officeDocument/2006/relationships/image" Target="../media/image252.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1.png"/><Relationship Id="rId4" Type="http://schemas.openxmlformats.org/officeDocument/2006/relationships/image" Target="../media/image245.png"/><Relationship Id="rId5" Type="http://schemas.openxmlformats.org/officeDocument/2006/relationships/image" Target="../media/image2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9.png"/><Relationship Id="rId4" Type="http://schemas.openxmlformats.org/officeDocument/2006/relationships/image" Target="../media/image280.png"/><Relationship Id="rId9" Type="http://schemas.openxmlformats.org/officeDocument/2006/relationships/image" Target="../media/image273.png"/><Relationship Id="rId5" Type="http://schemas.openxmlformats.org/officeDocument/2006/relationships/image" Target="../media/image248.png"/><Relationship Id="rId6" Type="http://schemas.openxmlformats.org/officeDocument/2006/relationships/image" Target="../media/image247.png"/><Relationship Id="rId7" Type="http://schemas.openxmlformats.org/officeDocument/2006/relationships/image" Target="../media/image276.png"/><Relationship Id="rId8" Type="http://schemas.openxmlformats.org/officeDocument/2006/relationships/image" Target="../media/image262.png"/><Relationship Id="rId11" Type="http://schemas.openxmlformats.org/officeDocument/2006/relationships/image" Target="../media/image291.png"/><Relationship Id="rId10" Type="http://schemas.openxmlformats.org/officeDocument/2006/relationships/image" Target="../media/image2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68.png"/><Relationship Id="rId4" Type="http://schemas.openxmlformats.org/officeDocument/2006/relationships/image" Target="../media/image258.png"/><Relationship Id="rId5" Type="http://schemas.openxmlformats.org/officeDocument/2006/relationships/image" Target="../media/image26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1.png"/><Relationship Id="rId4" Type="http://schemas.openxmlformats.org/officeDocument/2006/relationships/image" Target="../media/image260.png"/><Relationship Id="rId5" Type="http://schemas.openxmlformats.org/officeDocument/2006/relationships/image" Target="../media/image274.png"/><Relationship Id="rId6" Type="http://schemas.openxmlformats.org/officeDocument/2006/relationships/image" Target="../media/image2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309.png"/><Relationship Id="rId4" Type="http://schemas.openxmlformats.org/officeDocument/2006/relationships/image" Target="../media/image284.png"/><Relationship Id="rId5" Type="http://schemas.openxmlformats.org/officeDocument/2006/relationships/image" Target="../media/image27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93.png"/><Relationship Id="rId4" Type="http://schemas.openxmlformats.org/officeDocument/2006/relationships/image" Target="../media/image269.png"/><Relationship Id="rId9" Type="http://schemas.openxmlformats.org/officeDocument/2006/relationships/image" Target="../media/image310.png"/><Relationship Id="rId5" Type="http://schemas.openxmlformats.org/officeDocument/2006/relationships/image" Target="../media/image181.png"/><Relationship Id="rId6" Type="http://schemas.openxmlformats.org/officeDocument/2006/relationships/image" Target="../media/image264.png"/><Relationship Id="rId7" Type="http://schemas.openxmlformats.org/officeDocument/2006/relationships/image" Target="../media/image265.png"/><Relationship Id="rId8" Type="http://schemas.openxmlformats.org/officeDocument/2006/relationships/image" Target="../media/image270.png"/><Relationship Id="rId11" Type="http://schemas.openxmlformats.org/officeDocument/2006/relationships/image" Target="../media/image271.png"/><Relationship Id="rId10" Type="http://schemas.openxmlformats.org/officeDocument/2006/relationships/image" Target="../media/image28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88.png"/><Relationship Id="rId4" Type="http://schemas.openxmlformats.org/officeDocument/2006/relationships/image" Target="../media/image279.png"/><Relationship Id="rId5" Type="http://schemas.openxmlformats.org/officeDocument/2006/relationships/image" Target="../media/image1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2.png"/><Relationship Id="rId4" Type="http://schemas.openxmlformats.org/officeDocument/2006/relationships/image" Target="../media/image282.png"/><Relationship Id="rId9" Type="http://schemas.openxmlformats.org/officeDocument/2006/relationships/image" Target="../media/image281.png"/><Relationship Id="rId5" Type="http://schemas.openxmlformats.org/officeDocument/2006/relationships/image" Target="../media/image179.png"/><Relationship Id="rId6" Type="http://schemas.openxmlformats.org/officeDocument/2006/relationships/image" Target="../media/image294.png"/><Relationship Id="rId7" Type="http://schemas.openxmlformats.org/officeDocument/2006/relationships/image" Target="../media/image185.png"/><Relationship Id="rId8" Type="http://schemas.openxmlformats.org/officeDocument/2006/relationships/image" Target="../media/image27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302.png"/><Relationship Id="rId4" Type="http://schemas.openxmlformats.org/officeDocument/2006/relationships/image" Target="../media/image297.png"/><Relationship Id="rId9" Type="http://schemas.openxmlformats.org/officeDocument/2006/relationships/image" Target="../media/image299.png"/><Relationship Id="rId5" Type="http://schemas.openxmlformats.org/officeDocument/2006/relationships/image" Target="../media/image189.png"/><Relationship Id="rId6" Type="http://schemas.openxmlformats.org/officeDocument/2006/relationships/image" Target="../media/image311.png"/><Relationship Id="rId7" Type="http://schemas.openxmlformats.org/officeDocument/2006/relationships/image" Target="../media/image301.png"/><Relationship Id="rId8" Type="http://schemas.openxmlformats.org/officeDocument/2006/relationships/image" Target="../media/image283.png"/><Relationship Id="rId11" Type="http://schemas.openxmlformats.org/officeDocument/2006/relationships/image" Target="../media/image296.png"/><Relationship Id="rId10" Type="http://schemas.openxmlformats.org/officeDocument/2006/relationships/image" Target="../media/image28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85.png"/><Relationship Id="rId4" Type="http://schemas.openxmlformats.org/officeDocument/2006/relationships/image" Target="../media/image290.png"/><Relationship Id="rId9" Type="http://schemas.openxmlformats.org/officeDocument/2006/relationships/image" Target="../media/image307.png"/><Relationship Id="rId5" Type="http://schemas.openxmlformats.org/officeDocument/2006/relationships/image" Target="../media/image211.png"/><Relationship Id="rId6" Type="http://schemas.openxmlformats.org/officeDocument/2006/relationships/image" Target="../media/image303.png"/><Relationship Id="rId7" Type="http://schemas.openxmlformats.org/officeDocument/2006/relationships/image" Target="../media/image295.png"/><Relationship Id="rId8" Type="http://schemas.openxmlformats.org/officeDocument/2006/relationships/image" Target="../media/image29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5.png"/><Relationship Id="rId4" Type="http://schemas.openxmlformats.org/officeDocument/2006/relationships/image" Target="../media/image211.png"/><Relationship Id="rId5" Type="http://schemas.openxmlformats.org/officeDocument/2006/relationships/image" Target="../media/image303.png"/><Relationship Id="rId6" Type="http://schemas.openxmlformats.org/officeDocument/2006/relationships/image" Target="../media/image30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298.png"/><Relationship Id="rId4" Type="http://schemas.openxmlformats.org/officeDocument/2006/relationships/image" Target="../media/image24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0.png"/><Relationship Id="rId4" Type="http://schemas.openxmlformats.org/officeDocument/2006/relationships/image" Target="../media/image314.png"/><Relationship Id="rId5" Type="http://schemas.openxmlformats.org/officeDocument/2006/relationships/image" Target="../media/image18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4.png"/><Relationship Id="rId4" Type="http://schemas.openxmlformats.org/officeDocument/2006/relationships/image" Target="../media/image312.png"/><Relationship Id="rId5" Type="http://schemas.openxmlformats.org/officeDocument/2006/relationships/image" Target="../media/image173.png"/><Relationship Id="rId6" Type="http://schemas.openxmlformats.org/officeDocument/2006/relationships/image" Target="../media/image308.png"/><Relationship Id="rId7" Type="http://schemas.openxmlformats.org/officeDocument/2006/relationships/image" Target="../media/image31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