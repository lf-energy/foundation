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0.png"/><Relationship Id="rId3" Type="http://schemas.openxmlformats.org/officeDocument/2006/relationships/image" Target="../media/image4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6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6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6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68.png"/><Relationship Id="rId4" Type="http://schemas.openxmlformats.org/officeDocument/2006/relationships/image" Target="../media/image6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6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62.png"/><Relationship Id="rId4" Type="http://schemas.openxmlformats.org/officeDocument/2006/relationships/image" Target="../media/image7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6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68.png"/><Relationship Id="rId4" Type="http://schemas.openxmlformats.org/officeDocument/2006/relationships/image" Target="../media/image8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62.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2.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45.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png"/><Relationship Id="rId3" Type="http://schemas.openxmlformats.org/officeDocument/2006/relationships/image" Target="../media/image45.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0.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3.png"/><Relationship Id="rId3" Type="http://schemas.openxmlformats.org/officeDocument/2006/relationships/image" Target="../media/image125.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45.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102.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0.png"/><Relationship Id="rId3" Type="http://schemas.openxmlformats.org/officeDocument/2006/relationships/image" Target="../media/image45.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1.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5.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2.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3.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6.png"/><Relationship Id="rId4" Type="http://schemas.openxmlformats.org/officeDocument/2006/relationships/image" Target="../media/image119.png"/><Relationship Id="rId9" Type="http://schemas.openxmlformats.org/officeDocument/2006/relationships/image" Target="../media/image126.png"/><Relationship Id="rId5" Type="http://schemas.openxmlformats.org/officeDocument/2006/relationships/image" Target="../media/image131.png"/><Relationship Id="rId6" Type="http://schemas.openxmlformats.org/officeDocument/2006/relationships/image" Target="../media/image124.png"/><Relationship Id="rId7" Type="http://schemas.openxmlformats.org/officeDocument/2006/relationships/image" Target="../media/image122.png"/><Relationship Id="rId8" Type="http://schemas.openxmlformats.org/officeDocument/2006/relationships/image" Target="../media/image120.png"/><Relationship Id="rId11" Type="http://schemas.openxmlformats.org/officeDocument/2006/relationships/image" Target="../media/image127.png"/><Relationship Id="rId10" Type="http://schemas.openxmlformats.org/officeDocument/2006/relationships/image" Target="../media/image118.png"/><Relationship Id="rId13" Type="http://schemas.openxmlformats.org/officeDocument/2006/relationships/image" Target="../media/image121.png"/><Relationship Id="rId12" Type="http://schemas.openxmlformats.org/officeDocument/2006/relationships/image" Target="../media/image133.png"/><Relationship Id="rId15" Type="http://schemas.openxmlformats.org/officeDocument/2006/relationships/image" Target="../media/image135.png"/><Relationship Id="rId14" Type="http://schemas.openxmlformats.org/officeDocument/2006/relationships/image" Target="../media/image140.png"/><Relationship Id="rId17" Type="http://schemas.openxmlformats.org/officeDocument/2006/relationships/image" Target="../media/image137.png"/><Relationship Id="rId16" Type="http://schemas.openxmlformats.org/officeDocument/2006/relationships/image" Target="../media/image136.png"/><Relationship Id="rId19" Type="http://schemas.openxmlformats.org/officeDocument/2006/relationships/image" Target="../media/image145.png"/><Relationship Id="rId18" Type="http://schemas.openxmlformats.org/officeDocument/2006/relationships/image" Target="../media/image13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8.png"/><Relationship Id="rId4" Type="http://schemas.openxmlformats.org/officeDocument/2006/relationships/image" Target="../media/image138.png"/><Relationship Id="rId5" Type="http://schemas.openxmlformats.org/officeDocument/2006/relationships/image" Target="../media/image144.png"/><Relationship Id="rId6" Type="http://schemas.openxmlformats.org/officeDocument/2006/relationships/image" Target="../media/image141.png"/><Relationship Id="rId7"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5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7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image" Target="../media/image14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8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48.png"/><Relationship Id="rId6" Type="http://schemas.openxmlformats.org/officeDocument/2006/relationships/image" Target="../media/image142.png"/><Relationship Id="rId7" Type="http://schemas.openxmlformats.org/officeDocument/2006/relationships/image" Target="../media/image1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8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5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65.jpg"/><Relationship Id="rId8" Type="http://schemas.openxmlformats.org/officeDocument/2006/relationships/image" Target="../media/image155.jpg"/><Relationship Id="rId11" Type="http://schemas.openxmlformats.org/officeDocument/2006/relationships/hyperlink" Target="http://support.lfenergy.org" TargetMode="External"/><Relationship Id="rId10" Type="http://schemas.openxmlformats.org/officeDocument/2006/relationships/image" Target="../media/image19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84.png"/><Relationship Id="rId7" Type="http://schemas.openxmlformats.org/officeDocument/2006/relationships/image" Target="../media/image19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8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7.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4.png"/><Relationship Id="rId6" Type="http://schemas.openxmlformats.org/officeDocument/2006/relationships/image" Target="../media/image17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62.png"/><Relationship Id="rId9" Type="http://schemas.openxmlformats.org/officeDocument/2006/relationships/image" Target="../media/image164.png"/><Relationship Id="rId5" Type="http://schemas.openxmlformats.org/officeDocument/2006/relationships/image" Target="../media/image158.png"/><Relationship Id="rId6" Type="http://schemas.openxmlformats.org/officeDocument/2006/relationships/image" Target="../media/image161.png"/><Relationship Id="rId7" Type="http://schemas.openxmlformats.org/officeDocument/2006/relationships/image" Target="../media/image159.png"/><Relationship Id="rId8" Type="http://schemas.openxmlformats.org/officeDocument/2006/relationships/image" Target="../media/image16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71.png"/><Relationship Id="rId5" Type="http://schemas.openxmlformats.org/officeDocument/2006/relationships/hyperlink" Target="mailto:membership@lfenergy.org" TargetMode="External"/><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19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70.png"/><Relationship Id="rId4" Type="http://schemas.openxmlformats.org/officeDocument/2006/relationships/image" Target="../media/image211.png"/><Relationship Id="rId9" Type="http://schemas.openxmlformats.org/officeDocument/2006/relationships/image" Target="../media/image177.png"/><Relationship Id="rId5" Type="http://schemas.openxmlformats.org/officeDocument/2006/relationships/image" Target="../media/image124.png"/><Relationship Id="rId6" Type="http://schemas.openxmlformats.org/officeDocument/2006/relationships/image" Target="../media/image122.png"/><Relationship Id="rId7" Type="http://schemas.openxmlformats.org/officeDocument/2006/relationships/image" Target="../media/image119.png"/><Relationship Id="rId8" Type="http://schemas.openxmlformats.org/officeDocument/2006/relationships/image" Target="../media/image182.png"/><Relationship Id="rId11" Type="http://schemas.openxmlformats.org/officeDocument/2006/relationships/image" Target="../media/image176.png"/><Relationship Id="rId10" Type="http://schemas.openxmlformats.org/officeDocument/2006/relationships/image" Target="../media/image178.png"/><Relationship Id="rId13" Type="http://schemas.openxmlformats.org/officeDocument/2006/relationships/image" Target="../media/image187.png"/><Relationship Id="rId12" Type="http://schemas.openxmlformats.org/officeDocument/2006/relationships/image" Target="../media/image175.png"/><Relationship Id="rId14" Type="http://schemas.openxmlformats.org/officeDocument/2006/relationships/image" Target="../media/image1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9.png"/><Relationship Id="rId4" Type="http://schemas.openxmlformats.org/officeDocument/2006/relationships/image" Target="../media/image180.png"/><Relationship Id="rId5" Type="http://schemas.openxmlformats.org/officeDocument/2006/relationships/image" Target="../media/image188.png"/><Relationship Id="rId6" Type="http://schemas.openxmlformats.org/officeDocument/2006/relationships/image" Target="../media/image185.png"/><Relationship Id="rId7" Type="http://schemas.openxmlformats.org/officeDocument/2006/relationships/image" Target="../media/image19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95.png"/><Relationship Id="rId4" Type="http://schemas.openxmlformats.org/officeDocument/2006/relationships/image" Target="../media/image193.png"/><Relationship Id="rId5" Type="http://schemas.openxmlformats.org/officeDocument/2006/relationships/image" Target="../media/image194.png"/><Relationship Id="rId6" Type="http://schemas.openxmlformats.org/officeDocument/2006/relationships/image" Target="../media/image201.png"/><Relationship Id="rId7" Type="http://schemas.openxmlformats.org/officeDocument/2006/relationships/image" Target="../media/image197.png"/><Relationship Id="rId8" Type="http://schemas.openxmlformats.org/officeDocument/2006/relationships/image" Target="../media/image1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9.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4.png"/><Relationship Id="rId7" Type="http://schemas.openxmlformats.org/officeDocument/2006/relationships/image" Target="../media/image200.png"/><Relationship Id="rId8" Type="http://schemas.openxmlformats.org/officeDocument/2006/relationships/image" Target="../media/image2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03.png"/><Relationship Id="rId4" Type="http://schemas.openxmlformats.org/officeDocument/2006/relationships/image" Target="../media/image206.png"/><Relationship Id="rId5" Type="http://schemas.openxmlformats.org/officeDocument/2006/relationships/image" Target="../media/image2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207.png"/><Relationship Id="rId4" Type="http://schemas.openxmlformats.org/officeDocument/2006/relationships/image" Target="../media/image212.png"/><Relationship Id="rId5" Type="http://schemas.openxmlformats.org/officeDocument/2006/relationships/image" Target="../media/image215.png"/><Relationship Id="rId6" Type="http://schemas.openxmlformats.org/officeDocument/2006/relationships/image" Target="../media/image210.png"/><Relationship Id="rId7" Type="http://schemas.openxmlformats.org/officeDocument/2006/relationships/image" Target="../media/image20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8.png"/><Relationship Id="rId4" Type="http://schemas.openxmlformats.org/officeDocument/2006/relationships/image" Target="../media/image214.png"/><Relationship Id="rId9" Type="http://schemas.openxmlformats.org/officeDocument/2006/relationships/image" Target="../media/image221.png"/><Relationship Id="rId5" Type="http://schemas.openxmlformats.org/officeDocument/2006/relationships/image" Target="../media/image217.png"/><Relationship Id="rId6" Type="http://schemas.openxmlformats.org/officeDocument/2006/relationships/image" Target="../media/image218.png"/><Relationship Id="rId7" Type="http://schemas.openxmlformats.org/officeDocument/2006/relationships/image" Target="../media/image220.png"/><Relationship Id="rId8" Type="http://schemas.openxmlformats.org/officeDocument/2006/relationships/image" Target="../media/image224.png"/><Relationship Id="rId10" Type="http://schemas.openxmlformats.org/officeDocument/2006/relationships/image" Target="../media/image2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22.png"/><Relationship Id="rId4" Type="http://schemas.openxmlformats.org/officeDocument/2006/relationships/image" Target="../media/image236.png"/><Relationship Id="rId5" Type="http://schemas.openxmlformats.org/officeDocument/2006/relationships/image" Target="../media/image223.png"/><Relationship Id="rId6" Type="http://schemas.openxmlformats.org/officeDocument/2006/relationships/image" Target="../media/image187.png"/><Relationship Id="rId7" Type="http://schemas.openxmlformats.org/officeDocument/2006/relationships/image" Target="../media/image227.png"/><Relationship Id="rId8" Type="http://schemas.openxmlformats.org/officeDocument/2006/relationships/image" Target="../media/image17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32.png"/><Relationship Id="rId4" Type="http://schemas.openxmlformats.org/officeDocument/2006/relationships/image" Target="../media/image226.png"/><Relationship Id="rId5" Type="http://schemas.openxmlformats.org/officeDocument/2006/relationships/image" Target="../media/image118.png"/><Relationship Id="rId6" Type="http://schemas.openxmlformats.org/officeDocument/2006/relationships/image" Target="../media/image127.png"/><Relationship Id="rId7" Type="http://schemas.openxmlformats.org/officeDocument/2006/relationships/image" Target="../media/image229.png"/><Relationship Id="rId8" Type="http://schemas.openxmlformats.org/officeDocument/2006/relationships/image" Target="../media/image23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30.png"/><Relationship Id="rId4" Type="http://schemas.openxmlformats.org/officeDocument/2006/relationships/image" Target="../media/image234.png"/><Relationship Id="rId5" Type="http://schemas.openxmlformats.org/officeDocument/2006/relationships/image" Target="../media/image237.png"/><Relationship Id="rId6" Type="http://schemas.openxmlformats.org/officeDocument/2006/relationships/image" Target="../media/image235.png"/><Relationship Id="rId7" Type="http://schemas.openxmlformats.org/officeDocument/2006/relationships/image" Target="../media/image233.png"/><Relationship Id="rId8" Type="http://schemas.openxmlformats.org/officeDocument/2006/relationships/image" Target="../media/image23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41.png"/><Relationship Id="rId4" Type="http://schemas.openxmlformats.org/officeDocument/2006/relationships/image" Target="../media/image239.png"/><Relationship Id="rId5" Type="http://schemas.openxmlformats.org/officeDocument/2006/relationships/image" Target="../media/image19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40.png"/><Relationship Id="rId4" Type="http://schemas.openxmlformats.org/officeDocument/2006/relationships/image" Target="../media/image194.png"/><Relationship Id="rId5" Type="http://schemas.openxmlformats.org/officeDocument/2006/relationships/image" Target="../media/image242.png"/><Relationship Id="rId6" Type="http://schemas.openxmlformats.org/officeDocument/2006/relationships/image" Target="../media/image193.png"/><Relationship Id="rId7" Type="http://schemas.openxmlformats.org/officeDocument/2006/relationships/image" Target="../media/image24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44.png"/><Relationship Id="rId4" Type="http://schemas.openxmlformats.org/officeDocument/2006/relationships/image" Target="../media/image245.png"/><Relationship Id="rId5" Type="http://schemas.openxmlformats.org/officeDocument/2006/relationships/image" Target="../media/image246.png"/><Relationship Id="rId6" Type="http://schemas.openxmlformats.org/officeDocument/2006/relationships/image" Target="../media/image251.png"/><Relationship Id="rId7" Type="http://schemas.openxmlformats.org/officeDocument/2006/relationships/image" Target="../media/image2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48.png"/><Relationship Id="rId4" Type="http://schemas.openxmlformats.org/officeDocument/2006/relationships/image" Target="../media/image249.png"/><Relationship Id="rId5" Type="http://schemas.openxmlformats.org/officeDocument/2006/relationships/image" Target="../media/image2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63.png"/><Relationship Id="rId4" Type="http://schemas.openxmlformats.org/officeDocument/2006/relationships/image" Target="../media/image252.png"/><Relationship Id="rId5" Type="http://schemas.openxmlformats.org/officeDocument/2006/relationships/image" Target="../media/image253.png"/><Relationship Id="rId6" Type="http://schemas.openxmlformats.org/officeDocument/2006/relationships/image" Target="../media/image193.png"/><Relationship Id="rId7" Type="http://schemas.openxmlformats.org/officeDocument/2006/relationships/image" Target="../media/image254.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5.png"/><Relationship Id="rId4" Type="http://schemas.openxmlformats.org/officeDocument/2006/relationships/image" Target="../media/image258.png"/><Relationship Id="rId5" Type="http://schemas.openxmlformats.org/officeDocument/2006/relationships/image" Target="../media/image25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7.png"/><Relationship Id="rId4" Type="http://schemas.openxmlformats.org/officeDocument/2006/relationships/image" Target="../media/image261.png"/><Relationship Id="rId9" Type="http://schemas.openxmlformats.org/officeDocument/2006/relationships/image" Target="../media/image264.png"/><Relationship Id="rId5" Type="http://schemas.openxmlformats.org/officeDocument/2006/relationships/image" Target="../media/image262.png"/><Relationship Id="rId6" Type="http://schemas.openxmlformats.org/officeDocument/2006/relationships/image" Target="../media/image260.png"/><Relationship Id="rId7" Type="http://schemas.openxmlformats.org/officeDocument/2006/relationships/image" Target="../media/image259.png"/><Relationship Id="rId8" Type="http://schemas.openxmlformats.org/officeDocument/2006/relationships/image" Target="../media/image265.png"/><Relationship Id="rId11" Type="http://schemas.openxmlformats.org/officeDocument/2006/relationships/image" Target="../media/image268.png"/><Relationship Id="rId10" Type="http://schemas.openxmlformats.org/officeDocument/2006/relationships/image" Target="../media/image2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73.png"/><Relationship Id="rId4" Type="http://schemas.openxmlformats.org/officeDocument/2006/relationships/image" Target="../media/image269.png"/><Relationship Id="rId5" Type="http://schemas.openxmlformats.org/officeDocument/2006/relationships/image" Target="../media/image2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71.png"/><Relationship Id="rId4" Type="http://schemas.openxmlformats.org/officeDocument/2006/relationships/image" Target="../media/image270.png"/><Relationship Id="rId5" Type="http://schemas.openxmlformats.org/officeDocument/2006/relationships/image" Target="../media/image272.png"/><Relationship Id="rId6" Type="http://schemas.openxmlformats.org/officeDocument/2006/relationships/image" Target="../media/image26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77.png"/><Relationship Id="rId4" Type="http://schemas.openxmlformats.org/officeDocument/2006/relationships/image" Target="../media/image274.png"/><Relationship Id="rId5" Type="http://schemas.openxmlformats.org/officeDocument/2006/relationships/image" Target="../media/image28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76.png"/><Relationship Id="rId4" Type="http://schemas.openxmlformats.org/officeDocument/2006/relationships/image" Target="../media/image275.png"/><Relationship Id="rId9" Type="http://schemas.openxmlformats.org/officeDocument/2006/relationships/image" Target="../media/image283.png"/><Relationship Id="rId5" Type="http://schemas.openxmlformats.org/officeDocument/2006/relationships/image" Target="../media/image194.png"/><Relationship Id="rId6" Type="http://schemas.openxmlformats.org/officeDocument/2006/relationships/image" Target="../media/image279.png"/><Relationship Id="rId7" Type="http://schemas.openxmlformats.org/officeDocument/2006/relationships/image" Target="../media/image278.png"/><Relationship Id="rId8" Type="http://schemas.openxmlformats.org/officeDocument/2006/relationships/image" Target="../media/image285.png"/><Relationship Id="rId11" Type="http://schemas.openxmlformats.org/officeDocument/2006/relationships/image" Target="../media/image282.png"/><Relationship Id="rId10" Type="http://schemas.openxmlformats.org/officeDocument/2006/relationships/image" Target="../media/image28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86.png"/><Relationship Id="rId4" Type="http://schemas.openxmlformats.org/officeDocument/2006/relationships/image" Target="../media/image293.png"/><Relationship Id="rId5" Type="http://schemas.openxmlformats.org/officeDocument/2006/relationships/image" Target="../media/image19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4.png"/><Relationship Id="rId4" Type="http://schemas.openxmlformats.org/officeDocument/2006/relationships/image" Target="../media/image288.png"/><Relationship Id="rId9" Type="http://schemas.openxmlformats.org/officeDocument/2006/relationships/image" Target="../media/image290.png"/><Relationship Id="rId5" Type="http://schemas.openxmlformats.org/officeDocument/2006/relationships/image" Target="../media/image185.png"/><Relationship Id="rId6" Type="http://schemas.openxmlformats.org/officeDocument/2006/relationships/image" Target="../media/image287.png"/><Relationship Id="rId7" Type="http://schemas.openxmlformats.org/officeDocument/2006/relationships/image" Target="../media/image188.png"/><Relationship Id="rId8" Type="http://schemas.openxmlformats.org/officeDocument/2006/relationships/image" Target="../media/image29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9.png"/><Relationship Id="rId4" Type="http://schemas.openxmlformats.org/officeDocument/2006/relationships/image" Target="../media/image296.png"/><Relationship Id="rId9" Type="http://schemas.openxmlformats.org/officeDocument/2006/relationships/image" Target="../media/image301.png"/><Relationship Id="rId5" Type="http://schemas.openxmlformats.org/officeDocument/2006/relationships/image" Target="../media/image193.png"/><Relationship Id="rId6" Type="http://schemas.openxmlformats.org/officeDocument/2006/relationships/image" Target="../media/image295.png"/><Relationship Id="rId7" Type="http://schemas.openxmlformats.org/officeDocument/2006/relationships/image" Target="../media/image292.png"/><Relationship Id="rId8" Type="http://schemas.openxmlformats.org/officeDocument/2006/relationships/image" Target="../media/image294.png"/><Relationship Id="rId11" Type="http://schemas.openxmlformats.org/officeDocument/2006/relationships/image" Target="../media/image297.png"/><Relationship Id="rId10" Type="http://schemas.openxmlformats.org/officeDocument/2006/relationships/image" Target="../media/image29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305.png"/><Relationship Id="rId4" Type="http://schemas.openxmlformats.org/officeDocument/2006/relationships/image" Target="../media/image300.png"/><Relationship Id="rId9" Type="http://schemas.openxmlformats.org/officeDocument/2006/relationships/image" Target="../media/image303.png"/><Relationship Id="rId5" Type="http://schemas.openxmlformats.org/officeDocument/2006/relationships/image" Target="../media/image210.png"/><Relationship Id="rId6" Type="http://schemas.openxmlformats.org/officeDocument/2006/relationships/image" Target="../media/image307.png"/><Relationship Id="rId7" Type="http://schemas.openxmlformats.org/officeDocument/2006/relationships/image" Target="../media/image299.png"/><Relationship Id="rId8" Type="http://schemas.openxmlformats.org/officeDocument/2006/relationships/image" Target="../media/image30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2.png"/><Relationship Id="rId4" Type="http://schemas.openxmlformats.org/officeDocument/2006/relationships/image" Target="../media/image210.png"/><Relationship Id="rId5" Type="http://schemas.openxmlformats.org/officeDocument/2006/relationships/image" Target="../media/image307.png"/><Relationship Id="rId6" Type="http://schemas.openxmlformats.org/officeDocument/2006/relationships/image" Target="../media/image30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10.png"/><Relationship Id="rId4" Type="http://schemas.openxmlformats.org/officeDocument/2006/relationships/image" Target="../media/image2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8.png"/><Relationship Id="rId4" Type="http://schemas.openxmlformats.org/officeDocument/2006/relationships/image" Target="../media/image314.png"/><Relationship Id="rId5" Type="http://schemas.openxmlformats.org/officeDocument/2006/relationships/image" Target="../media/image18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9.png"/><Relationship Id="rId4" Type="http://schemas.openxmlformats.org/officeDocument/2006/relationships/image" Target="../media/image313.png"/><Relationship Id="rId5" Type="http://schemas.openxmlformats.org/officeDocument/2006/relationships/image" Target="../media/image175.png"/><Relationship Id="rId6" Type="http://schemas.openxmlformats.org/officeDocument/2006/relationships/image" Target="../media/image311.png"/><Relationship Id="rId7" Type="http://schemas.openxmlformats.org/officeDocument/2006/relationships/image" Target="../media/image31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