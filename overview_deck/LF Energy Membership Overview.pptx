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6.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3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4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6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6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1.png"/><Relationship Id="rId3" Type="http://schemas.openxmlformats.org/officeDocument/2006/relationships/image" Target="../media/image6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9.png"/><Relationship Id="rId3" Type="http://schemas.openxmlformats.org/officeDocument/2006/relationships/image" Target="../media/image60.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9.png"/><Relationship Id="rId3" Type="http://schemas.openxmlformats.org/officeDocument/2006/relationships/image" Target="../media/image60.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1.png"/><Relationship Id="rId3" Type="http://schemas.openxmlformats.org/officeDocument/2006/relationships/image" Target="../media/image63.png"/><Relationship Id="rId4" Type="http://schemas.openxmlformats.org/officeDocument/2006/relationships/image" Target="../media/image60.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6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60.png"/><Relationship Id="rId4" Type="http://schemas.openxmlformats.org/officeDocument/2006/relationships/image" Target="../media/image7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9.png"/><Relationship Id="rId3" Type="http://schemas.openxmlformats.org/officeDocument/2006/relationships/image" Target="../media/image60.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63.png"/><Relationship Id="rId4" Type="http://schemas.openxmlformats.org/officeDocument/2006/relationships/image" Target="../media/image7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9.png"/><Relationship Id="rId3" Type="http://schemas.openxmlformats.org/officeDocument/2006/relationships/image" Target="../media/image60.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96.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64.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0.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9.png"/><Relationship Id="rId3" Type="http://schemas.openxmlformats.org/officeDocument/2006/relationships/image" Target="../media/image6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1.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6.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1.png"/><Relationship Id="rId3" Type="http://schemas.openxmlformats.org/officeDocument/2006/relationships/image" Target="../media/image105.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64.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96.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9.png"/><Relationship Id="rId3" Type="http://schemas.openxmlformats.org/officeDocument/2006/relationships/image" Target="../media/image64.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6.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1.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2.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4.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5.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09.png"/><Relationship Id="rId4" Type="http://schemas.openxmlformats.org/officeDocument/2006/relationships/image" Target="../media/image108.png"/><Relationship Id="rId9" Type="http://schemas.openxmlformats.org/officeDocument/2006/relationships/image" Target="../media/image116.png"/><Relationship Id="rId5" Type="http://schemas.openxmlformats.org/officeDocument/2006/relationships/image" Target="../media/image113.png"/><Relationship Id="rId6" Type="http://schemas.openxmlformats.org/officeDocument/2006/relationships/image" Target="../media/image112.png"/><Relationship Id="rId7" Type="http://schemas.openxmlformats.org/officeDocument/2006/relationships/image" Target="../media/image114.png"/><Relationship Id="rId8" Type="http://schemas.openxmlformats.org/officeDocument/2006/relationships/image" Target="../media/image115.png"/><Relationship Id="rId11" Type="http://schemas.openxmlformats.org/officeDocument/2006/relationships/image" Target="../media/image117.png"/><Relationship Id="rId10" Type="http://schemas.openxmlformats.org/officeDocument/2006/relationships/image" Target="../media/image119.png"/><Relationship Id="rId13" Type="http://schemas.openxmlformats.org/officeDocument/2006/relationships/image" Target="../media/image121.png"/><Relationship Id="rId12" Type="http://schemas.openxmlformats.org/officeDocument/2006/relationships/image" Target="../media/image123.png"/><Relationship Id="rId15" Type="http://schemas.openxmlformats.org/officeDocument/2006/relationships/image" Target="../media/image125.png"/><Relationship Id="rId14" Type="http://schemas.openxmlformats.org/officeDocument/2006/relationships/image" Target="../media/image126.png"/><Relationship Id="rId17" Type="http://schemas.openxmlformats.org/officeDocument/2006/relationships/image" Target="../media/image127.png"/><Relationship Id="rId16" Type="http://schemas.openxmlformats.org/officeDocument/2006/relationships/image" Target="../media/image133.png"/><Relationship Id="rId19" Type="http://schemas.openxmlformats.org/officeDocument/2006/relationships/image" Target="../media/image137.png"/><Relationship Id="rId18" Type="http://schemas.openxmlformats.org/officeDocument/2006/relationships/image" Target="../media/image12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30.png"/><Relationship Id="rId4" Type="http://schemas.openxmlformats.org/officeDocument/2006/relationships/image" Target="../media/image129.png"/><Relationship Id="rId5" Type="http://schemas.openxmlformats.org/officeDocument/2006/relationships/image" Target="../media/image132.png"/><Relationship Id="rId6" Type="http://schemas.openxmlformats.org/officeDocument/2006/relationships/image" Target="../media/image135.png"/><Relationship Id="rId7"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25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3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45.png"/><Relationship Id="rId5" Type="http://schemas.openxmlformats.org/officeDocument/2006/relationships/image" Target="../media/image144.png"/><Relationship Id="rId6" Type="http://schemas.openxmlformats.org/officeDocument/2006/relationships/image" Target="../media/image13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30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65.png"/><Relationship Id="rId6" Type="http://schemas.openxmlformats.org/officeDocument/2006/relationships/image" Target="../media/image153.png"/><Relationship Id="rId7" Type="http://schemas.openxmlformats.org/officeDocument/2006/relationships/image" Target="../media/image14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30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2.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256.jpg"/><Relationship Id="rId8" Type="http://schemas.openxmlformats.org/officeDocument/2006/relationships/image" Target="../media/image147.jpg"/><Relationship Id="rId11" Type="http://schemas.openxmlformats.org/officeDocument/2006/relationships/hyperlink" Target="http://support.lfenergy.org" TargetMode="External"/><Relationship Id="rId10" Type="http://schemas.openxmlformats.org/officeDocument/2006/relationships/image" Target="../media/image3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290.png"/><Relationship Id="rId7" Type="http://schemas.openxmlformats.org/officeDocument/2006/relationships/image" Target="../media/image30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29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0.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48.png"/><Relationship Id="rId6" Type="http://schemas.openxmlformats.org/officeDocument/2006/relationships/image" Target="../media/image19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4.png"/><Relationship Id="rId9" Type="http://schemas.openxmlformats.org/officeDocument/2006/relationships/image" Target="../media/image161.png"/><Relationship Id="rId5" Type="http://schemas.openxmlformats.org/officeDocument/2006/relationships/image" Target="../media/image155.png"/><Relationship Id="rId6" Type="http://schemas.openxmlformats.org/officeDocument/2006/relationships/image" Target="../media/image157.png"/><Relationship Id="rId7" Type="http://schemas.openxmlformats.org/officeDocument/2006/relationships/image" Target="../media/image163.png"/><Relationship Id="rId8" Type="http://schemas.openxmlformats.org/officeDocument/2006/relationships/image" Target="../media/image15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4.png"/><Relationship Id="rId5" Type="http://schemas.openxmlformats.org/officeDocument/2006/relationships/hyperlink" Target="mailto:membership@lfenergy.org" TargetMode="External"/><Relationship Id="rId6" Type="http://schemas.openxmlformats.org/officeDocument/2006/relationships/image" Target="../media/image159.png"/><Relationship Id="rId7" Type="http://schemas.openxmlformats.org/officeDocument/2006/relationships/image" Target="../media/image158.png"/><Relationship Id="rId8" Type="http://schemas.openxmlformats.org/officeDocument/2006/relationships/image" Target="../media/image16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30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6.png"/><Relationship Id="rId4" Type="http://schemas.openxmlformats.org/officeDocument/2006/relationships/image" Target="../media/image314.png"/><Relationship Id="rId9" Type="http://schemas.openxmlformats.org/officeDocument/2006/relationships/image" Target="../media/image171.png"/><Relationship Id="rId5" Type="http://schemas.openxmlformats.org/officeDocument/2006/relationships/image" Target="../media/image112.png"/><Relationship Id="rId6" Type="http://schemas.openxmlformats.org/officeDocument/2006/relationships/image" Target="../media/image114.png"/><Relationship Id="rId7" Type="http://schemas.openxmlformats.org/officeDocument/2006/relationships/image" Target="../media/image108.png"/><Relationship Id="rId8" Type="http://schemas.openxmlformats.org/officeDocument/2006/relationships/image" Target="../media/image168.png"/><Relationship Id="rId11" Type="http://schemas.openxmlformats.org/officeDocument/2006/relationships/image" Target="../media/image173.png"/><Relationship Id="rId10" Type="http://schemas.openxmlformats.org/officeDocument/2006/relationships/image" Target="../media/image175.png"/><Relationship Id="rId13" Type="http://schemas.openxmlformats.org/officeDocument/2006/relationships/image" Target="../media/image178.png"/><Relationship Id="rId12" Type="http://schemas.openxmlformats.org/officeDocument/2006/relationships/image" Target="../media/image174.png"/><Relationship Id="rId14" Type="http://schemas.openxmlformats.org/officeDocument/2006/relationships/image" Target="../media/image1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76.png"/><Relationship Id="rId4" Type="http://schemas.openxmlformats.org/officeDocument/2006/relationships/image" Target="../media/image184.png"/><Relationship Id="rId5" Type="http://schemas.openxmlformats.org/officeDocument/2006/relationships/image" Target="../media/image179.png"/><Relationship Id="rId6" Type="http://schemas.openxmlformats.org/officeDocument/2006/relationships/image" Target="../media/image180.png"/><Relationship Id="rId7" Type="http://schemas.openxmlformats.org/officeDocument/2006/relationships/image" Target="../media/image1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81.png"/><Relationship Id="rId4" Type="http://schemas.openxmlformats.org/officeDocument/2006/relationships/image" Target="../media/image182.png"/><Relationship Id="rId5" Type="http://schemas.openxmlformats.org/officeDocument/2006/relationships/image" Target="../media/image186.png"/><Relationship Id="rId6" Type="http://schemas.openxmlformats.org/officeDocument/2006/relationships/image" Target="../media/image183.png"/><Relationship Id="rId7" Type="http://schemas.openxmlformats.org/officeDocument/2006/relationships/image" Target="../media/image187.png"/><Relationship Id="rId8" Type="http://schemas.openxmlformats.org/officeDocument/2006/relationships/image" Target="../media/image19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90.png"/><Relationship Id="rId4" Type="http://schemas.openxmlformats.org/officeDocument/2006/relationships/image" Target="../media/image188.png"/><Relationship Id="rId5" Type="http://schemas.openxmlformats.org/officeDocument/2006/relationships/image" Target="../media/image192.png"/><Relationship Id="rId6" Type="http://schemas.openxmlformats.org/officeDocument/2006/relationships/image" Target="../media/image193.png"/><Relationship Id="rId7" Type="http://schemas.openxmlformats.org/officeDocument/2006/relationships/image" Target="../media/image189.png"/><Relationship Id="rId8" Type="http://schemas.openxmlformats.org/officeDocument/2006/relationships/image" Target="../media/image19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194.png"/><Relationship Id="rId4" Type="http://schemas.openxmlformats.org/officeDocument/2006/relationships/image" Target="../media/image198.png"/><Relationship Id="rId5" Type="http://schemas.openxmlformats.org/officeDocument/2006/relationships/image" Target="../media/image20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7.png"/><Relationship Id="rId4" Type="http://schemas.openxmlformats.org/officeDocument/2006/relationships/image" Target="../media/image199.png"/><Relationship Id="rId5" Type="http://schemas.openxmlformats.org/officeDocument/2006/relationships/image" Target="../media/image201.png"/><Relationship Id="rId6" Type="http://schemas.openxmlformats.org/officeDocument/2006/relationships/image" Target="../media/image200.png"/><Relationship Id="rId7" Type="http://schemas.openxmlformats.org/officeDocument/2006/relationships/image" Target="../media/image20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6.png"/><Relationship Id="rId4" Type="http://schemas.openxmlformats.org/officeDocument/2006/relationships/image" Target="../media/image205.png"/><Relationship Id="rId9" Type="http://schemas.openxmlformats.org/officeDocument/2006/relationships/image" Target="../media/image210.png"/><Relationship Id="rId5" Type="http://schemas.openxmlformats.org/officeDocument/2006/relationships/image" Target="../media/image209.png"/><Relationship Id="rId6" Type="http://schemas.openxmlformats.org/officeDocument/2006/relationships/image" Target="../media/image208.png"/><Relationship Id="rId7" Type="http://schemas.openxmlformats.org/officeDocument/2006/relationships/image" Target="../media/image204.png"/><Relationship Id="rId8" Type="http://schemas.openxmlformats.org/officeDocument/2006/relationships/image" Target="../media/image211.png"/><Relationship Id="rId10" Type="http://schemas.openxmlformats.org/officeDocument/2006/relationships/image" Target="../media/image20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12.png"/><Relationship Id="rId4" Type="http://schemas.openxmlformats.org/officeDocument/2006/relationships/image" Target="../media/image302.png"/><Relationship Id="rId5" Type="http://schemas.openxmlformats.org/officeDocument/2006/relationships/image" Target="../media/image216.png"/><Relationship Id="rId6" Type="http://schemas.openxmlformats.org/officeDocument/2006/relationships/image" Target="../media/image178.png"/><Relationship Id="rId7" Type="http://schemas.openxmlformats.org/officeDocument/2006/relationships/image" Target="../media/image217.png"/><Relationship Id="rId8" Type="http://schemas.openxmlformats.org/officeDocument/2006/relationships/image" Target="../media/image17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8.png"/><Relationship Id="rId4" Type="http://schemas.openxmlformats.org/officeDocument/2006/relationships/image" Target="../media/image214.png"/><Relationship Id="rId5" Type="http://schemas.openxmlformats.org/officeDocument/2006/relationships/image" Target="../media/image119.png"/><Relationship Id="rId6" Type="http://schemas.openxmlformats.org/officeDocument/2006/relationships/image" Target="../media/image117.png"/><Relationship Id="rId7" Type="http://schemas.openxmlformats.org/officeDocument/2006/relationships/image" Target="../media/image215.png"/><Relationship Id="rId8" Type="http://schemas.openxmlformats.org/officeDocument/2006/relationships/image" Target="../media/image2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3.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4.png"/><Relationship Id="rId7" Type="http://schemas.openxmlformats.org/officeDocument/2006/relationships/image" Target="../media/image226.png"/><Relationship Id="rId8" Type="http://schemas.openxmlformats.org/officeDocument/2006/relationships/image" Target="../media/image2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29.png"/><Relationship Id="rId4" Type="http://schemas.openxmlformats.org/officeDocument/2006/relationships/image" Target="../media/image230.png"/><Relationship Id="rId5" Type="http://schemas.openxmlformats.org/officeDocument/2006/relationships/image" Target="../media/image18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27.png"/><Relationship Id="rId4" Type="http://schemas.openxmlformats.org/officeDocument/2006/relationships/image" Target="../media/image186.png"/><Relationship Id="rId5" Type="http://schemas.openxmlformats.org/officeDocument/2006/relationships/image" Target="../media/image232.png"/><Relationship Id="rId6" Type="http://schemas.openxmlformats.org/officeDocument/2006/relationships/image" Target="../media/image182.png"/><Relationship Id="rId7" Type="http://schemas.openxmlformats.org/officeDocument/2006/relationships/image" Target="../media/image2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1.png"/><Relationship Id="rId4" Type="http://schemas.openxmlformats.org/officeDocument/2006/relationships/image" Target="../media/image236.png"/><Relationship Id="rId5" Type="http://schemas.openxmlformats.org/officeDocument/2006/relationships/image" Target="../media/image233.png"/><Relationship Id="rId6" Type="http://schemas.openxmlformats.org/officeDocument/2006/relationships/image" Target="../media/image234.png"/><Relationship Id="rId7" Type="http://schemas.openxmlformats.org/officeDocument/2006/relationships/image" Target="../media/image2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37.png"/><Relationship Id="rId4" Type="http://schemas.openxmlformats.org/officeDocument/2006/relationships/image" Target="../media/image238.png"/><Relationship Id="rId5" Type="http://schemas.openxmlformats.org/officeDocument/2006/relationships/image" Target="../media/image24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39.png"/><Relationship Id="rId4" Type="http://schemas.openxmlformats.org/officeDocument/2006/relationships/image" Target="../media/image240.png"/><Relationship Id="rId5" Type="http://schemas.openxmlformats.org/officeDocument/2006/relationships/image" Target="../media/image242.png"/><Relationship Id="rId6" Type="http://schemas.openxmlformats.org/officeDocument/2006/relationships/image" Target="../media/image182.png"/><Relationship Id="rId7" Type="http://schemas.openxmlformats.org/officeDocument/2006/relationships/image" Target="../media/image24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45.png"/><Relationship Id="rId4" Type="http://schemas.openxmlformats.org/officeDocument/2006/relationships/image" Target="../media/image247.png"/><Relationship Id="rId5" Type="http://schemas.openxmlformats.org/officeDocument/2006/relationships/image" Target="../media/image24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46.png"/><Relationship Id="rId4" Type="http://schemas.openxmlformats.org/officeDocument/2006/relationships/image" Target="../media/image251.png"/><Relationship Id="rId9" Type="http://schemas.openxmlformats.org/officeDocument/2006/relationships/image" Target="../media/image253.png"/><Relationship Id="rId5" Type="http://schemas.openxmlformats.org/officeDocument/2006/relationships/image" Target="../media/image248.png"/><Relationship Id="rId6" Type="http://schemas.openxmlformats.org/officeDocument/2006/relationships/image" Target="../media/image249.png"/><Relationship Id="rId7" Type="http://schemas.openxmlformats.org/officeDocument/2006/relationships/image" Target="../media/image254.png"/><Relationship Id="rId8" Type="http://schemas.openxmlformats.org/officeDocument/2006/relationships/image" Target="../media/image255.png"/><Relationship Id="rId11" Type="http://schemas.openxmlformats.org/officeDocument/2006/relationships/image" Target="../media/image250.png"/><Relationship Id="rId10" Type="http://schemas.openxmlformats.org/officeDocument/2006/relationships/image" Target="../media/image25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58.png"/><Relationship Id="rId4" Type="http://schemas.openxmlformats.org/officeDocument/2006/relationships/image" Target="../media/image260.png"/><Relationship Id="rId5" Type="http://schemas.openxmlformats.org/officeDocument/2006/relationships/image" Target="../media/image2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1.png"/><Relationship Id="rId6" Type="http://schemas.openxmlformats.org/officeDocument/2006/relationships/image" Target="../media/image25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67.png"/><Relationship Id="rId4" Type="http://schemas.openxmlformats.org/officeDocument/2006/relationships/image" Target="../media/image268.png"/><Relationship Id="rId5" Type="http://schemas.openxmlformats.org/officeDocument/2006/relationships/image" Target="../media/image26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70.png"/><Relationship Id="rId4" Type="http://schemas.openxmlformats.org/officeDocument/2006/relationships/image" Target="../media/image273.png"/><Relationship Id="rId9" Type="http://schemas.openxmlformats.org/officeDocument/2006/relationships/image" Target="../media/image265.png"/><Relationship Id="rId5" Type="http://schemas.openxmlformats.org/officeDocument/2006/relationships/image" Target="../media/image186.png"/><Relationship Id="rId6" Type="http://schemas.openxmlformats.org/officeDocument/2006/relationships/image" Target="../media/image266.png"/><Relationship Id="rId7" Type="http://schemas.openxmlformats.org/officeDocument/2006/relationships/image" Target="../media/image269.png"/><Relationship Id="rId8" Type="http://schemas.openxmlformats.org/officeDocument/2006/relationships/image" Target="../media/image271.png"/><Relationship Id="rId11" Type="http://schemas.openxmlformats.org/officeDocument/2006/relationships/image" Target="../media/image275.png"/><Relationship Id="rId10" Type="http://schemas.openxmlformats.org/officeDocument/2006/relationships/image" Target="../media/image27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77.png"/><Relationship Id="rId4" Type="http://schemas.openxmlformats.org/officeDocument/2006/relationships/image" Target="../media/image274.png"/><Relationship Id="rId5" Type="http://schemas.openxmlformats.org/officeDocument/2006/relationships/image" Target="../media/image18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9.png"/><Relationship Id="rId4" Type="http://schemas.openxmlformats.org/officeDocument/2006/relationships/image" Target="../media/image276.png"/><Relationship Id="rId9" Type="http://schemas.openxmlformats.org/officeDocument/2006/relationships/image" Target="../media/image280.png"/><Relationship Id="rId5" Type="http://schemas.openxmlformats.org/officeDocument/2006/relationships/image" Target="../media/image180.png"/><Relationship Id="rId6" Type="http://schemas.openxmlformats.org/officeDocument/2006/relationships/image" Target="../media/image278.png"/><Relationship Id="rId7" Type="http://schemas.openxmlformats.org/officeDocument/2006/relationships/image" Target="../media/image179.png"/><Relationship Id="rId8" Type="http://schemas.openxmlformats.org/officeDocument/2006/relationships/image" Target="../media/image28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2.png"/><Relationship Id="rId4" Type="http://schemas.openxmlformats.org/officeDocument/2006/relationships/image" Target="../media/image285.png"/><Relationship Id="rId9" Type="http://schemas.openxmlformats.org/officeDocument/2006/relationships/image" Target="../media/image284.png"/><Relationship Id="rId5" Type="http://schemas.openxmlformats.org/officeDocument/2006/relationships/image" Target="../media/image182.png"/><Relationship Id="rId6" Type="http://schemas.openxmlformats.org/officeDocument/2006/relationships/image" Target="../media/image283.png"/><Relationship Id="rId7" Type="http://schemas.openxmlformats.org/officeDocument/2006/relationships/image" Target="../media/image287.png"/><Relationship Id="rId8" Type="http://schemas.openxmlformats.org/officeDocument/2006/relationships/image" Target="../media/image286.png"/><Relationship Id="rId11" Type="http://schemas.openxmlformats.org/officeDocument/2006/relationships/image" Target="../media/image295.png"/><Relationship Id="rId10" Type="http://schemas.openxmlformats.org/officeDocument/2006/relationships/image" Target="../media/image28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89.png"/><Relationship Id="rId4" Type="http://schemas.openxmlformats.org/officeDocument/2006/relationships/image" Target="../media/image297.png"/><Relationship Id="rId9" Type="http://schemas.openxmlformats.org/officeDocument/2006/relationships/image" Target="../media/image294.png"/><Relationship Id="rId5" Type="http://schemas.openxmlformats.org/officeDocument/2006/relationships/image" Target="../media/image200.png"/><Relationship Id="rId6" Type="http://schemas.openxmlformats.org/officeDocument/2006/relationships/image" Target="../media/image296.png"/><Relationship Id="rId7" Type="http://schemas.openxmlformats.org/officeDocument/2006/relationships/image" Target="../media/image291.png"/><Relationship Id="rId8" Type="http://schemas.openxmlformats.org/officeDocument/2006/relationships/image" Target="../media/image29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292.png"/><Relationship Id="rId4" Type="http://schemas.openxmlformats.org/officeDocument/2006/relationships/image" Target="../media/image200.png"/><Relationship Id="rId5" Type="http://schemas.openxmlformats.org/officeDocument/2006/relationships/image" Target="../media/image296.png"/><Relationship Id="rId6" Type="http://schemas.openxmlformats.org/officeDocument/2006/relationships/image" Target="../media/image29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01.png"/><Relationship Id="rId4" Type="http://schemas.openxmlformats.org/officeDocument/2006/relationships/image" Target="../media/image24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0.png"/><Relationship Id="rId4" Type="http://schemas.openxmlformats.org/officeDocument/2006/relationships/image" Target="../media/image312.png"/><Relationship Id="rId5" Type="http://schemas.openxmlformats.org/officeDocument/2006/relationships/image" Target="../media/image17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5.png"/><Relationship Id="rId4" Type="http://schemas.openxmlformats.org/officeDocument/2006/relationships/image" Target="../media/image313.png"/><Relationship Id="rId5" Type="http://schemas.openxmlformats.org/officeDocument/2006/relationships/image" Target="../media/image174.png"/><Relationship Id="rId6" Type="http://schemas.openxmlformats.org/officeDocument/2006/relationships/image" Target="../media/image303.png"/><Relationship Id="rId7" Type="http://schemas.openxmlformats.org/officeDocument/2006/relationships/image" Target="../media/image30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