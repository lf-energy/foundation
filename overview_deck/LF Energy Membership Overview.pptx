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2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png"/><Relationship Id="rId4" Type="http://schemas.openxmlformats.org/officeDocument/2006/relationships/image" Target="../media/image2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png"/><Relationship Id="rId4"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3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2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png"/><Relationship Id="rId4"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6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68.png"/><Relationship Id="rId4" Type="http://schemas.openxmlformats.org/officeDocument/2006/relationships/image" Target="../media/image7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7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74.png"/><Relationship Id="rId4" Type="http://schemas.openxmlformats.org/officeDocument/2006/relationships/image" Target="../media/image6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68.png"/><Relationship Id="rId4" Type="http://schemas.openxmlformats.org/officeDocument/2006/relationships/image" Target="../media/image8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4.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23.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92.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4.png"/><Relationship Id="rId4" Type="http://schemas.openxmlformats.org/officeDocument/2006/relationships/image" Target="../media/image2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4.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5.png"/><Relationship Id="rId3" Type="http://schemas.openxmlformats.org/officeDocument/2006/relationships/image" Target="../media/image3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0.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2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1.png"/><Relationship Id="rId3" Type="http://schemas.openxmlformats.org/officeDocument/2006/relationships/image" Target="../media/image4.png"/><Relationship Id="rId4" Type="http://schemas.openxmlformats.org/officeDocument/2006/relationships/image" Target="../media/image2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6.png"/><Relationship Id="rId3" Type="http://schemas.openxmlformats.org/officeDocument/2006/relationships/image" Target="../media/image122.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92.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5.png"/><Relationship Id="rId3" Type="http://schemas.openxmlformats.org/officeDocument/2006/relationships/image" Target="../media/image30.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3.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1.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2.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6.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4.png"/><Relationship Id="rId4" Type="http://schemas.openxmlformats.org/officeDocument/2006/relationships/image" Target="../media/image111.png"/><Relationship Id="rId9" Type="http://schemas.openxmlformats.org/officeDocument/2006/relationships/image" Target="../media/image130.png"/><Relationship Id="rId5" Type="http://schemas.openxmlformats.org/officeDocument/2006/relationships/image" Target="../media/image119.png"/><Relationship Id="rId6" Type="http://schemas.openxmlformats.org/officeDocument/2006/relationships/image" Target="../media/image115.png"/><Relationship Id="rId7" Type="http://schemas.openxmlformats.org/officeDocument/2006/relationships/image" Target="../media/image128.png"/><Relationship Id="rId8" Type="http://schemas.openxmlformats.org/officeDocument/2006/relationships/image" Target="../media/image123.png"/><Relationship Id="rId11" Type="http://schemas.openxmlformats.org/officeDocument/2006/relationships/image" Target="../media/image131.png"/><Relationship Id="rId10" Type="http://schemas.openxmlformats.org/officeDocument/2006/relationships/image" Target="../media/image118.png"/><Relationship Id="rId13" Type="http://schemas.openxmlformats.org/officeDocument/2006/relationships/image" Target="../media/image135.png"/><Relationship Id="rId12" Type="http://schemas.openxmlformats.org/officeDocument/2006/relationships/image" Target="../media/image129.png"/><Relationship Id="rId15" Type="http://schemas.openxmlformats.org/officeDocument/2006/relationships/image" Target="../media/image121.png"/><Relationship Id="rId14" Type="http://schemas.openxmlformats.org/officeDocument/2006/relationships/image" Target="../media/image120.png"/><Relationship Id="rId17" Type="http://schemas.openxmlformats.org/officeDocument/2006/relationships/image" Target="../media/image124.png"/><Relationship Id="rId16" Type="http://schemas.openxmlformats.org/officeDocument/2006/relationships/image" Target="../media/image139.png"/><Relationship Id="rId19" Type="http://schemas.openxmlformats.org/officeDocument/2006/relationships/image" Target="../media/image143.png"/><Relationship Id="rId18" Type="http://schemas.openxmlformats.org/officeDocument/2006/relationships/image" Target="../media/image12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44.png"/><Relationship Id="rId4" Type="http://schemas.openxmlformats.org/officeDocument/2006/relationships/image" Target="../media/image13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8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6.png"/><Relationship Id="rId5" Type="http://schemas.openxmlformats.org/officeDocument/2006/relationships/image" Target="../media/image134.png"/><Relationship Id="rId6" Type="http://schemas.openxmlformats.org/officeDocument/2006/relationships/image" Target="../media/image13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7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1.png"/><Relationship Id="rId6" Type="http://schemas.openxmlformats.org/officeDocument/2006/relationships/image" Target="../media/image149.png"/><Relationship Id="rId7" Type="http://schemas.openxmlformats.org/officeDocument/2006/relationships/image" Target="../media/image14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98.jpg"/><Relationship Id="rId8" Type="http://schemas.openxmlformats.org/officeDocument/2006/relationships/image" Target="../media/image150.jpg"/><Relationship Id="rId11" Type="http://schemas.openxmlformats.org/officeDocument/2006/relationships/hyperlink" Target="http://support.lfenergy.org" TargetMode="External"/><Relationship Id="rId10" Type="http://schemas.openxmlformats.org/officeDocument/2006/relationships/image" Target="../media/image30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39.png"/><Relationship Id="rId7" Type="http://schemas.openxmlformats.org/officeDocument/2006/relationships/image" Target="../media/image2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61.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3.png"/><Relationship Id="rId6" Type="http://schemas.openxmlformats.org/officeDocument/2006/relationships/image" Target="../media/image17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2.png"/><Relationship Id="rId9" Type="http://schemas.openxmlformats.org/officeDocument/2006/relationships/image" Target="../media/image165.png"/><Relationship Id="rId5" Type="http://schemas.openxmlformats.org/officeDocument/2006/relationships/image" Target="../media/image156.png"/><Relationship Id="rId6" Type="http://schemas.openxmlformats.org/officeDocument/2006/relationships/image" Target="../media/image158.png"/><Relationship Id="rId7" Type="http://schemas.openxmlformats.org/officeDocument/2006/relationships/image" Target="../media/image154.png"/><Relationship Id="rId8" Type="http://schemas.openxmlformats.org/officeDocument/2006/relationships/image" Target="../media/image15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7.png"/><Relationship Id="rId5" Type="http://schemas.openxmlformats.org/officeDocument/2006/relationships/hyperlink" Target="mailto:membership@lfenergy.org" TargetMode="External"/><Relationship Id="rId6" Type="http://schemas.openxmlformats.org/officeDocument/2006/relationships/image" Target="../media/image170.png"/><Relationship Id="rId7" Type="http://schemas.openxmlformats.org/officeDocument/2006/relationships/image" Target="../media/image157.png"/><Relationship Id="rId8" Type="http://schemas.openxmlformats.org/officeDocument/2006/relationships/image" Target="../media/image16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9.png"/><Relationship Id="rId4" Type="http://schemas.openxmlformats.org/officeDocument/2006/relationships/image" Target="../media/image290.png"/><Relationship Id="rId9" Type="http://schemas.openxmlformats.org/officeDocument/2006/relationships/image" Target="../media/image197.png"/><Relationship Id="rId5" Type="http://schemas.openxmlformats.org/officeDocument/2006/relationships/image" Target="../media/image115.png"/><Relationship Id="rId6" Type="http://schemas.openxmlformats.org/officeDocument/2006/relationships/image" Target="../media/image128.png"/><Relationship Id="rId7" Type="http://schemas.openxmlformats.org/officeDocument/2006/relationships/image" Target="../media/image111.png"/><Relationship Id="rId8" Type="http://schemas.openxmlformats.org/officeDocument/2006/relationships/image" Target="../media/image176.png"/><Relationship Id="rId11" Type="http://schemas.openxmlformats.org/officeDocument/2006/relationships/image" Target="../media/image174.png"/><Relationship Id="rId10" Type="http://schemas.openxmlformats.org/officeDocument/2006/relationships/image" Target="../media/image185.png"/><Relationship Id="rId13" Type="http://schemas.openxmlformats.org/officeDocument/2006/relationships/image" Target="../media/image177.png"/><Relationship Id="rId12" Type="http://schemas.openxmlformats.org/officeDocument/2006/relationships/image" Target="../media/image171.png"/><Relationship Id="rId14" Type="http://schemas.openxmlformats.org/officeDocument/2006/relationships/image" Target="../media/image1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1.png"/><Relationship Id="rId4" Type="http://schemas.openxmlformats.org/officeDocument/2006/relationships/image" Target="../media/image175.png"/><Relationship Id="rId5" Type="http://schemas.openxmlformats.org/officeDocument/2006/relationships/image" Target="../media/image186.png"/><Relationship Id="rId6" Type="http://schemas.openxmlformats.org/officeDocument/2006/relationships/image" Target="../media/image199.png"/><Relationship Id="rId7" Type="http://schemas.openxmlformats.org/officeDocument/2006/relationships/image" Target="../media/image1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79.png"/><Relationship Id="rId4" Type="http://schemas.openxmlformats.org/officeDocument/2006/relationships/image" Target="../media/image182.png"/><Relationship Id="rId5" Type="http://schemas.openxmlformats.org/officeDocument/2006/relationships/image" Target="../media/image189.png"/><Relationship Id="rId6" Type="http://schemas.openxmlformats.org/officeDocument/2006/relationships/image" Target="../media/image215.png"/><Relationship Id="rId7" Type="http://schemas.openxmlformats.org/officeDocument/2006/relationships/image" Target="../media/image192.png"/><Relationship Id="rId8" Type="http://schemas.openxmlformats.org/officeDocument/2006/relationships/image" Target="../media/image18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3.png"/><Relationship Id="rId4" Type="http://schemas.openxmlformats.org/officeDocument/2006/relationships/image" Target="../media/image187.png"/><Relationship Id="rId5" Type="http://schemas.openxmlformats.org/officeDocument/2006/relationships/image" Target="../media/image188.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0.png"/><Relationship Id="rId4" Type="http://schemas.openxmlformats.org/officeDocument/2006/relationships/image" Target="../media/image193.png"/><Relationship Id="rId5" Type="http://schemas.openxmlformats.org/officeDocument/2006/relationships/image" Target="../media/image19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02.png"/><Relationship Id="rId4" Type="http://schemas.openxmlformats.org/officeDocument/2006/relationships/image" Target="../media/image195.png"/><Relationship Id="rId5" Type="http://schemas.openxmlformats.org/officeDocument/2006/relationships/image" Target="../media/image201.png"/><Relationship Id="rId6" Type="http://schemas.openxmlformats.org/officeDocument/2006/relationships/image" Target="../media/image208.png"/><Relationship Id="rId7" Type="http://schemas.openxmlformats.org/officeDocument/2006/relationships/image" Target="../media/image2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5.png"/><Relationship Id="rId4" Type="http://schemas.openxmlformats.org/officeDocument/2006/relationships/image" Target="../media/image252.png"/><Relationship Id="rId9" Type="http://schemas.openxmlformats.org/officeDocument/2006/relationships/image" Target="../media/image242.png"/><Relationship Id="rId5" Type="http://schemas.openxmlformats.org/officeDocument/2006/relationships/image" Target="../media/image207.png"/><Relationship Id="rId6" Type="http://schemas.openxmlformats.org/officeDocument/2006/relationships/image" Target="../media/image206.png"/><Relationship Id="rId7" Type="http://schemas.openxmlformats.org/officeDocument/2006/relationships/image" Target="../media/image203.png"/><Relationship Id="rId8" Type="http://schemas.openxmlformats.org/officeDocument/2006/relationships/image" Target="../media/image204.png"/><Relationship Id="rId10" Type="http://schemas.openxmlformats.org/officeDocument/2006/relationships/image" Target="../media/image2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09.png"/><Relationship Id="rId4" Type="http://schemas.openxmlformats.org/officeDocument/2006/relationships/image" Target="../media/image251.png"/><Relationship Id="rId5" Type="http://schemas.openxmlformats.org/officeDocument/2006/relationships/image" Target="../media/image210.png"/><Relationship Id="rId6" Type="http://schemas.openxmlformats.org/officeDocument/2006/relationships/image" Target="../media/image177.png"/><Relationship Id="rId7" Type="http://schemas.openxmlformats.org/officeDocument/2006/relationships/image" Target="../media/image225.png"/><Relationship Id="rId8" Type="http://schemas.openxmlformats.org/officeDocument/2006/relationships/image" Target="../media/image1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4.png"/><Relationship Id="rId4" Type="http://schemas.openxmlformats.org/officeDocument/2006/relationships/image" Target="../media/image218.png"/><Relationship Id="rId5" Type="http://schemas.openxmlformats.org/officeDocument/2006/relationships/image" Target="../media/image118.png"/><Relationship Id="rId6" Type="http://schemas.openxmlformats.org/officeDocument/2006/relationships/image" Target="../media/image131.png"/><Relationship Id="rId7" Type="http://schemas.openxmlformats.org/officeDocument/2006/relationships/image" Target="../media/image217.png"/><Relationship Id="rId8" Type="http://schemas.openxmlformats.org/officeDocument/2006/relationships/image" Target="../media/image2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3.png"/><Relationship Id="rId4" Type="http://schemas.openxmlformats.org/officeDocument/2006/relationships/image" Target="../media/image220.png"/><Relationship Id="rId5" Type="http://schemas.openxmlformats.org/officeDocument/2006/relationships/image" Target="../media/image233.png"/><Relationship Id="rId6" Type="http://schemas.openxmlformats.org/officeDocument/2006/relationships/image" Target="../media/image247.png"/><Relationship Id="rId7" Type="http://schemas.openxmlformats.org/officeDocument/2006/relationships/image" Target="../media/image226.png"/><Relationship Id="rId8" Type="http://schemas.openxmlformats.org/officeDocument/2006/relationships/image" Target="../media/image2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0.png"/><Relationship Id="rId4" Type="http://schemas.openxmlformats.org/officeDocument/2006/relationships/image" Target="../media/image240.png"/><Relationship Id="rId5" Type="http://schemas.openxmlformats.org/officeDocument/2006/relationships/image" Target="../media/image18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75.png"/><Relationship Id="rId4" Type="http://schemas.openxmlformats.org/officeDocument/2006/relationships/image" Target="../media/image189.png"/><Relationship Id="rId5" Type="http://schemas.openxmlformats.org/officeDocument/2006/relationships/image" Target="../media/image227.png"/><Relationship Id="rId6" Type="http://schemas.openxmlformats.org/officeDocument/2006/relationships/image" Target="../media/image182.png"/><Relationship Id="rId7" Type="http://schemas.openxmlformats.org/officeDocument/2006/relationships/image" Target="../media/image2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2.png"/><Relationship Id="rId4" Type="http://schemas.openxmlformats.org/officeDocument/2006/relationships/image" Target="../media/image236.png"/><Relationship Id="rId5" Type="http://schemas.openxmlformats.org/officeDocument/2006/relationships/image" Target="../media/image293.png"/><Relationship Id="rId6" Type="http://schemas.openxmlformats.org/officeDocument/2006/relationships/image" Target="../media/image235.png"/><Relationship Id="rId7" Type="http://schemas.openxmlformats.org/officeDocument/2006/relationships/image" Target="../media/image23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48.png"/><Relationship Id="rId4" Type="http://schemas.openxmlformats.org/officeDocument/2006/relationships/image" Target="../media/image257.png"/><Relationship Id="rId5" Type="http://schemas.openxmlformats.org/officeDocument/2006/relationships/image" Target="../media/image2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6.png"/><Relationship Id="rId4" Type="http://schemas.openxmlformats.org/officeDocument/2006/relationships/image" Target="../media/image262.png"/><Relationship Id="rId5" Type="http://schemas.openxmlformats.org/officeDocument/2006/relationships/image" Target="../media/image241.png"/><Relationship Id="rId6" Type="http://schemas.openxmlformats.org/officeDocument/2006/relationships/image" Target="../media/image182.png"/><Relationship Id="rId7" Type="http://schemas.openxmlformats.org/officeDocument/2006/relationships/image" Target="../media/image25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3.png"/><Relationship Id="rId4" Type="http://schemas.openxmlformats.org/officeDocument/2006/relationships/image" Target="../media/image261.png"/><Relationship Id="rId5" Type="http://schemas.openxmlformats.org/officeDocument/2006/relationships/image" Target="../media/image2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5.png"/><Relationship Id="rId4" Type="http://schemas.openxmlformats.org/officeDocument/2006/relationships/image" Target="../media/image249.png"/><Relationship Id="rId9" Type="http://schemas.openxmlformats.org/officeDocument/2006/relationships/image" Target="../media/image250.png"/><Relationship Id="rId5" Type="http://schemas.openxmlformats.org/officeDocument/2006/relationships/image" Target="../media/image266.png"/><Relationship Id="rId6" Type="http://schemas.openxmlformats.org/officeDocument/2006/relationships/image" Target="../media/image265.png"/><Relationship Id="rId7" Type="http://schemas.openxmlformats.org/officeDocument/2006/relationships/image" Target="../media/image254.png"/><Relationship Id="rId8" Type="http://schemas.openxmlformats.org/officeDocument/2006/relationships/image" Target="../media/image258.png"/><Relationship Id="rId11" Type="http://schemas.openxmlformats.org/officeDocument/2006/relationships/image" Target="../media/image273.png"/><Relationship Id="rId10" Type="http://schemas.openxmlformats.org/officeDocument/2006/relationships/image" Target="../media/image27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3.png"/><Relationship Id="rId4" Type="http://schemas.openxmlformats.org/officeDocument/2006/relationships/image" Target="../media/image278.png"/><Relationship Id="rId5" Type="http://schemas.openxmlformats.org/officeDocument/2006/relationships/image" Target="../media/image2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55.png"/><Relationship Id="rId4" Type="http://schemas.openxmlformats.org/officeDocument/2006/relationships/image" Target="../media/image259.png"/><Relationship Id="rId5" Type="http://schemas.openxmlformats.org/officeDocument/2006/relationships/image" Target="../media/image263.png"/><Relationship Id="rId6" Type="http://schemas.openxmlformats.org/officeDocument/2006/relationships/image" Target="../media/image26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9.png"/><Relationship Id="rId4" Type="http://schemas.openxmlformats.org/officeDocument/2006/relationships/image" Target="../media/image264.png"/><Relationship Id="rId5" Type="http://schemas.openxmlformats.org/officeDocument/2006/relationships/image" Target="../media/image26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68.png"/><Relationship Id="rId4" Type="http://schemas.openxmlformats.org/officeDocument/2006/relationships/image" Target="../media/image277.png"/><Relationship Id="rId9" Type="http://schemas.openxmlformats.org/officeDocument/2006/relationships/image" Target="../media/image307.png"/><Relationship Id="rId5" Type="http://schemas.openxmlformats.org/officeDocument/2006/relationships/image" Target="../media/image189.png"/><Relationship Id="rId6" Type="http://schemas.openxmlformats.org/officeDocument/2006/relationships/image" Target="../media/image289.png"/><Relationship Id="rId7" Type="http://schemas.openxmlformats.org/officeDocument/2006/relationships/image" Target="../media/image272.png"/><Relationship Id="rId8" Type="http://schemas.openxmlformats.org/officeDocument/2006/relationships/image" Target="../media/image274.png"/><Relationship Id="rId11" Type="http://schemas.openxmlformats.org/officeDocument/2006/relationships/image" Target="../media/image276.png"/><Relationship Id="rId10" Type="http://schemas.openxmlformats.org/officeDocument/2006/relationships/image" Target="../media/image31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84.png"/><Relationship Id="rId4" Type="http://schemas.openxmlformats.org/officeDocument/2006/relationships/image" Target="../media/image283.png"/><Relationship Id="rId5" Type="http://schemas.openxmlformats.org/officeDocument/2006/relationships/image" Target="../media/image18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9.png"/><Relationship Id="rId4" Type="http://schemas.openxmlformats.org/officeDocument/2006/relationships/image" Target="../media/image280.png"/><Relationship Id="rId9" Type="http://schemas.openxmlformats.org/officeDocument/2006/relationships/image" Target="../media/image287.png"/><Relationship Id="rId5" Type="http://schemas.openxmlformats.org/officeDocument/2006/relationships/image" Target="../media/image199.png"/><Relationship Id="rId6" Type="http://schemas.openxmlformats.org/officeDocument/2006/relationships/image" Target="../media/image282.png"/><Relationship Id="rId7" Type="http://schemas.openxmlformats.org/officeDocument/2006/relationships/image" Target="../media/image186.png"/><Relationship Id="rId8" Type="http://schemas.openxmlformats.org/officeDocument/2006/relationships/image" Target="../media/image29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1.png"/><Relationship Id="rId4" Type="http://schemas.openxmlformats.org/officeDocument/2006/relationships/image" Target="../media/image312.png"/><Relationship Id="rId9" Type="http://schemas.openxmlformats.org/officeDocument/2006/relationships/image" Target="../media/image285.png"/><Relationship Id="rId5" Type="http://schemas.openxmlformats.org/officeDocument/2006/relationships/image" Target="../media/image182.png"/><Relationship Id="rId6" Type="http://schemas.openxmlformats.org/officeDocument/2006/relationships/image" Target="../media/image286.png"/><Relationship Id="rId7" Type="http://schemas.openxmlformats.org/officeDocument/2006/relationships/image" Target="../media/image288.png"/><Relationship Id="rId8" Type="http://schemas.openxmlformats.org/officeDocument/2006/relationships/image" Target="../media/image304.png"/><Relationship Id="rId11" Type="http://schemas.openxmlformats.org/officeDocument/2006/relationships/image" Target="../media/image295.png"/><Relationship Id="rId10" Type="http://schemas.openxmlformats.org/officeDocument/2006/relationships/image" Target="../media/image30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1.png"/><Relationship Id="rId4" Type="http://schemas.openxmlformats.org/officeDocument/2006/relationships/image" Target="../media/image294.png"/><Relationship Id="rId9" Type="http://schemas.openxmlformats.org/officeDocument/2006/relationships/image" Target="../media/image299.png"/><Relationship Id="rId5" Type="http://schemas.openxmlformats.org/officeDocument/2006/relationships/image" Target="../media/image208.png"/><Relationship Id="rId6" Type="http://schemas.openxmlformats.org/officeDocument/2006/relationships/image" Target="../media/image292.png"/><Relationship Id="rId7" Type="http://schemas.openxmlformats.org/officeDocument/2006/relationships/image" Target="../media/image302.png"/><Relationship Id="rId8" Type="http://schemas.openxmlformats.org/officeDocument/2006/relationships/image" Target="../media/image30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3.png"/><Relationship Id="rId4" Type="http://schemas.openxmlformats.org/officeDocument/2006/relationships/image" Target="../media/image208.png"/><Relationship Id="rId5" Type="http://schemas.openxmlformats.org/officeDocument/2006/relationships/image" Target="../media/image292.png"/><Relationship Id="rId6" Type="http://schemas.openxmlformats.org/officeDocument/2006/relationships/image" Target="../media/image30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9.png"/><Relationship Id="rId4" Type="http://schemas.openxmlformats.org/officeDocument/2006/relationships/image" Target="../media/image24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7.png"/><Relationship Id="rId4" Type="http://schemas.openxmlformats.org/officeDocument/2006/relationships/image" Target="../media/image314.png"/><Relationship Id="rId5" Type="http://schemas.openxmlformats.org/officeDocument/2006/relationships/image" Target="../media/image18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298.png"/><Relationship Id="rId4" Type="http://schemas.openxmlformats.org/officeDocument/2006/relationships/image" Target="../media/image313.png"/><Relationship Id="rId5" Type="http://schemas.openxmlformats.org/officeDocument/2006/relationships/image" Target="../media/image171.png"/><Relationship Id="rId6" Type="http://schemas.openxmlformats.org/officeDocument/2006/relationships/image" Target="../media/image310.png"/><Relationship Id="rId7" Type="http://schemas.openxmlformats.org/officeDocument/2006/relationships/image" Target="../media/image30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