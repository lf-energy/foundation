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7.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8.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 Id="rId3" Type="http://schemas.openxmlformats.org/officeDocument/2006/relationships/image" Target="../media/image3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4.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6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0.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7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7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68.png"/><Relationship Id="rId4" Type="http://schemas.openxmlformats.org/officeDocument/2006/relationships/image" Target="../media/image74.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74.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74.png"/><Relationship Id="rId4" Type="http://schemas.openxmlformats.org/officeDocument/2006/relationships/image" Target="../media/image6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74.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68.png"/><Relationship Id="rId4" Type="http://schemas.openxmlformats.org/officeDocument/2006/relationships/image" Target="../media/image7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74.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1.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37.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28.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5.png"/><Relationship Id="rId3" Type="http://schemas.openxmlformats.org/officeDocument/2006/relationships/image" Target="../media/image37.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4.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6.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7.png"/><Relationship Id="rId4" Type="http://schemas.openxmlformats.org/officeDocument/2006/relationships/image" Target="../media/image1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3.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4.png"/><Relationship Id="rId3" Type="http://schemas.openxmlformats.org/officeDocument/2006/relationships/image" Target="../media/image109.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 Id="rId3" Type="http://schemas.openxmlformats.org/officeDocument/2006/relationships/image" Target="../media/image37.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101.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5.png"/><Relationship Id="rId3" Type="http://schemas.openxmlformats.org/officeDocument/2006/relationships/image" Target="../media/image37.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2.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5.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3.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5.png"/><Relationship Id="rId4" Type="http://schemas.openxmlformats.org/officeDocument/2006/relationships/image" Target="../media/image132.png"/><Relationship Id="rId9" Type="http://schemas.openxmlformats.org/officeDocument/2006/relationships/image" Target="../media/image125.png"/><Relationship Id="rId5" Type="http://schemas.openxmlformats.org/officeDocument/2006/relationships/image" Target="../media/image113.png"/><Relationship Id="rId6" Type="http://schemas.openxmlformats.org/officeDocument/2006/relationships/image" Target="../media/image116.png"/><Relationship Id="rId7" Type="http://schemas.openxmlformats.org/officeDocument/2006/relationships/image" Target="../media/image123.png"/><Relationship Id="rId8" Type="http://schemas.openxmlformats.org/officeDocument/2006/relationships/image" Target="../media/image133.png"/><Relationship Id="rId11" Type="http://schemas.openxmlformats.org/officeDocument/2006/relationships/image" Target="../media/image128.png"/><Relationship Id="rId10" Type="http://schemas.openxmlformats.org/officeDocument/2006/relationships/image" Target="../media/image117.png"/><Relationship Id="rId13" Type="http://schemas.openxmlformats.org/officeDocument/2006/relationships/image" Target="../media/image126.png"/><Relationship Id="rId12" Type="http://schemas.openxmlformats.org/officeDocument/2006/relationships/image" Target="../media/image142.png"/><Relationship Id="rId15" Type="http://schemas.openxmlformats.org/officeDocument/2006/relationships/image" Target="../media/image139.png"/><Relationship Id="rId14" Type="http://schemas.openxmlformats.org/officeDocument/2006/relationships/image" Target="../media/image121.png"/><Relationship Id="rId17" Type="http://schemas.openxmlformats.org/officeDocument/2006/relationships/image" Target="../media/image140.png"/><Relationship Id="rId16" Type="http://schemas.openxmlformats.org/officeDocument/2006/relationships/image" Target="../media/image161.png"/><Relationship Id="rId19" Type="http://schemas.openxmlformats.org/officeDocument/2006/relationships/image" Target="../media/image137.png"/><Relationship Id="rId18" Type="http://schemas.openxmlformats.org/officeDocument/2006/relationships/image" Target="../media/image12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2.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4.png"/><Relationship Id="rId7"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7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19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55.png"/><Relationship Id="rId5" Type="http://schemas.openxmlformats.org/officeDocument/2006/relationships/image" Target="../media/image145.png"/><Relationship Id="rId6" Type="http://schemas.openxmlformats.org/officeDocument/2006/relationships/image" Target="../media/image15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0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53.png"/><Relationship Id="rId6" Type="http://schemas.openxmlformats.org/officeDocument/2006/relationships/image" Target="../media/image141.png"/><Relationship Id="rId7" Type="http://schemas.openxmlformats.org/officeDocument/2006/relationships/image" Target="../media/image14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19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75.jpg"/><Relationship Id="rId8" Type="http://schemas.openxmlformats.org/officeDocument/2006/relationships/image" Target="../media/image146.jpg"/><Relationship Id="rId11" Type="http://schemas.openxmlformats.org/officeDocument/2006/relationships/hyperlink" Target="http://support.lfenergy.org" TargetMode="External"/><Relationship Id="rId10" Type="http://schemas.openxmlformats.org/officeDocument/2006/relationships/image" Target="../media/image21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87.png"/><Relationship Id="rId7" Type="http://schemas.openxmlformats.org/officeDocument/2006/relationships/image" Target="../media/image18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18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72.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1.png"/><Relationship Id="rId6" Type="http://schemas.openxmlformats.org/officeDocument/2006/relationships/image" Target="../media/image18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54.png"/><Relationship Id="rId9" Type="http://schemas.openxmlformats.org/officeDocument/2006/relationships/image" Target="../media/image166.png"/><Relationship Id="rId5" Type="http://schemas.openxmlformats.org/officeDocument/2006/relationships/image" Target="../media/image158.png"/><Relationship Id="rId6" Type="http://schemas.openxmlformats.org/officeDocument/2006/relationships/image" Target="../media/image160.png"/><Relationship Id="rId7" Type="http://schemas.openxmlformats.org/officeDocument/2006/relationships/image" Target="../media/image164.png"/><Relationship Id="rId8" Type="http://schemas.openxmlformats.org/officeDocument/2006/relationships/image" Target="../media/image16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67.png"/><Relationship Id="rId5" Type="http://schemas.openxmlformats.org/officeDocument/2006/relationships/hyperlink" Target="mailto:membership@lfenergy.org" TargetMode="External"/><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19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71.png"/><Relationship Id="rId4" Type="http://schemas.openxmlformats.org/officeDocument/2006/relationships/image" Target="../media/image221.png"/><Relationship Id="rId9" Type="http://schemas.openxmlformats.org/officeDocument/2006/relationships/image" Target="../media/image169.png"/><Relationship Id="rId5" Type="http://schemas.openxmlformats.org/officeDocument/2006/relationships/image" Target="../media/image116.png"/><Relationship Id="rId6" Type="http://schemas.openxmlformats.org/officeDocument/2006/relationships/image" Target="../media/image123.png"/><Relationship Id="rId7" Type="http://schemas.openxmlformats.org/officeDocument/2006/relationships/image" Target="../media/image132.png"/><Relationship Id="rId8" Type="http://schemas.openxmlformats.org/officeDocument/2006/relationships/image" Target="../media/image174.png"/><Relationship Id="rId11" Type="http://schemas.openxmlformats.org/officeDocument/2006/relationships/image" Target="../media/image179.png"/><Relationship Id="rId10" Type="http://schemas.openxmlformats.org/officeDocument/2006/relationships/image" Target="../media/image180.png"/><Relationship Id="rId13" Type="http://schemas.openxmlformats.org/officeDocument/2006/relationships/image" Target="../media/image176.png"/><Relationship Id="rId12" Type="http://schemas.openxmlformats.org/officeDocument/2006/relationships/image" Target="../media/image177.png"/><Relationship Id="rId14" Type="http://schemas.openxmlformats.org/officeDocument/2006/relationships/image" Target="../media/image17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88.png"/><Relationship Id="rId4" Type="http://schemas.openxmlformats.org/officeDocument/2006/relationships/image" Target="../media/image181.png"/><Relationship Id="rId5" Type="http://schemas.openxmlformats.org/officeDocument/2006/relationships/image" Target="../media/image183.png"/><Relationship Id="rId6" Type="http://schemas.openxmlformats.org/officeDocument/2006/relationships/image" Target="../media/image182.png"/><Relationship Id="rId7" Type="http://schemas.openxmlformats.org/officeDocument/2006/relationships/image" Target="../media/image17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200.png"/><Relationship Id="rId4" Type="http://schemas.openxmlformats.org/officeDocument/2006/relationships/image" Target="../media/image191.png"/><Relationship Id="rId5" Type="http://schemas.openxmlformats.org/officeDocument/2006/relationships/image" Target="../media/image199.png"/><Relationship Id="rId6" Type="http://schemas.openxmlformats.org/officeDocument/2006/relationships/image" Target="../media/image209.png"/><Relationship Id="rId7" Type="http://schemas.openxmlformats.org/officeDocument/2006/relationships/image" Target="../media/image186.png"/><Relationship Id="rId8" Type="http://schemas.openxmlformats.org/officeDocument/2006/relationships/image" Target="../media/image21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92.png"/><Relationship Id="rId4" Type="http://schemas.openxmlformats.org/officeDocument/2006/relationships/image" Target="../media/image194.png"/><Relationship Id="rId5" Type="http://schemas.openxmlformats.org/officeDocument/2006/relationships/image" Target="../media/image206.png"/><Relationship Id="rId6" Type="http://schemas.openxmlformats.org/officeDocument/2006/relationships/image" Target="../media/image201.png"/><Relationship Id="rId7" Type="http://schemas.openxmlformats.org/officeDocument/2006/relationships/image" Target="../media/image197.png"/><Relationship Id="rId8" Type="http://schemas.openxmlformats.org/officeDocument/2006/relationships/image" Target="../media/image2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10.png"/><Relationship Id="rId4" Type="http://schemas.openxmlformats.org/officeDocument/2006/relationships/image" Target="../media/image198.png"/><Relationship Id="rId5" Type="http://schemas.openxmlformats.org/officeDocument/2006/relationships/image" Target="../media/image21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3.png"/><Relationship Id="rId4" Type="http://schemas.openxmlformats.org/officeDocument/2006/relationships/image" Target="../media/image213.png"/><Relationship Id="rId5" Type="http://schemas.openxmlformats.org/officeDocument/2006/relationships/image" Target="../media/image212.png"/><Relationship Id="rId6" Type="http://schemas.openxmlformats.org/officeDocument/2006/relationships/image" Target="../media/image205.png"/><Relationship Id="rId7" Type="http://schemas.openxmlformats.org/officeDocument/2006/relationships/image" Target="../media/image20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2.png"/><Relationship Id="rId4" Type="http://schemas.openxmlformats.org/officeDocument/2006/relationships/image" Target="../media/image204.png"/><Relationship Id="rId9" Type="http://schemas.openxmlformats.org/officeDocument/2006/relationships/image" Target="../media/image218.png"/><Relationship Id="rId5" Type="http://schemas.openxmlformats.org/officeDocument/2006/relationships/image" Target="../media/image207.png"/><Relationship Id="rId6" Type="http://schemas.openxmlformats.org/officeDocument/2006/relationships/image" Target="../media/image211.png"/><Relationship Id="rId7" Type="http://schemas.openxmlformats.org/officeDocument/2006/relationships/image" Target="../media/image224.png"/><Relationship Id="rId8" Type="http://schemas.openxmlformats.org/officeDocument/2006/relationships/image" Target="../media/image229.png"/><Relationship Id="rId10" Type="http://schemas.openxmlformats.org/officeDocument/2006/relationships/image" Target="../media/image21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36.png"/><Relationship Id="rId4" Type="http://schemas.openxmlformats.org/officeDocument/2006/relationships/image" Target="../media/image255.png"/><Relationship Id="rId5" Type="http://schemas.openxmlformats.org/officeDocument/2006/relationships/image" Target="../media/image225.png"/><Relationship Id="rId6" Type="http://schemas.openxmlformats.org/officeDocument/2006/relationships/image" Target="../media/image176.png"/><Relationship Id="rId7" Type="http://schemas.openxmlformats.org/officeDocument/2006/relationships/image" Target="../media/image237.png"/><Relationship Id="rId8" Type="http://schemas.openxmlformats.org/officeDocument/2006/relationships/image" Target="../media/image17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28.png"/><Relationship Id="rId4" Type="http://schemas.openxmlformats.org/officeDocument/2006/relationships/image" Target="../media/image227.png"/><Relationship Id="rId5" Type="http://schemas.openxmlformats.org/officeDocument/2006/relationships/image" Target="../media/image117.png"/><Relationship Id="rId6" Type="http://schemas.openxmlformats.org/officeDocument/2006/relationships/image" Target="../media/image128.png"/><Relationship Id="rId7" Type="http://schemas.openxmlformats.org/officeDocument/2006/relationships/image" Target="../media/image226.png"/><Relationship Id="rId8" Type="http://schemas.openxmlformats.org/officeDocument/2006/relationships/image" Target="../media/image2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2.png"/><Relationship Id="rId4" Type="http://schemas.openxmlformats.org/officeDocument/2006/relationships/image" Target="../media/image243.png"/><Relationship Id="rId5" Type="http://schemas.openxmlformats.org/officeDocument/2006/relationships/image" Target="../media/image234.png"/><Relationship Id="rId6" Type="http://schemas.openxmlformats.org/officeDocument/2006/relationships/image" Target="../media/image239.png"/><Relationship Id="rId7" Type="http://schemas.openxmlformats.org/officeDocument/2006/relationships/image" Target="../media/image223.png"/><Relationship Id="rId8" Type="http://schemas.openxmlformats.org/officeDocument/2006/relationships/image" Target="../media/image27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44.png"/><Relationship Id="rId4" Type="http://schemas.openxmlformats.org/officeDocument/2006/relationships/image" Target="../media/image241.png"/><Relationship Id="rId5" Type="http://schemas.openxmlformats.org/officeDocument/2006/relationships/image" Target="../media/image19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38.png"/><Relationship Id="rId4" Type="http://schemas.openxmlformats.org/officeDocument/2006/relationships/image" Target="../media/image199.png"/><Relationship Id="rId5" Type="http://schemas.openxmlformats.org/officeDocument/2006/relationships/image" Target="../media/image257.png"/><Relationship Id="rId6" Type="http://schemas.openxmlformats.org/officeDocument/2006/relationships/image" Target="../media/image191.png"/><Relationship Id="rId7" Type="http://schemas.openxmlformats.org/officeDocument/2006/relationships/image" Target="../media/image2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1.png"/><Relationship Id="rId4" Type="http://schemas.openxmlformats.org/officeDocument/2006/relationships/image" Target="../media/image233.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42.png"/><Relationship Id="rId4" Type="http://schemas.openxmlformats.org/officeDocument/2006/relationships/image" Target="../media/image250.png"/><Relationship Id="rId5" Type="http://schemas.openxmlformats.org/officeDocument/2006/relationships/image" Target="../media/image2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52.png"/><Relationship Id="rId4" Type="http://schemas.openxmlformats.org/officeDocument/2006/relationships/image" Target="../media/image247.png"/><Relationship Id="rId5" Type="http://schemas.openxmlformats.org/officeDocument/2006/relationships/image" Target="../media/image281.png"/><Relationship Id="rId6" Type="http://schemas.openxmlformats.org/officeDocument/2006/relationships/image" Target="../media/image191.png"/><Relationship Id="rId7" Type="http://schemas.openxmlformats.org/officeDocument/2006/relationships/image" Target="../media/image273.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48.png"/><Relationship Id="rId4" Type="http://schemas.openxmlformats.org/officeDocument/2006/relationships/image" Target="../media/image266.png"/><Relationship Id="rId5" Type="http://schemas.openxmlformats.org/officeDocument/2006/relationships/image" Target="../media/image24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63.png"/><Relationship Id="rId4" Type="http://schemas.openxmlformats.org/officeDocument/2006/relationships/image" Target="../media/image258.png"/><Relationship Id="rId9" Type="http://schemas.openxmlformats.org/officeDocument/2006/relationships/image" Target="../media/image256.png"/><Relationship Id="rId5" Type="http://schemas.openxmlformats.org/officeDocument/2006/relationships/image" Target="../media/image311.png"/><Relationship Id="rId6" Type="http://schemas.openxmlformats.org/officeDocument/2006/relationships/image" Target="../media/image265.png"/><Relationship Id="rId7" Type="http://schemas.openxmlformats.org/officeDocument/2006/relationships/image" Target="../media/image251.png"/><Relationship Id="rId8" Type="http://schemas.openxmlformats.org/officeDocument/2006/relationships/image" Target="../media/image253.png"/><Relationship Id="rId11" Type="http://schemas.openxmlformats.org/officeDocument/2006/relationships/image" Target="../media/image269.png"/><Relationship Id="rId10" Type="http://schemas.openxmlformats.org/officeDocument/2006/relationships/image" Target="../media/image25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72.png"/><Relationship Id="rId4" Type="http://schemas.openxmlformats.org/officeDocument/2006/relationships/image" Target="../media/image280.png"/><Relationship Id="rId5" Type="http://schemas.openxmlformats.org/officeDocument/2006/relationships/image" Target="../media/image26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4.png"/><Relationship Id="rId4" Type="http://schemas.openxmlformats.org/officeDocument/2006/relationships/image" Target="../media/image262.png"/><Relationship Id="rId5" Type="http://schemas.openxmlformats.org/officeDocument/2006/relationships/image" Target="../media/image261.png"/><Relationship Id="rId6" Type="http://schemas.openxmlformats.org/officeDocument/2006/relationships/image" Target="../media/image26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86.png"/><Relationship Id="rId4" Type="http://schemas.openxmlformats.org/officeDocument/2006/relationships/image" Target="../media/image277.png"/><Relationship Id="rId5" Type="http://schemas.openxmlformats.org/officeDocument/2006/relationships/image" Target="../media/image2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82.png"/><Relationship Id="rId4" Type="http://schemas.openxmlformats.org/officeDocument/2006/relationships/image" Target="../media/image267.png"/><Relationship Id="rId9" Type="http://schemas.openxmlformats.org/officeDocument/2006/relationships/image" Target="../media/image290.png"/><Relationship Id="rId5" Type="http://schemas.openxmlformats.org/officeDocument/2006/relationships/image" Target="../media/image199.png"/><Relationship Id="rId6" Type="http://schemas.openxmlformats.org/officeDocument/2006/relationships/image" Target="../media/image292.png"/><Relationship Id="rId7" Type="http://schemas.openxmlformats.org/officeDocument/2006/relationships/image" Target="../media/image274.png"/><Relationship Id="rId8" Type="http://schemas.openxmlformats.org/officeDocument/2006/relationships/image" Target="../media/image271.png"/><Relationship Id="rId11" Type="http://schemas.openxmlformats.org/officeDocument/2006/relationships/image" Target="../media/image276.png"/><Relationship Id="rId10" Type="http://schemas.openxmlformats.org/officeDocument/2006/relationships/image" Target="../media/image2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5.png"/><Relationship Id="rId4" Type="http://schemas.openxmlformats.org/officeDocument/2006/relationships/image" Target="../media/image283.png"/><Relationship Id="rId5" Type="http://schemas.openxmlformats.org/officeDocument/2006/relationships/image" Target="../media/image19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9.png"/><Relationship Id="rId4" Type="http://schemas.openxmlformats.org/officeDocument/2006/relationships/image" Target="../media/image285.png"/><Relationship Id="rId9" Type="http://schemas.openxmlformats.org/officeDocument/2006/relationships/image" Target="../media/image287.png"/><Relationship Id="rId5" Type="http://schemas.openxmlformats.org/officeDocument/2006/relationships/image" Target="../media/image182.png"/><Relationship Id="rId6" Type="http://schemas.openxmlformats.org/officeDocument/2006/relationships/image" Target="../media/image284.png"/><Relationship Id="rId7" Type="http://schemas.openxmlformats.org/officeDocument/2006/relationships/image" Target="../media/image183.png"/><Relationship Id="rId8" Type="http://schemas.openxmlformats.org/officeDocument/2006/relationships/image" Target="../media/image29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8.png"/><Relationship Id="rId4" Type="http://schemas.openxmlformats.org/officeDocument/2006/relationships/image" Target="../media/image297.png"/><Relationship Id="rId9" Type="http://schemas.openxmlformats.org/officeDocument/2006/relationships/image" Target="../media/image309.png"/><Relationship Id="rId5" Type="http://schemas.openxmlformats.org/officeDocument/2006/relationships/image" Target="../media/image191.png"/><Relationship Id="rId6" Type="http://schemas.openxmlformats.org/officeDocument/2006/relationships/image" Target="../media/image298.png"/><Relationship Id="rId7" Type="http://schemas.openxmlformats.org/officeDocument/2006/relationships/image" Target="../media/image289.png"/><Relationship Id="rId8" Type="http://schemas.openxmlformats.org/officeDocument/2006/relationships/image" Target="../media/image304.png"/><Relationship Id="rId11" Type="http://schemas.openxmlformats.org/officeDocument/2006/relationships/image" Target="../media/image302.png"/><Relationship Id="rId10" Type="http://schemas.openxmlformats.org/officeDocument/2006/relationships/image" Target="../media/image29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1.png"/><Relationship Id="rId4" Type="http://schemas.openxmlformats.org/officeDocument/2006/relationships/image" Target="../media/image293.png"/><Relationship Id="rId9" Type="http://schemas.openxmlformats.org/officeDocument/2006/relationships/image" Target="../media/image303.png"/><Relationship Id="rId5" Type="http://schemas.openxmlformats.org/officeDocument/2006/relationships/image" Target="../media/image205.png"/><Relationship Id="rId6" Type="http://schemas.openxmlformats.org/officeDocument/2006/relationships/image" Target="../media/image295.png"/><Relationship Id="rId7" Type="http://schemas.openxmlformats.org/officeDocument/2006/relationships/image" Target="../media/image301.png"/><Relationship Id="rId8" Type="http://schemas.openxmlformats.org/officeDocument/2006/relationships/image" Target="../media/image30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299.png"/><Relationship Id="rId4" Type="http://schemas.openxmlformats.org/officeDocument/2006/relationships/image" Target="../media/image205.png"/><Relationship Id="rId5" Type="http://schemas.openxmlformats.org/officeDocument/2006/relationships/image" Target="../media/image295.png"/><Relationship Id="rId6" Type="http://schemas.openxmlformats.org/officeDocument/2006/relationships/image" Target="../media/image30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12.png"/><Relationship Id="rId4" Type="http://schemas.openxmlformats.org/officeDocument/2006/relationships/image" Target="../media/image24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5.png"/><Relationship Id="rId4" Type="http://schemas.openxmlformats.org/officeDocument/2006/relationships/image" Target="../media/image314.png"/><Relationship Id="rId5" Type="http://schemas.openxmlformats.org/officeDocument/2006/relationships/image" Target="../media/image18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7.png"/><Relationship Id="rId4" Type="http://schemas.openxmlformats.org/officeDocument/2006/relationships/image" Target="../media/image313.png"/><Relationship Id="rId5" Type="http://schemas.openxmlformats.org/officeDocument/2006/relationships/image" Target="../media/image177.png"/><Relationship Id="rId6" Type="http://schemas.openxmlformats.org/officeDocument/2006/relationships/image" Target="../media/image306.png"/><Relationship Id="rId7" Type="http://schemas.openxmlformats.org/officeDocument/2006/relationships/image" Target="../media/image31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