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3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8.png"/><Relationship Id="rId3" Type="http://schemas.openxmlformats.org/officeDocument/2006/relationships/image" Target="../media/image4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9.png"/><Relationship Id="rId3" Type="http://schemas.openxmlformats.org/officeDocument/2006/relationships/image" Target="../media/image6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5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5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9.png"/><Relationship Id="rId3" Type="http://schemas.openxmlformats.org/officeDocument/2006/relationships/image" Target="../media/image67.png"/><Relationship Id="rId4" Type="http://schemas.openxmlformats.org/officeDocument/2006/relationships/image" Target="../media/image5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58.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80.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5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image" Target="../media/image67.png"/><Relationship Id="rId4" Type="http://schemas.openxmlformats.org/officeDocument/2006/relationships/image" Target="../media/image6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58.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7.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8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1.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2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8.png"/><Relationship Id="rId3" Type="http://schemas.openxmlformats.org/officeDocument/2006/relationships/image" Target="../media/image4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5.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 Id="rId3" Type="http://schemas.openxmlformats.org/officeDocument/2006/relationships/image" Target="../media/image7.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4.png"/><Relationship Id="rId3" Type="http://schemas.openxmlformats.org/officeDocument/2006/relationships/image" Target="../media/image108.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41.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81.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8.png"/><Relationship Id="rId3" Type="http://schemas.openxmlformats.org/officeDocument/2006/relationships/image" Target="../media/image41.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5.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2.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1.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6.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4.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4.png"/><Relationship Id="rId4" Type="http://schemas.openxmlformats.org/officeDocument/2006/relationships/image" Target="../media/image113.png"/><Relationship Id="rId9" Type="http://schemas.openxmlformats.org/officeDocument/2006/relationships/image" Target="../media/image128.png"/><Relationship Id="rId5" Type="http://schemas.openxmlformats.org/officeDocument/2006/relationships/image" Target="../media/image116.png"/><Relationship Id="rId6" Type="http://schemas.openxmlformats.org/officeDocument/2006/relationships/image" Target="../media/image117.png"/><Relationship Id="rId7" Type="http://schemas.openxmlformats.org/officeDocument/2006/relationships/image" Target="../media/image125.png"/><Relationship Id="rId8" Type="http://schemas.openxmlformats.org/officeDocument/2006/relationships/image" Target="../media/image124.png"/><Relationship Id="rId11" Type="http://schemas.openxmlformats.org/officeDocument/2006/relationships/image" Target="../media/image119.png"/><Relationship Id="rId10" Type="http://schemas.openxmlformats.org/officeDocument/2006/relationships/image" Target="../media/image121.png"/><Relationship Id="rId13" Type="http://schemas.openxmlformats.org/officeDocument/2006/relationships/image" Target="../media/image132.png"/><Relationship Id="rId12" Type="http://schemas.openxmlformats.org/officeDocument/2006/relationships/image" Target="../media/image139.png"/><Relationship Id="rId15" Type="http://schemas.openxmlformats.org/officeDocument/2006/relationships/image" Target="../media/image126.png"/><Relationship Id="rId14" Type="http://schemas.openxmlformats.org/officeDocument/2006/relationships/image" Target="../media/image130.png"/><Relationship Id="rId17" Type="http://schemas.openxmlformats.org/officeDocument/2006/relationships/image" Target="../media/image123.png"/><Relationship Id="rId16" Type="http://schemas.openxmlformats.org/officeDocument/2006/relationships/image" Target="../media/image144.png"/><Relationship Id="rId19" Type="http://schemas.openxmlformats.org/officeDocument/2006/relationships/image" Target="../media/image143.png"/><Relationship Id="rId18" Type="http://schemas.openxmlformats.org/officeDocument/2006/relationships/image" Target="../media/image12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42.png"/><Relationship Id="rId4" Type="http://schemas.openxmlformats.org/officeDocument/2006/relationships/image" Target="../media/image146.png"/><Relationship Id="rId5" Type="http://schemas.openxmlformats.org/officeDocument/2006/relationships/image" Target="../media/image129.png"/><Relationship Id="rId6" Type="http://schemas.openxmlformats.org/officeDocument/2006/relationships/image" Target="../media/image141.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7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0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57.png"/><Relationship Id="rId5" Type="http://schemas.openxmlformats.org/officeDocument/2006/relationships/image" Target="../media/image136.png"/><Relationship Id="rId6" Type="http://schemas.openxmlformats.org/officeDocument/2006/relationships/image" Target="../media/image15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7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8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48.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75.jpg"/><Relationship Id="rId8" Type="http://schemas.openxmlformats.org/officeDocument/2006/relationships/image" Target="../media/image195.jpg"/><Relationship Id="rId11" Type="http://schemas.openxmlformats.org/officeDocument/2006/relationships/hyperlink" Target="http://support.lfenergy.org" TargetMode="External"/><Relationship Id="rId10" Type="http://schemas.openxmlformats.org/officeDocument/2006/relationships/image" Target="../media/image25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80.png"/><Relationship Id="rId7" Type="http://schemas.openxmlformats.org/officeDocument/2006/relationships/image" Target="../media/image2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9.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0.png"/><Relationship Id="rId6" Type="http://schemas.openxmlformats.org/officeDocument/2006/relationships/image" Target="../media/image16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6.png"/><Relationship Id="rId9" Type="http://schemas.openxmlformats.org/officeDocument/2006/relationships/image" Target="../media/image155.png"/><Relationship Id="rId5" Type="http://schemas.openxmlformats.org/officeDocument/2006/relationships/image" Target="../media/image149.png"/><Relationship Id="rId6" Type="http://schemas.openxmlformats.org/officeDocument/2006/relationships/image" Target="../media/image154.png"/><Relationship Id="rId7" Type="http://schemas.openxmlformats.org/officeDocument/2006/relationships/image" Target="../media/image165.png"/><Relationship Id="rId8" Type="http://schemas.openxmlformats.org/officeDocument/2006/relationships/image" Target="../media/image16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1.png"/><Relationship Id="rId5" Type="http://schemas.openxmlformats.org/officeDocument/2006/relationships/hyperlink" Target="mailto:membership@lfenergy.org" TargetMode="External"/><Relationship Id="rId6" Type="http://schemas.openxmlformats.org/officeDocument/2006/relationships/image" Target="../media/image179.png"/><Relationship Id="rId7" Type="http://schemas.openxmlformats.org/officeDocument/2006/relationships/image" Target="../media/image158.png"/><Relationship Id="rId8" Type="http://schemas.openxmlformats.org/officeDocument/2006/relationships/image" Target="../media/image17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0.png"/><Relationship Id="rId4" Type="http://schemas.openxmlformats.org/officeDocument/2006/relationships/image" Target="../media/image269.png"/><Relationship Id="rId9" Type="http://schemas.openxmlformats.org/officeDocument/2006/relationships/image" Target="../media/image168.png"/><Relationship Id="rId5" Type="http://schemas.openxmlformats.org/officeDocument/2006/relationships/image" Target="../media/image117.png"/><Relationship Id="rId6" Type="http://schemas.openxmlformats.org/officeDocument/2006/relationships/image" Target="../media/image125.png"/><Relationship Id="rId7" Type="http://schemas.openxmlformats.org/officeDocument/2006/relationships/image" Target="../media/image113.png"/><Relationship Id="rId8" Type="http://schemas.openxmlformats.org/officeDocument/2006/relationships/image" Target="../media/image164.png"/><Relationship Id="rId11" Type="http://schemas.openxmlformats.org/officeDocument/2006/relationships/image" Target="../media/image169.png"/><Relationship Id="rId10" Type="http://schemas.openxmlformats.org/officeDocument/2006/relationships/image" Target="../media/image171.png"/><Relationship Id="rId13" Type="http://schemas.openxmlformats.org/officeDocument/2006/relationships/image" Target="../media/image172.png"/><Relationship Id="rId12" Type="http://schemas.openxmlformats.org/officeDocument/2006/relationships/image" Target="../media/image176.png"/><Relationship Id="rId14" Type="http://schemas.openxmlformats.org/officeDocument/2006/relationships/image" Target="../media/image18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85.png"/><Relationship Id="rId4" Type="http://schemas.openxmlformats.org/officeDocument/2006/relationships/image" Target="../media/image182.png"/><Relationship Id="rId5" Type="http://schemas.openxmlformats.org/officeDocument/2006/relationships/image" Target="../media/image184.png"/><Relationship Id="rId6" Type="http://schemas.openxmlformats.org/officeDocument/2006/relationships/image" Target="../media/image177.png"/><Relationship Id="rId7" Type="http://schemas.openxmlformats.org/officeDocument/2006/relationships/image" Target="../media/image1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203.png"/><Relationship Id="rId4" Type="http://schemas.openxmlformats.org/officeDocument/2006/relationships/image" Target="../media/image186.png"/><Relationship Id="rId5" Type="http://schemas.openxmlformats.org/officeDocument/2006/relationships/image" Target="../media/image191.png"/><Relationship Id="rId6" Type="http://schemas.openxmlformats.org/officeDocument/2006/relationships/image" Target="../media/image210.png"/><Relationship Id="rId7" Type="http://schemas.openxmlformats.org/officeDocument/2006/relationships/image" Target="../media/image196.png"/><Relationship Id="rId8" Type="http://schemas.openxmlformats.org/officeDocument/2006/relationships/image" Target="../media/image19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4.png"/><Relationship Id="rId4" Type="http://schemas.openxmlformats.org/officeDocument/2006/relationships/image" Target="../media/image205.png"/><Relationship Id="rId5" Type="http://schemas.openxmlformats.org/officeDocument/2006/relationships/image" Target="../media/image208.png"/><Relationship Id="rId6" Type="http://schemas.openxmlformats.org/officeDocument/2006/relationships/image" Target="../media/image187.png"/><Relationship Id="rId7" Type="http://schemas.openxmlformats.org/officeDocument/2006/relationships/image" Target="../media/image190.png"/><Relationship Id="rId8" Type="http://schemas.openxmlformats.org/officeDocument/2006/relationships/image" Target="../media/image19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18.png"/><Relationship Id="rId4" Type="http://schemas.openxmlformats.org/officeDocument/2006/relationships/image" Target="../media/image189.png"/><Relationship Id="rId5" Type="http://schemas.openxmlformats.org/officeDocument/2006/relationships/image" Target="../media/image19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7.png"/><Relationship Id="rId4" Type="http://schemas.openxmlformats.org/officeDocument/2006/relationships/image" Target="../media/image201.png"/><Relationship Id="rId5" Type="http://schemas.openxmlformats.org/officeDocument/2006/relationships/image" Target="../media/image206.png"/><Relationship Id="rId6" Type="http://schemas.openxmlformats.org/officeDocument/2006/relationships/image" Target="../media/image198.png"/><Relationship Id="rId7" Type="http://schemas.openxmlformats.org/officeDocument/2006/relationships/image" Target="../media/image20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20.png"/><Relationship Id="rId4" Type="http://schemas.openxmlformats.org/officeDocument/2006/relationships/image" Target="../media/image202.png"/><Relationship Id="rId9" Type="http://schemas.openxmlformats.org/officeDocument/2006/relationships/image" Target="../media/image209.png"/><Relationship Id="rId5" Type="http://schemas.openxmlformats.org/officeDocument/2006/relationships/image" Target="../media/image211.png"/><Relationship Id="rId6" Type="http://schemas.openxmlformats.org/officeDocument/2006/relationships/image" Target="../media/image207.png"/><Relationship Id="rId7" Type="http://schemas.openxmlformats.org/officeDocument/2006/relationships/image" Target="../media/image221.png"/><Relationship Id="rId8" Type="http://schemas.openxmlformats.org/officeDocument/2006/relationships/image" Target="../media/image214.png"/><Relationship Id="rId10" Type="http://schemas.openxmlformats.org/officeDocument/2006/relationships/image" Target="../media/image2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43.png"/><Relationship Id="rId4" Type="http://schemas.openxmlformats.org/officeDocument/2006/relationships/image" Target="../media/image264.png"/><Relationship Id="rId5" Type="http://schemas.openxmlformats.org/officeDocument/2006/relationships/image" Target="../media/image224.png"/><Relationship Id="rId6" Type="http://schemas.openxmlformats.org/officeDocument/2006/relationships/image" Target="../media/image172.png"/><Relationship Id="rId7" Type="http://schemas.openxmlformats.org/officeDocument/2006/relationships/image" Target="../media/image261.png"/><Relationship Id="rId8" Type="http://schemas.openxmlformats.org/officeDocument/2006/relationships/image" Target="../media/image17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34.png"/><Relationship Id="rId4" Type="http://schemas.openxmlformats.org/officeDocument/2006/relationships/image" Target="../media/image230.png"/><Relationship Id="rId5" Type="http://schemas.openxmlformats.org/officeDocument/2006/relationships/image" Target="../media/image121.png"/><Relationship Id="rId6" Type="http://schemas.openxmlformats.org/officeDocument/2006/relationships/image" Target="../media/image119.png"/><Relationship Id="rId7" Type="http://schemas.openxmlformats.org/officeDocument/2006/relationships/image" Target="../media/image215.png"/><Relationship Id="rId8" Type="http://schemas.openxmlformats.org/officeDocument/2006/relationships/image" Target="../media/image2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19.png"/><Relationship Id="rId4" Type="http://schemas.openxmlformats.org/officeDocument/2006/relationships/image" Target="../media/image217.png"/><Relationship Id="rId5" Type="http://schemas.openxmlformats.org/officeDocument/2006/relationships/image" Target="../media/image235.png"/><Relationship Id="rId6" Type="http://schemas.openxmlformats.org/officeDocument/2006/relationships/image" Target="../media/image229.png"/><Relationship Id="rId7" Type="http://schemas.openxmlformats.org/officeDocument/2006/relationships/image" Target="../media/image239.png"/><Relationship Id="rId8" Type="http://schemas.openxmlformats.org/officeDocument/2006/relationships/image" Target="../media/image2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23.png"/><Relationship Id="rId4" Type="http://schemas.openxmlformats.org/officeDocument/2006/relationships/image" Target="../media/image272.png"/><Relationship Id="rId5" Type="http://schemas.openxmlformats.org/officeDocument/2006/relationships/image" Target="../media/image18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32.png"/><Relationship Id="rId4" Type="http://schemas.openxmlformats.org/officeDocument/2006/relationships/image" Target="../media/image191.png"/><Relationship Id="rId5" Type="http://schemas.openxmlformats.org/officeDocument/2006/relationships/image" Target="../media/image301.png"/><Relationship Id="rId6" Type="http://schemas.openxmlformats.org/officeDocument/2006/relationships/image" Target="../media/image186.png"/><Relationship Id="rId7" Type="http://schemas.openxmlformats.org/officeDocument/2006/relationships/image" Target="../media/image23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28.png"/><Relationship Id="rId4" Type="http://schemas.openxmlformats.org/officeDocument/2006/relationships/image" Target="../media/image241.png"/><Relationship Id="rId5" Type="http://schemas.openxmlformats.org/officeDocument/2006/relationships/image" Target="../media/image237.png"/><Relationship Id="rId6" Type="http://schemas.openxmlformats.org/officeDocument/2006/relationships/image" Target="../media/image240.png"/><Relationship Id="rId7" Type="http://schemas.openxmlformats.org/officeDocument/2006/relationships/image" Target="../media/image2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38.png"/><Relationship Id="rId4" Type="http://schemas.openxmlformats.org/officeDocument/2006/relationships/image" Target="../media/image245.png"/><Relationship Id="rId5" Type="http://schemas.openxmlformats.org/officeDocument/2006/relationships/image" Target="../media/image27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8.png"/><Relationship Id="rId4" Type="http://schemas.openxmlformats.org/officeDocument/2006/relationships/image" Target="../media/image259.png"/><Relationship Id="rId5" Type="http://schemas.openxmlformats.org/officeDocument/2006/relationships/image" Target="../media/image244.png"/><Relationship Id="rId6" Type="http://schemas.openxmlformats.org/officeDocument/2006/relationships/image" Target="../media/image186.png"/><Relationship Id="rId7" Type="http://schemas.openxmlformats.org/officeDocument/2006/relationships/image" Target="../media/image289.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7.png"/><Relationship Id="rId4" Type="http://schemas.openxmlformats.org/officeDocument/2006/relationships/image" Target="../media/image282.png"/><Relationship Id="rId5" Type="http://schemas.openxmlformats.org/officeDocument/2006/relationships/image" Target="../media/image26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42.png"/><Relationship Id="rId4" Type="http://schemas.openxmlformats.org/officeDocument/2006/relationships/image" Target="../media/image249.png"/><Relationship Id="rId9" Type="http://schemas.openxmlformats.org/officeDocument/2006/relationships/image" Target="../media/image258.png"/><Relationship Id="rId5" Type="http://schemas.openxmlformats.org/officeDocument/2006/relationships/image" Target="../media/image253.png"/><Relationship Id="rId6" Type="http://schemas.openxmlformats.org/officeDocument/2006/relationships/image" Target="../media/image312.png"/><Relationship Id="rId7" Type="http://schemas.openxmlformats.org/officeDocument/2006/relationships/image" Target="../media/image256.png"/><Relationship Id="rId8" Type="http://schemas.openxmlformats.org/officeDocument/2006/relationships/image" Target="../media/image311.png"/><Relationship Id="rId11" Type="http://schemas.openxmlformats.org/officeDocument/2006/relationships/image" Target="../media/image254.png"/><Relationship Id="rId10" Type="http://schemas.openxmlformats.org/officeDocument/2006/relationships/image" Target="../media/image2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51.png"/><Relationship Id="rId4" Type="http://schemas.openxmlformats.org/officeDocument/2006/relationships/image" Target="../media/image255.png"/><Relationship Id="rId5" Type="http://schemas.openxmlformats.org/officeDocument/2006/relationships/image" Target="../media/image25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2.png"/><Relationship Id="rId4" Type="http://schemas.openxmlformats.org/officeDocument/2006/relationships/image" Target="../media/image260.png"/><Relationship Id="rId5" Type="http://schemas.openxmlformats.org/officeDocument/2006/relationships/image" Target="../media/image267.png"/><Relationship Id="rId6" Type="http://schemas.openxmlformats.org/officeDocument/2006/relationships/image" Target="../media/image25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71.png"/><Relationship Id="rId4" Type="http://schemas.openxmlformats.org/officeDocument/2006/relationships/image" Target="../media/image275.png"/><Relationship Id="rId5" Type="http://schemas.openxmlformats.org/officeDocument/2006/relationships/image" Target="../media/image27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310.png"/><Relationship Id="rId4" Type="http://schemas.openxmlformats.org/officeDocument/2006/relationships/image" Target="../media/image273.png"/><Relationship Id="rId9" Type="http://schemas.openxmlformats.org/officeDocument/2006/relationships/image" Target="../media/image268.png"/><Relationship Id="rId5" Type="http://schemas.openxmlformats.org/officeDocument/2006/relationships/image" Target="../media/image191.png"/><Relationship Id="rId6" Type="http://schemas.openxmlformats.org/officeDocument/2006/relationships/image" Target="../media/image265.png"/><Relationship Id="rId7" Type="http://schemas.openxmlformats.org/officeDocument/2006/relationships/image" Target="../media/image291.png"/><Relationship Id="rId8" Type="http://schemas.openxmlformats.org/officeDocument/2006/relationships/image" Target="../media/image266.png"/><Relationship Id="rId11" Type="http://schemas.openxmlformats.org/officeDocument/2006/relationships/image" Target="../media/image309.png"/><Relationship Id="rId10" Type="http://schemas.openxmlformats.org/officeDocument/2006/relationships/image" Target="../media/image27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81.png"/><Relationship Id="rId4" Type="http://schemas.openxmlformats.org/officeDocument/2006/relationships/image" Target="../media/image293.png"/><Relationship Id="rId5" Type="http://schemas.openxmlformats.org/officeDocument/2006/relationships/image" Target="../media/image19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4.png"/><Relationship Id="rId4" Type="http://schemas.openxmlformats.org/officeDocument/2006/relationships/image" Target="../media/image306.png"/><Relationship Id="rId9" Type="http://schemas.openxmlformats.org/officeDocument/2006/relationships/image" Target="../media/image280.png"/><Relationship Id="rId5" Type="http://schemas.openxmlformats.org/officeDocument/2006/relationships/image" Target="../media/image177.png"/><Relationship Id="rId6" Type="http://schemas.openxmlformats.org/officeDocument/2006/relationships/image" Target="../media/image277.png"/><Relationship Id="rId7" Type="http://schemas.openxmlformats.org/officeDocument/2006/relationships/image" Target="../media/image184.png"/><Relationship Id="rId8" Type="http://schemas.openxmlformats.org/officeDocument/2006/relationships/image" Target="../media/image27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4.png"/><Relationship Id="rId4" Type="http://schemas.openxmlformats.org/officeDocument/2006/relationships/image" Target="../media/image283.png"/><Relationship Id="rId9" Type="http://schemas.openxmlformats.org/officeDocument/2006/relationships/image" Target="../media/image285.png"/><Relationship Id="rId5" Type="http://schemas.openxmlformats.org/officeDocument/2006/relationships/image" Target="../media/image186.png"/><Relationship Id="rId6" Type="http://schemas.openxmlformats.org/officeDocument/2006/relationships/image" Target="../media/image287.png"/><Relationship Id="rId7" Type="http://schemas.openxmlformats.org/officeDocument/2006/relationships/image" Target="../media/image290.png"/><Relationship Id="rId8" Type="http://schemas.openxmlformats.org/officeDocument/2006/relationships/image" Target="../media/image292.png"/><Relationship Id="rId11" Type="http://schemas.openxmlformats.org/officeDocument/2006/relationships/image" Target="../media/image288.png"/><Relationship Id="rId10" Type="http://schemas.openxmlformats.org/officeDocument/2006/relationships/image" Target="../media/image28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304.png"/><Relationship Id="rId4" Type="http://schemas.openxmlformats.org/officeDocument/2006/relationships/image" Target="../media/image302.png"/><Relationship Id="rId9" Type="http://schemas.openxmlformats.org/officeDocument/2006/relationships/image" Target="../media/image295.png"/><Relationship Id="rId5" Type="http://schemas.openxmlformats.org/officeDocument/2006/relationships/image" Target="../media/image198.png"/><Relationship Id="rId6" Type="http://schemas.openxmlformats.org/officeDocument/2006/relationships/image" Target="../media/image294.png"/><Relationship Id="rId7" Type="http://schemas.openxmlformats.org/officeDocument/2006/relationships/image" Target="../media/image298.png"/><Relationship Id="rId8" Type="http://schemas.openxmlformats.org/officeDocument/2006/relationships/image" Target="../media/image30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297.png"/><Relationship Id="rId4" Type="http://schemas.openxmlformats.org/officeDocument/2006/relationships/image" Target="../media/image198.png"/><Relationship Id="rId5" Type="http://schemas.openxmlformats.org/officeDocument/2006/relationships/image" Target="../media/image294.png"/><Relationship Id="rId6" Type="http://schemas.openxmlformats.org/officeDocument/2006/relationships/image" Target="../media/image30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296.png"/><Relationship Id="rId4" Type="http://schemas.openxmlformats.org/officeDocument/2006/relationships/image" Target="../media/image26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3.png"/><Relationship Id="rId4" Type="http://schemas.openxmlformats.org/officeDocument/2006/relationships/image" Target="../media/image314.png"/><Relationship Id="rId5" Type="http://schemas.openxmlformats.org/officeDocument/2006/relationships/image" Target="../media/image18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299.png"/><Relationship Id="rId4" Type="http://schemas.openxmlformats.org/officeDocument/2006/relationships/image" Target="../media/image313.png"/><Relationship Id="rId5" Type="http://schemas.openxmlformats.org/officeDocument/2006/relationships/image" Target="../media/image176.png"/><Relationship Id="rId6" Type="http://schemas.openxmlformats.org/officeDocument/2006/relationships/image" Target="../media/image305.png"/><Relationship Id="rId7" Type="http://schemas.openxmlformats.org/officeDocument/2006/relationships/image" Target="../media/image30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