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1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 Id="rId3" Type="http://schemas.openxmlformats.org/officeDocument/2006/relationships/image" Target="../media/image5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1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8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 Id="rId3" Type="http://schemas.openxmlformats.org/officeDocument/2006/relationships/image" Target="../media/image7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 Id="rId3" Type="http://schemas.openxmlformats.org/officeDocument/2006/relationships/image" Target="../media/image7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87.png"/><Relationship Id="rId4" Type="http://schemas.openxmlformats.org/officeDocument/2006/relationships/image" Target="../media/image7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3.png"/><Relationship Id="rId4" Type="http://schemas.openxmlformats.org/officeDocument/2006/relationships/image" Target="../media/image10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 Id="rId3" Type="http://schemas.openxmlformats.org/officeDocument/2006/relationships/image" Target="../media/image7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87.png"/><Relationship Id="rId4" Type="http://schemas.openxmlformats.org/officeDocument/2006/relationships/image" Target="../media/image7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 Id="rId3" Type="http://schemas.openxmlformats.org/officeDocument/2006/relationships/image" Target="../media/image7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9.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57.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10.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9.png"/><Relationship Id="rId3" Type="http://schemas.openxmlformats.org/officeDocument/2006/relationships/image" Target="../media/image2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2.png"/><Relationship Id="rId3" Type="http://schemas.openxmlformats.org/officeDocument/2006/relationships/image" Target="../media/image5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3.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25.png"/><Relationship Id="rId4" Type="http://schemas.openxmlformats.org/officeDocument/2006/relationships/image" Target="../media/image1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0.png"/><Relationship Id="rId3" Type="http://schemas.openxmlformats.org/officeDocument/2006/relationships/image" Target="../media/image119.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57.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109.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2.png"/><Relationship Id="rId3" Type="http://schemas.openxmlformats.org/officeDocument/2006/relationships/image" Target="../media/image57.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5.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3.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2.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08.png"/><Relationship Id="rId4" Type="http://schemas.openxmlformats.org/officeDocument/2006/relationships/image" Target="../media/image124.png"/><Relationship Id="rId9" Type="http://schemas.openxmlformats.org/officeDocument/2006/relationships/image" Target="../media/image132.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20.png"/><Relationship Id="rId8" Type="http://schemas.openxmlformats.org/officeDocument/2006/relationships/image" Target="../media/image122.png"/><Relationship Id="rId11" Type="http://schemas.openxmlformats.org/officeDocument/2006/relationships/image" Target="../media/image145.png"/><Relationship Id="rId10" Type="http://schemas.openxmlformats.org/officeDocument/2006/relationships/image" Target="../media/image118.png"/><Relationship Id="rId13" Type="http://schemas.openxmlformats.org/officeDocument/2006/relationships/image" Target="../media/image123.png"/><Relationship Id="rId12" Type="http://schemas.openxmlformats.org/officeDocument/2006/relationships/image" Target="../media/image138.png"/><Relationship Id="rId15" Type="http://schemas.openxmlformats.org/officeDocument/2006/relationships/image" Target="../media/image133.png"/><Relationship Id="rId14" Type="http://schemas.openxmlformats.org/officeDocument/2006/relationships/image" Target="../media/image135.png"/><Relationship Id="rId17" Type="http://schemas.openxmlformats.org/officeDocument/2006/relationships/image" Target="../media/image126.png"/><Relationship Id="rId16" Type="http://schemas.openxmlformats.org/officeDocument/2006/relationships/image" Target="../media/image149.png"/><Relationship Id="rId19" Type="http://schemas.openxmlformats.org/officeDocument/2006/relationships/image" Target="../media/image155.png"/><Relationship Id="rId18" Type="http://schemas.openxmlformats.org/officeDocument/2006/relationships/image" Target="../media/image12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7.png"/><Relationship Id="rId4" Type="http://schemas.openxmlformats.org/officeDocument/2006/relationships/image" Target="../media/image137.png"/><Relationship Id="rId5" Type="http://schemas.openxmlformats.org/officeDocument/2006/relationships/image" Target="../media/image136.png"/><Relationship Id="rId6" Type="http://schemas.openxmlformats.org/officeDocument/2006/relationships/image" Target="../media/image147.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8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53.png"/><Relationship Id="rId5" Type="http://schemas.openxmlformats.org/officeDocument/2006/relationships/image" Target="../media/image146.png"/><Relationship Id="rId6" Type="http://schemas.openxmlformats.org/officeDocument/2006/relationships/image" Target="../media/image16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0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8.png"/><Relationship Id="rId6" Type="http://schemas.openxmlformats.org/officeDocument/2006/relationships/image" Target="../media/image142.png"/><Relationship Id="rId7" Type="http://schemas.openxmlformats.org/officeDocument/2006/relationships/image" Target="../media/image14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8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5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6.jpg"/><Relationship Id="rId8" Type="http://schemas.openxmlformats.org/officeDocument/2006/relationships/image" Target="../media/image144.jpg"/><Relationship Id="rId11" Type="http://schemas.openxmlformats.org/officeDocument/2006/relationships/hyperlink" Target="http://support.lfenergy.org" TargetMode="External"/><Relationship Id="rId10" Type="http://schemas.openxmlformats.org/officeDocument/2006/relationships/image" Target="../media/image26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9.png"/><Relationship Id="rId7" Type="http://schemas.openxmlformats.org/officeDocument/2006/relationships/image" Target="../media/image24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71.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2.png"/><Relationship Id="rId6" Type="http://schemas.openxmlformats.org/officeDocument/2006/relationships/image" Target="../media/image1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4.png"/><Relationship Id="rId9" Type="http://schemas.openxmlformats.org/officeDocument/2006/relationships/image" Target="../media/image163.png"/><Relationship Id="rId5" Type="http://schemas.openxmlformats.org/officeDocument/2006/relationships/image" Target="../media/image158.png"/><Relationship Id="rId6" Type="http://schemas.openxmlformats.org/officeDocument/2006/relationships/image" Target="../media/image159.png"/><Relationship Id="rId7" Type="http://schemas.openxmlformats.org/officeDocument/2006/relationships/image" Target="../media/image156.png"/><Relationship Id="rId8" Type="http://schemas.openxmlformats.org/officeDocument/2006/relationships/image" Target="../media/image15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1.png"/><Relationship Id="rId5" Type="http://schemas.openxmlformats.org/officeDocument/2006/relationships/hyperlink" Target="mailto:membership@lfenergy.org" TargetMode="External"/><Relationship Id="rId6" Type="http://schemas.openxmlformats.org/officeDocument/2006/relationships/image" Target="../media/image177.png"/><Relationship Id="rId7" Type="http://schemas.openxmlformats.org/officeDocument/2006/relationships/image" Target="../media/image170.png"/><Relationship Id="rId8" Type="http://schemas.openxmlformats.org/officeDocument/2006/relationships/image" Target="../media/image16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9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72.png"/><Relationship Id="rId4" Type="http://schemas.openxmlformats.org/officeDocument/2006/relationships/image" Target="../media/image221.png"/><Relationship Id="rId9" Type="http://schemas.openxmlformats.org/officeDocument/2006/relationships/image" Target="../media/image169.png"/><Relationship Id="rId5" Type="http://schemas.openxmlformats.org/officeDocument/2006/relationships/image" Target="../media/image115.png"/><Relationship Id="rId6" Type="http://schemas.openxmlformats.org/officeDocument/2006/relationships/image" Target="../media/image120.png"/><Relationship Id="rId7" Type="http://schemas.openxmlformats.org/officeDocument/2006/relationships/image" Target="../media/image124.png"/><Relationship Id="rId8" Type="http://schemas.openxmlformats.org/officeDocument/2006/relationships/image" Target="../media/image178.png"/><Relationship Id="rId11" Type="http://schemas.openxmlformats.org/officeDocument/2006/relationships/image" Target="../media/image175.png"/><Relationship Id="rId10" Type="http://schemas.openxmlformats.org/officeDocument/2006/relationships/image" Target="../media/image179.png"/><Relationship Id="rId13" Type="http://schemas.openxmlformats.org/officeDocument/2006/relationships/image" Target="../media/image182.png"/><Relationship Id="rId12" Type="http://schemas.openxmlformats.org/officeDocument/2006/relationships/image" Target="../media/image173.png"/><Relationship Id="rId14" Type="http://schemas.openxmlformats.org/officeDocument/2006/relationships/image" Target="../media/image1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8.png"/><Relationship Id="rId4" Type="http://schemas.openxmlformats.org/officeDocument/2006/relationships/image" Target="../media/image186.png"/><Relationship Id="rId5" Type="http://schemas.openxmlformats.org/officeDocument/2006/relationships/image" Target="../media/image204.png"/><Relationship Id="rId6" Type="http://schemas.openxmlformats.org/officeDocument/2006/relationships/image" Target="../media/image181.png"/><Relationship Id="rId7" Type="http://schemas.openxmlformats.org/officeDocument/2006/relationships/image" Target="../media/image19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209.png"/><Relationship Id="rId4" Type="http://schemas.openxmlformats.org/officeDocument/2006/relationships/image" Target="../media/image180.png"/><Relationship Id="rId5" Type="http://schemas.openxmlformats.org/officeDocument/2006/relationships/image" Target="../media/image191.png"/><Relationship Id="rId6" Type="http://schemas.openxmlformats.org/officeDocument/2006/relationships/image" Target="../media/image200.png"/><Relationship Id="rId7" Type="http://schemas.openxmlformats.org/officeDocument/2006/relationships/image" Target="../media/image214.png"/><Relationship Id="rId8"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5.png"/><Relationship Id="rId4" Type="http://schemas.openxmlformats.org/officeDocument/2006/relationships/image" Target="../media/image187.png"/><Relationship Id="rId5" Type="http://schemas.openxmlformats.org/officeDocument/2006/relationships/image" Target="../media/image190.png"/><Relationship Id="rId6" Type="http://schemas.openxmlformats.org/officeDocument/2006/relationships/image" Target="../media/image193.png"/><Relationship Id="rId7" Type="http://schemas.openxmlformats.org/officeDocument/2006/relationships/image" Target="../media/image201.png"/><Relationship Id="rId8" Type="http://schemas.openxmlformats.org/officeDocument/2006/relationships/image" Target="../media/image2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22.png"/><Relationship Id="rId4" Type="http://schemas.openxmlformats.org/officeDocument/2006/relationships/image" Target="../media/image197.png"/><Relationship Id="rId5" Type="http://schemas.openxmlformats.org/officeDocument/2006/relationships/image" Target="../media/image19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9.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5.png"/><Relationship Id="rId7" Type="http://schemas.openxmlformats.org/officeDocument/2006/relationships/image" Target="../media/image20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7.png"/><Relationship Id="rId4" Type="http://schemas.openxmlformats.org/officeDocument/2006/relationships/image" Target="../media/image218.png"/><Relationship Id="rId9" Type="http://schemas.openxmlformats.org/officeDocument/2006/relationships/image" Target="../media/image231.png"/><Relationship Id="rId5" Type="http://schemas.openxmlformats.org/officeDocument/2006/relationships/image" Target="../media/image210.png"/><Relationship Id="rId6" Type="http://schemas.openxmlformats.org/officeDocument/2006/relationships/image" Target="../media/image212.png"/><Relationship Id="rId7" Type="http://schemas.openxmlformats.org/officeDocument/2006/relationships/image" Target="../media/image219.png"/><Relationship Id="rId8" Type="http://schemas.openxmlformats.org/officeDocument/2006/relationships/image" Target="../media/image211.png"/><Relationship Id="rId10" Type="http://schemas.openxmlformats.org/officeDocument/2006/relationships/image" Target="../media/image2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3.png"/><Relationship Id="rId4" Type="http://schemas.openxmlformats.org/officeDocument/2006/relationships/image" Target="../media/image235.png"/><Relationship Id="rId5" Type="http://schemas.openxmlformats.org/officeDocument/2006/relationships/image" Target="../media/image217.png"/><Relationship Id="rId6" Type="http://schemas.openxmlformats.org/officeDocument/2006/relationships/image" Target="../media/image182.png"/><Relationship Id="rId7" Type="http://schemas.openxmlformats.org/officeDocument/2006/relationships/image" Target="../media/image268.png"/><Relationship Id="rId8" Type="http://schemas.openxmlformats.org/officeDocument/2006/relationships/image" Target="../media/image17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24.png"/><Relationship Id="rId4" Type="http://schemas.openxmlformats.org/officeDocument/2006/relationships/image" Target="../media/image232.png"/><Relationship Id="rId5" Type="http://schemas.openxmlformats.org/officeDocument/2006/relationships/image" Target="../media/image118.png"/><Relationship Id="rId6" Type="http://schemas.openxmlformats.org/officeDocument/2006/relationships/image" Target="../media/image145.png"/><Relationship Id="rId7" Type="http://schemas.openxmlformats.org/officeDocument/2006/relationships/image" Target="../media/image230.png"/><Relationship Id="rId8" Type="http://schemas.openxmlformats.org/officeDocument/2006/relationships/image" Target="../media/image2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5.png"/><Relationship Id="rId4" Type="http://schemas.openxmlformats.org/officeDocument/2006/relationships/image" Target="../media/image245.png"/><Relationship Id="rId5" Type="http://schemas.openxmlformats.org/officeDocument/2006/relationships/image" Target="../media/image244.png"/><Relationship Id="rId6" Type="http://schemas.openxmlformats.org/officeDocument/2006/relationships/image" Target="../media/image236.png"/><Relationship Id="rId7" Type="http://schemas.openxmlformats.org/officeDocument/2006/relationships/image" Target="../media/image227.png"/><Relationship Id="rId8" Type="http://schemas.openxmlformats.org/officeDocument/2006/relationships/image" Target="../media/image2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8.png"/><Relationship Id="rId4" Type="http://schemas.openxmlformats.org/officeDocument/2006/relationships/image" Target="../media/image247.png"/><Relationship Id="rId5" Type="http://schemas.openxmlformats.org/officeDocument/2006/relationships/image" Target="../media/image18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29.png"/><Relationship Id="rId4" Type="http://schemas.openxmlformats.org/officeDocument/2006/relationships/image" Target="../media/image191.png"/><Relationship Id="rId5" Type="http://schemas.openxmlformats.org/officeDocument/2006/relationships/image" Target="../media/image250.png"/><Relationship Id="rId6" Type="http://schemas.openxmlformats.org/officeDocument/2006/relationships/image" Target="../media/image180.png"/><Relationship Id="rId7" Type="http://schemas.openxmlformats.org/officeDocument/2006/relationships/image" Target="../media/image2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48.png"/><Relationship Id="rId6" Type="http://schemas.openxmlformats.org/officeDocument/2006/relationships/image" Target="../media/image238.png"/><Relationship Id="rId7" Type="http://schemas.openxmlformats.org/officeDocument/2006/relationships/image" Target="../media/image2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52.png"/><Relationship Id="rId4" Type="http://schemas.openxmlformats.org/officeDocument/2006/relationships/image" Target="../media/image241.png"/><Relationship Id="rId5" Type="http://schemas.openxmlformats.org/officeDocument/2006/relationships/image" Target="../media/image24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2.png"/><Relationship Id="rId4" Type="http://schemas.openxmlformats.org/officeDocument/2006/relationships/image" Target="../media/image255.png"/><Relationship Id="rId5" Type="http://schemas.openxmlformats.org/officeDocument/2006/relationships/image" Target="../media/image280.png"/><Relationship Id="rId6" Type="http://schemas.openxmlformats.org/officeDocument/2006/relationships/image" Target="../media/image180.png"/><Relationship Id="rId7" Type="http://schemas.openxmlformats.org/officeDocument/2006/relationships/image" Target="../media/image26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1.png"/><Relationship Id="rId4" Type="http://schemas.openxmlformats.org/officeDocument/2006/relationships/image" Target="../media/image271.png"/><Relationship Id="rId5" Type="http://schemas.openxmlformats.org/officeDocument/2006/relationships/image" Target="../media/image2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6.png"/><Relationship Id="rId4" Type="http://schemas.openxmlformats.org/officeDocument/2006/relationships/image" Target="../media/image283.png"/><Relationship Id="rId9" Type="http://schemas.openxmlformats.org/officeDocument/2006/relationships/image" Target="../media/image258.png"/><Relationship Id="rId5" Type="http://schemas.openxmlformats.org/officeDocument/2006/relationships/image" Target="../media/image313.png"/><Relationship Id="rId6" Type="http://schemas.openxmlformats.org/officeDocument/2006/relationships/image" Target="../media/image263.png"/><Relationship Id="rId7" Type="http://schemas.openxmlformats.org/officeDocument/2006/relationships/image" Target="../media/image253.png"/><Relationship Id="rId8" Type="http://schemas.openxmlformats.org/officeDocument/2006/relationships/image" Target="../media/image257.png"/><Relationship Id="rId11" Type="http://schemas.openxmlformats.org/officeDocument/2006/relationships/image" Target="../media/image254.png"/><Relationship Id="rId10" Type="http://schemas.openxmlformats.org/officeDocument/2006/relationships/image" Target="../media/image27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1.png"/><Relationship Id="rId4" Type="http://schemas.openxmlformats.org/officeDocument/2006/relationships/image" Target="../media/image281.png"/><Relationship Id="rId5" Type="http://schemas.openxmlformats.org/officeDocument/2006/relationships/image" Target="../media/image2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4.png"/><Relationship Id="rId4" Type="http://schemas.openxmlformats.org/officeDocument/2006/relationships/image" Target="../media/image266.png"/><Relationship Id="rId5" Type="http://schemas.openxmlformats.org/officeDocument/2006/relationships/image" Target="../media/image262.png"/><Relationship Id="rId6" Type="http://schemas.openxmlformats.org/officeDocument/2006/relationships/image" Target="../media/image2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306.png"/><Relationship Id="rId4" Type="http://schemas.openxmlformats.org/officeDocument/2006/relationships/image" Target="../media/image267.png"/><Relationship Id="rId5" Type="http://schemas.openxmlformats.org/officeDocument/2006/relationships/image" Target="../media/image2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92.png"/><Relationship Id="rId4" Type="http://schemas.openxmlformats.org/officeDocument/2006/relationships/image" Target="../media/image272.png"/><Relationship Id="rId9" Type="http://schemas.openxmlformats.org/officeDocument/2006/relationships/image" Target="../media/image289.png"/><Relationship Id="rId5" Type="http://schemas.openxmlformats.org/officeDocument/2006/relationships/image" Target="../media/image191.png"/><Relationship Id="rId6" Type="http://schemas.openxmlformats.org/officeDocument/2006/relationships/image" Target="../media/image290.png"/><Relationship Id="rId7" Type="http://schemas.openxmlformats.org/officeDocument/2006/relationships/image" Target="../media/image275.png"/><Relationship Id="rId8" Type="http://schemas.openxmlformats.org/officeDocument/2006/relationships/image" Target="../media/image300.png"/><Relationship Id="rId11" Type="http://schemas.openxmlformats.org/officeDocument/2006/relationships/image" Target="../media/image276.png"/><Relationship Id="rId10" Type="http://schemas.openxmlformats.org/officeDocument/2006/relationships/image" Target="../media/image27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3.png"/><Relationship Id="rId4" Type="http://schemas.openxmlformats.org/officeDocument/2006/relationships/image" Target="../media/image279.png"/><Relationship Id="rId5" Type="http://schemas.openxmlformats.org/officeDocument/2006/relationships/image" Target="../media/image19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7.png"/><Relationship Id="rId4" Type="http://schemas.openxmlformats.org/officeDocument/2006/relationships/image" Target="../media/image284.png"/><Relationship Id="rId9" Type="http://schemas.openxmlformats.org/officeDocument/2006/relationships/image" Target="../media/image287.png"/><Relationship Id="rId5" Type="http://schemas.openxmlformats.org/officeDocument/2006/relationships/image" Target="../media/image181.png"/><Relationship Id="rId6" Type="http://schemas.openxmlformats.org/officeDocument/2006/relationships/image" Target="../media/image278.png"/><Relationship Id="rId7" Type="http://schemas.openxmlformats.org/officeDocument/2006/relationships/image" Target="../media/image204.png"/><Relationship Id="rId8" Type="http://schemas.openxmlformats.org/officeDocument/2006/relationships/image" Target="../media/image29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2.png"/><Relationship Id="rId4" Type="http://schemas.openxmlformats.org/officeDocument/2006/relationships/image" Target="../media/image305.png"/><Relationship Id="rId9" Type="http://schemas.openxmlformats.org/officeDocument/2006/relationships/image" Target="../media/image286.png"/><Relationship Id="rId5" Type="http://schemas.openxmlformats.org/officeDocument/2006/relationships/image" Target="../media/image180.png"/><Relationship Id="rId6" Type="http://schemas.openxmlformats.org/officeDocument/2006/relationships/image" Target="../media/image293.png"/><Relationship Id="rId7" Type="http://schemas.openxmlformats.org/officeDocument/2006/relationships/image" Target="../media/image285.png"/><Relationship Id="rId8" Type="http://schemas.openxmlformats.org/officeDocument/2006/relationships/image" Target="../media/image295.png"/><Relationship Id="rId11" Type="http://schemas.openxmlformats.org/officeDocument/2006/relationships/image" Target="../media/image288.png"/><Relationship Id="rId10" Type="http://schemas.openxmlformats.org/officeDocument/2006/relationships/image" Target="../media/image30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308.png"/><Relationship Id="rId4" Type="http://schemas.openxmlformats.org/officeDocument/2006/relationships/image" Target="../media/image294.png"/><Relationship Id="rId9" Type="http://schemas.openxmlformats.org/officeDocument/2006/relationships/image" Target="../media/image309.png"/><Relationship Id="rId5" Type="http://schemas.openxmlformats.org/officeDocument/2006/relationships/image" Target="../media/image205.png"/><Relationship Id="rId6" Type="http://schemas.openxmlformats.org/officeDocument/2006/relationships/image" Target="../media/image299.png"/><Relationship Id="rId7" Type="http://schemas.openxmlformats.org/officeDocument/2006/relationships/image" Target="../media/image298.png"/><Relationship Id="rId8" Type="http://schemas.openxmlformats.org/officeDocument/2006/relationships/image" Target="../media/image30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10.png"/><Relationship Id="rId4" Type="http://schemas.openxmlformats.org/officeDocument/2006/relationships/image" Target="../media/image205.png"/><Relationship Id="rId5" Type="http://schemas.openxmlformats.org/officeDocument/2006/relationships/image" Target="../media/image299.png"/><Relationship Id="rId6" Type="http://schemas.openxmlformats.org/officeDocument/2006/relationships/image" Target="../media/image29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7.png"/><Relationship Id="rId4" Type="http://schemas.openxmlformats.org/officeDocument/2006/relationships/image" Target="../media/image2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7.png"/><Relationship Id="rId4" Type="http://schemas.openxmlformats.org/officeDocument/2006/relationships/image" Target="../media/image314.png"/><Relationship Id="rId5" Type="http://schemas.openxmlformats.org/officeDocument/2006/relationships/image" Target="../media/image20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3.png"/><Relationship Id="rId4" Type="http://schemas.openxmlformats.org/officeDocument/2006/relationships/image" Target="../media/image312.png"/><Relationship Id="rId5" Type="http://schemas.openxmlformats.org/officeDocument/2006/relationships/image" Target="../media/image173.png"/><Relationship Id="rId6" Type="http://schemas.openxmlformats.org/officeDocument/2006/relationships/image" Target="../media/image301.png"/><Relationship Id="rId7" Type="http://schemas.openxmlformats.org/officeDocument/2006/relationships/image" Target="../media/image3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