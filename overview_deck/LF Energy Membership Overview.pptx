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3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4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7.png"/><Relationship Id="rId3" Type="http://schemas.openxmlformats.org/officeDocument/2006/relationships/image" Target="../media/image97.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5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55.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7.png"/><Relationship Id="rId3" Type="http://schemas.openxmlformats.org/officeDocument/2006/relationships/image" Target="../media/image97.png"/><Relationship Id="rId4" Type="http://schemas.openxmlformats.org/officeDocument/2006/relationships/image" Target="../media/image55.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0.png"/><Relationship Id="rId3" Type="http://schemas.openxmlformats.org/officeDocument/2006/relationships/image" Target="../media/image55.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0.png"/><Relationship Id="rId3" Type="http://schemas.openxmlformats.org/officeDocument/2006/relationships/image" Target="../media/image55.png"/><Relationship Id="rId4" Type="http://schemas.openxmlformats.org/officeDocument/2006/relationships/image" Target="../media/image105.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55.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3.png"/><Relationship Id="rId3" Type="http://schemas.openxmlformats.org/officeDocument/2006/relationships/image" Target="../media/image97.png"/><Relationship Id="rId4" Type="http://schemas.openxmlformats.org/officeDocument/2006/relationships/image" Target="../media/image7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55.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 Id="rId3"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png"/><Relationship Id="rId3" Type="http://schemas.openxmlformats.org/officeDocument/2006/relationships/image" Target="../media/image2.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84.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44.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3.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2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2.png"/><Relationship Id="rId3" Type="http://schemas.openxmlformats.org/officeDocument/2006/relationships/image" Target="../media/image4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1.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7.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 Id="rId3" Type="http://schemas.openxmlformats.org/officeDocument/2006/relationships/image" Target="../media/image4.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 Id="rId3"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png"/><Relationship Id="rId3" Type="http://schemas.openxmlformats.org/officeDocument/2006/relationships/image" Target="../media/image117.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44.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84.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2.png"/><Relationship Id="rId3" Type="http://schemas.openxmlformats.org/officeDocument/2006/relationships/image" Target="../media/image44.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3.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6.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2.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4.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1.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28.png"/><Relationship Id="rId4" Type="http://schemas.openxmlformats.org/officeDocument/2006/relationships/image" Target="../media/image126.png"/><Relationship Id="rId9" Type="http://schemas.openxmlformats.org/officeDocument/2006/relationships/image" Target="../media/image121.png"/><Relationship Id="rId5" Type="http://schemas.openxmlformats.org/officeDocument/2006/relationships/image" Target="../media/image115.png"/><Relationship Id="rId6" Type="http://schemas.openxmlformats.org/officeDocument/2006/relationships/image" Target="../media/image142.png"/><Relationship Id="rId7" Type="http://schemas.openxmlformats.org/officeDocument/2006/relationships/image" Target="../media/image122.png"/><Relationship Id="rId8" Type="http://schemas.openxmlformats.org/officeDocument/2006/relationships/image" Target="../media/image118.png"/><Relationship Id="rId11" Type="http://schemas.openxmlformats.org/officeDocument/2006/relationships/image" Target="../media/image123.png"/><Relationship Id="rId10" Type="http://schemas.openxmlformats.org/officeDocument/2006/relationships/image" Target="../media/image124.png"/><Relationship Id="rId13" Type="http://schemas.openxmlformats.org/officeDocument/2006/relationships/image" Target="../media/image132.png"/><Relationship Id="rId12" Type="http://schemas.openxmlformats.org/officeDocument/2006/relationships/image" Target="../media/image131.png"/><Relationship Id="rId15" Type="http://schemas.openxmlformats.org/officeDocument/2006/relationships/image" Target="../media/image119.png"/><Relationship Id="rId14" Type="http://schemas.openxmlformats.org/officeDocument/2006/relationships/image" Target="../media/image145.png"/><Relationship Id="rId17" Type="http://schemas.openxmlformats.org/officeDocument/2006/relationships/image" Target="../media/image150.png"/><Relationship Id="rId16" Type="http://schemas.openxmlformats.org/officeDocument/2006/relationships/image" Target="../media/image133.png"/><Relationship Id="rId19" Type="http://schemas.openxmlformats.org/officeDocument/2006/relationships/image" Target="../media/image134.png"/><Relationship Id="rId18" Type="http://schemas.openxmlformats.org/officeDocument/2006/relationships/image" Target="../media/image1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41.png"/><Relationship Id="rId4" Type="http://schemas.openxmlformats.org/officeDocument/2006/relationships/image" Target="../media/image130.png"/><Relationship Id="rId5" Type="http://schemas.openxmlformats.org/officeDocument/2006/relationships/image" Target="../media/image136.png"/><Relationship Id="rId6" Type="http://schemas.openxmlformats.org/officeDocument/2006/relationships/image" Target="../media/image138.png"/><Relationship Id="rId7"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2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2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39.png"/><Relationship Id="rId5" Type="http://schemas.openxmlformats.org/officeDocument/2006/relationships/image" Target="../media/image164.png"/><Relationship Id="rId6" Type="http://schemas.openxmlformats.org/officeDocument/2006/relationships/image" Target="../media/image15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2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54.png"/><Relationship Id="rId6" Type="http://schemas.openxmlformats.org/officeDocument/2006/relationships/image" Target="../media/image144.png"/><Relationship Id="rId7" Type="http://schemas.openxmlformats.org/officeDocument/2006/relationships/image" Target="../media/image14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18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4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68.jpg"/><Relationship Id="rId8" Type="http://schemas.openxmlformats.org/officeDocument/2006/relationships/image" Target="../media/image140.jpg"/><Relationship Id="rId11" Type="http://schemas.openxmlformats.org/officeDocument/2006/relationships/hyperlink" Target="http://support.lfenergy.org" TargetMode="External"/><Relationship Id="rId10" Type="http://schemas.openxmlformats.org/officeDocument/2006/relationships/image" Target="../media/image20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90.png"/><Relationship Id="rId7" Type="http://schemas.openxmlformats.org/officeDocument/2006/relationships/image" Target="../media/image18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2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52.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3.png"/><Relationship Id="rId6" Type="http://schemas.openxmlformats.org/officeDocument/2006/relationships/image" Target="../media/image17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7.png"/><Relationship Id="rId9" Type="http://schemas.openxmlformats.org/officeDocument/2006/relationships/image" Target="../media/image166.png"/><Relationship Id="rId5" Type="http://schemas.openxmlformats.org/officeDocument/2006/relationships/image" Target="../media/image151.png"/><Relationship Id="rId6" Type="http://schemas.openxmlformats.org/officeDocument/2006/relationships/image" Target="../media/image155.png"/><Relationship Id="rId7" Type="http://schemas.openxmlformats.org/officeDocument/2006/relationships/image" Target="../media/image158.png"/><Relationship Id="rId8" Type="http://schemas.openxmlformats.org/officeDocument/2006/relationships/image" Target="../media/image16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3.png"/><Relationship Id="rId5" Type="http://schemas.openxmlformats.org/officeDocument/2006/relationships/hyperlink" Target="mailto:membership@lfenergy.org" TargetMode="External"/><Relationship Id="rId6" Type="http://schemas.openxmlformats.org/officeDocument/2006/relationships/image" Target="../media/image161.png"/><Relationship Id="rId7" Type="http://schemas.openxmlformats.org/officeDocument/2006/relationships/image" Target="../media/image159.png"/><Relationship Id="rId8" Type="http://schemas.openxmlformats.org/officeDocument/2006/relationships/image" Target="../media/image16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20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9.png"/><Relationship Id="rId4" Type="http://schemas.openxmlformats.org/officeDocument/2006/relationships/image" Target="../media/image262.png"/><Relationship Id="rId9" Type="http://schemas.openxmlformats.org/officeDocument/2006/relationships/image" Target="../media/image184.png"/><Relationship Id="rId5" Type="http://schemas.openxmlformats.org/officeDocument/2006/relationships/image" Target="../media/image142.png"/><Relationship Id="rId6" Type="http://schemas.openxmlformats.org/officeDocument/2006/relationships/image" Target="../media/image122.png"/><Relationship Id="rId7" Type="http://schemas.openxmlformats.org/officeDocument/2006/relationships/image" Target="../media/image126.png"/><Relationship Id="rId8" Type="http://schemas.openxmlformats.org/officeDocument/2006/relationships/image" Target="../media/image170.png"/><Relationship Id="rId11" Type="http://schemas.openxmlformats.org/officeDocument/2006/relationships/image" Target="../media/image172.png"/><Relationship Id="rId10" Type="http://schemas.openxmlformats.org/officeDocument/2006/relationships/image" Target="../media/image178.png"/><Relationship Id="rId13" Type="http://schemas.openxmlformats.org/officeDocument/2006/relationships/image" Target="../media/image173.png"/><Relationship Id="rId12" Type="http://schemas.openxmlformats.org/officeDocument/2006/relationships/image" Target="../media/image171.png"/><Relationship Id="rId14" Type="http://schemas.openxmlformats.org/officeDocument/2006/relationships/image" Target="../media/image18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74.png"/><Relationship Id="rId4" Type="http://schemas.openxmlformats.org/officeDocument/2006/relationships/image" Target="../media/image182.png"/><Relationship Id="rId5" Type="http://schemas.openxmlformats.org/officeDocument/2006/relationships/image" Target="../media/image176.png"/><Relationship Id="rId6" Type="http://schemas.openxmlformats.org/officeDocument/2006/relationships/image" Target="../media/image185.png"/><Relationship Id="rId7" Type="http://schemas.openxmlformats.org/officeDocument/2006/relationships/image" Target="../media/image18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94.png"/><Relationship Id="rId4" Type="http://schemas.openxmlformats.org/officeDocument/2006/relationships/image" Target="../media/image192.png"/><Relationship Id="rId5" Type="http://schemas.openxmlformats.org/officeDocument/2006/relationships/image" Target="../media/image181.png"/><Relationship Id="rId6" Type="http://schemas.openxmlformats.org/officeDocument/2006/relationships/image" Target="../media/image183.png"/><Relationship Id="rId7" Type="http://schemas.openxmlformats.org/officeDocument/2006/relationships/image" Target="../media/image195.png"/><Relationship Id="rId8" Type="http://schemas.openxmlformats.org/officeDocument/2006/relationships/image" Target="../media/image1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93.png"/><Relationship Id="rId4" Type="http://schemas.openxmlformats.org/officeDocument/2006/relationships/image" Target="../media/image197.png"/><Relationship Id="rId5" Type="http://schemas.openxmlformats.org/officeDocument/2006/relationships/image" Target="../media/image202.png"/><Relationship Id="rId6" Type="http://schemas.openxmlformats.org/officeDocument/2006/relationships/image" Target="../media/image205.png"/><Relationship Id="rId7" Type="http://schemas.openxmlformats.org/officeDocument/2006/relationships/image" Target="../media/image208.png"/><Relationship Id="rId8" Type="http://schemas.openxmlformats.org/officeDocument/2006/relationships/image" Target="../media/image19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201.png"/><Relationship Id="rId4" Type="http://schemas.openxmlformats.org/officeDocument/2006/relationships/image" Target="../media/image196.png"/><Relationship Id="rId5" Type="http://schemas.openxmlformats.org/officeDocument/2006/relationships/image" Target="../media/image19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9.png"/><Relationship Id="rId4" Type="http://schemas.openxmlformats.org/officeDocument/2006/relationships/image" Target="../media/image210.png"/><Relationship Id="rId5" Type="http://schemas.openxmlformats.org/officeDocument/2006/relationships/image" Target="../media/image212.png"/><Relationship Id="rId6" Type="http://schemas.openxmlformats.org/officeDocument/2006/relationships/image" Target="../media/image214.png"/><Relationship Id="rId7" Type="http://schemas.openxmlformats.org/officeDocument/2006/relationships/image" Target="../media/image20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0.png"/><Relationship Id="rId4" Type="http://schemas.openxmlformats.org/officeDocument/2006/relationships/image" Target="../media/image216.png"/><Relationship Id="rId9" Type="http://schemas.openxmlformats.org/officeDocument/2006/relationships/image" Target="../media/image266.png"/><Relationship Id="rId5" Type="http://schemas.openxmlformats.org/officeDocument/2006/relationships/image" Target="../media/image209.png"/><Relationship Id="rId6" Type="http://schemas.openxmlformats.org/officeDocument/2006/relationships/image" Target="../media/image221.png"/><Relationship Id="rId7" Type="http://schemas.openxmlformats.org/officeDocument/2006/relationships/image" Target="../media/image226.png"/><Relationship Id="rId8" Type="http://schemas.openxmlformats.org/officeDocument/2006/relationships/image" Target="../media/image207.png"/><Relationship Id="rId10" Type="http://schemas.openxmlformats.org/officeDocument/2006/relationships/image" Target="../media/image2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43.png"/><Relationship Id="rId4" Type="http://schemas.openxmlformats.org/officeDocument/2006/relationships/image" Target="../media/image269.png"/><Relationship Id="rId5" Type="http://schemas.openxmlformats.org/officeDocument/2006/relationships/image" Target="../media/image218.png"/><Relationship Id="rId6" Type="http://schemas.openxmlformats.org/officeDocument/2006/relationships/image" Target="../media/image173.png"/><Relationship Id="rId7" Type="http://schemas.openxmlformats.org/officeDocument/2006/relationships/image" Target="../media/image215.png"/><Relationship Id="rId8" Type="http://schemas.openxmlformats.org/officeDocument/2006/relationships/image" Target="../media/image17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19.png"/><Relationship Id="rId4" Type="http://schemas.openxmlformats.org/officeDocument/2006/relationships/image" Target="../media/image217.png"/><Relationship Id="rId5" Type="http://schemas.openxmlformats.org/officeDocument/2006/relationships/image" Target="../media/image124.png"/><Relationship Id="rId6" Type="http://schemas.openxmlformats.org/officeDocument/2006/relationships/image" Target="../media/image123.png"/><Relationship Id="rId7" Type="http://schemas.openxmlformats.org/officeDocument/2006/relationships/image" Target="../media/image225.png"/><Relationship Id="rId8" Type="http://schemas.openxmlformats.org/officeDocument/2006/relationships/image" Target="../media/image2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image" Target="../media/image233.png"/><Relationship Id="rId6" Type="http://schemas.openxmlformats.org/officeDocument/2006/relationships/image" Target="../media/image231.png"/><Relationship Id="rId7" Type="http://schemas.openxmlformats.org/officeDocument/2006/relationships/image" Target="../media/image255.png"/><Relationship Id="rId8" Type="http://schemas.openxmlformats.org/officeDocument/2006/relationships/image" Target="../media/image23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27.png"/><Relationship Id="rId4" Type="http://schemas.openxmlformats.org/officeDocument/2006/relationships/image" Target="../media/image238.png"/><Relationship Id="rId5" Type="http://schemas.openxmlformats.org/officeDocument/2006/relationships/image" Target="../media/image19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53.png"/><Relationship Id="rId4" Type="http://schemas.openxmlformats.org/officeDocument/2006/relationships/image" Target="../media/image181.png"/><Relationship Id="rId5" Type="http://schemas.openxmlformats.org/officeDocument/2006/relationships/image" Target="../media/image240.png"/><Relationship Id="rId6" Type="http://schemas.openxmlformats.org/officeDocument/2006/relationships/image" Target="../media/image192.png"/><Relationship Id="rId7" Type="http://schemas.openxmlformats.org/officeDocument/2006/relationships/image" Target="../media/image2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35.png"/><Relationship Id="rId4" Type="http://schemas.openxmlformats.org/officeDocument/2006/relationships/image" Target="../media/image244.png"/><Relationship Id="rId5" Type="http://schemas.openxmlformats.org/officeDocument/2006/relationships/image" Target="../media/image254.png"/><Relationship Id="rId6" Type="http://schemas.openxmlformats.org/officeDocument/2006/relationships/image" Target="../media/image249.png"/><Relationship Id="rId7" Type="http://schemas.openxmlformats.org/officeDocument/2006/relationships/image" Target="../media/image23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36.png"/><Relationship Id="rId4" Type="http://schemas.openxmlformats.org/officeDocument/2006/relationships/image" Target="../media/image242.png"/><Relationship Id="rId5" Type="http://schemas.openxmlformats.org/officeDocument/2006/relationships/image" Target="../media/image26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41.png"/><Relationship Id="rId4" Type="http://schemas.openxmlformats.org/officeDocument/2006/relationships/image" Target="../media/image239.png"/><Relationship Id="rId5" Type="http://schemas.openxmlformats.org/officeDocument/2006/relationships/image" Target="../media/image259.png"/><Relationship Id="rId6" Type="http://schemas.openxmlformats.org/officeDocument/2006/relationships/image" Target="../media/image192.png"/><Relationship Id="rId7" Type="http://schemas.openxmlformats.org/officeDocument/2006/relationships/image" Target="../media/image260.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50.png"/><Relationship Id="rId4" Type="http://schemas.openxmlformats.org/officeDocument/2006/relationships/image" Target="../media/image245.png"/><Relationship Id="rId5" Type="http://schemas.openxmlformats.org/officeDocument/2006/relationships/image" Target="../media/image24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48.png"/><Relationship Id="rId4" Type="http://schemas.openxmlformats.org/officeDocument/2006/relationships/image" Target="../media/image267.png"/><Relationship Id="rId9" Type="http://schemas.openxmlformats.org/officeDocument/2006/relationships/image" Target="../media/image271.png"/><Relationship Id="rId5" Type="http://schemas.openxmlformats.org/officeDocument/2006/relationships/image" Target="../media/image251.png"/><Relationship Id="rId6" Type="http://schemas.openxmlformats.org/officeDocument/2006/relationships/image" Target="../media/image252.png"/><Relationship Id="rId7" Type="http://schemas.openxmlformats.org/officeDocument/2006/relationships/image" Target="../media/image274.png"/><Relationship Id="rId8" Type="http://schemas.openxmlformats.org/officeDocument/2006/relationships/image" Target="../media/image279.png"/><Relationship Id="rId11" Type="http://schemas.openxmlformats.org/officeDocument/2006/relationships/image" Target="../media/image282.png"/><Relationship Id="rId10" Type="http://schemas.openxmlformats.org/officeDocument/2006/relationships/image" Target="../media/image24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76.png"/><Relationship Id="rId4" Type="http://schemas.openxmlformats.org/officeDocument/2006/relationships/image" Target="../media/image258.png"/><Relationship Id="rId5" Type="http://schemas.openxmlformats.org/officeDocument/2006/relationships/image" Target="../media/image25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4.png"/><Relationship Id="rId4" Type="http://schemas.openxmlformats.org/officeDocument/2006/relationships/image" Target="../media/image261.png"/><Relationship Id="rId5" Type="http://schemas.openxmlformats.org/officeDocument/2006/relationships/image" Target="../media/image265.png"/><Relationship Id="rId6" Type="http://schemas.openxmlformats.org/officeDocument/2006/relationships/image" Target="../media/image25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95.png"/><Relationship Id="rId4" Type="http://schemas.openxmlformats.org/officeDocument/2006/relationships/image" Target="../media/image292.png"/><Relationship Id="rId5" Type="http://schemas.openxmlformats.org/officeDocument/2006/relationships/image" Target="../media/image28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70.png"/><Relationship Id="rId4" Type="http://schemas.openxmlformats.org/officeDocument/2006/relationships/image" Target="../media/image280.png"/><Relationship Id="rId9" Type="http://schemas.openxmlformats.org/officeDocument/2006/relationships/image" Target="../media/image314.png"/><Relationship Id="rId5" Type="http://schemas.openxmlformats.org/officeDocument/2006/relationships/image" Target="../media/image181.png"/><Relationship Id="rId6" Type="http://schemas.openxmlformats.org/officeDocument/2006/relationships/image" Target="../media/image268.png"/><Relationship Id="rId7" Type="http://schemas.openxmlformats.org/officeDocument/2006/relationships/image" Target="../media/image275.png"/><Relationship Id="rId8" Type="http://schemas.openxmlformats.org/officeDocument/2006/relationships/image" Target="../media/image277.png"/><Relationship Id="rId11" Type="http://schemas.openxmlformats.org/officeDocument/2006/relationships/image" Target="../media/image278.png"/><Relationship Id="rId10" Type="http://schemas.openxmlformats.org/officeDocument/2006/relationships/image" Target="../media/image29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305.png"/><Relationship Id="rId4" Type="http://schemas.openxmlformats.org/officeDocument/2006/relationships/image" Target="../media/image272.png"/><Relationship Id="rId5" Type="http://schemas.openxmlformats.org/officeDocument/2006/relationships/image" Target="../media/image18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73.png"/><Relationship Id="rId4" Type="http://schemas.openxmlformats.org/officeDocument/2006/relationships/image" Target="../media/image284.png"/><Relationship Id="rId9" Type="http://schemas.openxmlformats.org/officeDocument/2006/relationships/image" Target="../media/image281.png"/><Relationship Id="rId5" Type="http://schemas.openxmlformats.org/officeDocument/2006/relationships/image" Target="../media/image185.png"/><Relationship Id="rId6" Type="http://schemas.openxmlformats.org/officeDocument/2006/relationships/image" Target="../media/image294.png"/><Relationship Id="rId7" Type="http://schemas.openxmlformats.org/officeDocument/2006/relationships/image" Target="../media/image176.png"/><Relationship Id="rId8" Type="http://schemas.openxmlformats.org/officeDocument/2006/relationships/image" Target="../media/image28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301.png"/><Relationship Id="rId4" Type="http://schemas.openxmlformats.org/officeDocument/2006/relationships/image" Target="../media/image298.png"/><Relationship Id="rId9" Type="http://schemas.openxmlformats.org/officeDocument/2006/relationships/image" Target="../media/image285.png"/><Relationship Id="rId5" Type="http://schemas.openxmlformats.org/officeDocument/2006/relationships/image" Target="../media/image192.png"/><Relationship Id="rId6" Type="http://schemas.openxmlformats.org/officeDocument/2006/relationships/image" Target="../media/image306.png"/><Relationship Id="rId7" Type="http://schemas.openxmlformats.org/officeDocument/2006/relationships/image" Target="../media/image303.png"/><Relationship Id="rId8" Type="http://schemas.openxmlformats.org/officeDocument/2006/relationships/image" Target="../media/image286.png"/><Relationship Id="rId11" Type="http://schemas.openxmlformats.org/officeDocument/2006/relationships/image" Target="../media/image304.png"/><Relationship Id="rId10" Type="http://schemas.openxmlformats.org/officeDocument/2006/relationships/image" Target="../media/image29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89.png"/><Relationship Id="rId4" Type="http://schemas.openxmlformats.org/officeDocument/2006/relationships/image" Target="../media/image310.png"/><Relationship Id="rId9" Type="http://schemas.openxmlformats.org/officeDocument/2006/relationships/image" Target="../media/image309.png"/><Relationship Id="rId5" Type="http://schemas.openxmlformats.org/officeDocument/2006/relationships/image" Target="../media/image214.png"/><Relationship Id="rId6" Type="http://schemas.openxmlformats.org/officeDocument/2006/relationships/image" Target="../media/image290.png"/><Relationship Id="rId7" Type="http://schemas.openxmlformats.org/officeDocument/2006/relationships/image" Target="../media/image300.png"/><Relationship Id="rId8" Type="http://schemas.openxmlformats.org/officeDocument/2006/relationships/image" Target="../media/image28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11.png"/><Relationship Id="rId4" Type="http://schemas.openxmlformats.org/officeDocument/2006/relationships/image" Target="../media/image214.png"/><Relationship Id="rId5" Type="http://schemas.openxmlformats.org/officeDocument/2006/relationships/image" Target="../media/image290.png"/><Relationship Id="rId6" Type="http://schemas.openxmlformats.org/officeDocument/2006/relationships/image" Target="../media/image3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297.png"/><Relationship Id="rId4" Type="http://schemas.openxmlformats.org/officeDocument/2006/relationships/image" Target="../media/image24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296.png"/><Relationship Id="rId4" Type="http://schemas.openxmlformats.org/officeDocument/2006/relationships/image" Target="../media/image312.png"/><Relationship Id="rId5" Type="http://schemas.openxmlformats.org/officeDocument/2006/relationships/image" Target="../media/image17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299.png"/><Relationship Id="rId4" Type="http://schemas.openxmlformats.org/officeDocument/2006/relationships/image" Target="../media/image308.png"/><Relationship Id="rId5" Type="http://schemas.openxmlformats.org/officeDocument/2006/relationships/image" Target="../media/image171.png"/><Relationship Id="rId6" Type="http://schemas.openxmlformats.org/officeDocument/2006/relationships/image" Target="../media/image302.png"/><Relationship Id="rId7" Type="http://schemas.openxmlformats.org/officeDocument/2006/relationships/image" Target="../media/image30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