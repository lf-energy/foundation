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1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3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1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3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5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5.png"/><Relationship Id="rId3" Type="http://schemas.openxmlformats.org/officeDocument/2006/relationships/image" Target="../media/image5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5.png"/><Relationship Id="rId3" Type="http://schemas.openxmlformats.org/officeDocument/2006/relationships/image" Target="../media/image109.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0.png"/><Relationship Id="rId3" Type="http://schemas.openxmlformats.org/officeDocument/2006/relationships/image" Target="../media/image63.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0.png"/><Relationship Id="rId3" Type="http://schemas.openxmlformats.org/officeDocument/2006/relationships/image" Target="../media/image6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5.png"/><Relationship Id="rId3" Type="http://schemas.openxmlformats.org/officeDocument/2006/relationships/image" Target="../media/image109.png"/><Relationship Id="rId4" Type="http://schemas.openxmlformats.org/officeDocument/2006/relationships/image" Target="../media/image6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8.png"/><Relationship Id="rId3" Type="http://schemas.openxmlformats.org/officeDocument/2006/relationships/image" Target="../media/image63.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8.png"/><Relationship Id="rId3" Type="http://schemas.openxmlformats.org/officeDocument/2006/relationships/image" Target="../media/image63.png"/><Relationship Id="rId4" Type="http://schemas.openxmlformats.org/officeDocument/2006/relationships/image" Target="../media/image7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0.png"/><Relationship Id="rId3" Type="http://schemas.openxmlformats.org/officeDocument/2006/relationships/image" Target="../media/image6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109.png"/><Relationship Id="rId4" Type="http://schemas.openxmlformats.org/officeDocument/2006/relationships/image" Target="../media/image83.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0.png"/><Relationship Id="rId3" Type="http://schemas.openxmlformats.org/officeDocument/2006/relationships/image" Target="../media/image63.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1.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1.png"/><Relationship Id="rId3" Type="http://schemas.openxmlformats.org/officeDocument/2006/relationships/image" Target="../media/image1.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3.png"/><Relationship Id="rId3"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21.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50.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6.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9.png"/><Relationship Id="rId3" Type="http://schemas.openxmlformats.org/officeDocument/2006/relationships/image" Target="../media/image10.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5.png"/><Relationship Id="rId3" Type="http://schemas.openxmlformats.org/officeDocument/2006/relationships/image" Target="../media/image50.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3.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5.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1.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1.png"/><Relationship Id="rId3"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3.png"/><Relationship Id="rId3" Type="http://schemas.openxmlformats.org/officeDocument/2006/relationships/image" Target="../media/image2.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3.png"/><Relationship Id="rId3" Type="http://schemas.openxmlformats.org/officeDocument/2006/relationships/image" Target="../media/image104.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 Id="rId3" Type="http://schemas.openxmlformats.org/officeDocument/2006/relationships/image" Target="../media/image50.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21.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5.png"/><Relationship Id="rId3" Type="http://schemas.openxmlformats.org/officeDocument/2006/relationships/image" Target="../media/image50.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1.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6.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4.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3.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2.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22.png"/><Relationship Id="rId4" Type="http://schemas.openxmlformats.org/officeDocument/2006/relationships/image" Target="../media/image120.png"/><Relationship Id="rId9" Type="http://schemas.openxmlformats.org/officeDocument/2006/relationships/image" Target="../media/image119.png"/><Relationship Id="rId5" Type="http://schemas.openxmlformats.org/officeDocument/2006/relationships/image" Target="../media/image112.png"/><Relationship Id="rId6" Type="http://schemas.openxmlformats.org/officeDocument/2006/relationships/image" Target="../media/image114.png"/><Relationship Id="rId7" Type="http://schemas.openxmlformats.org/officeDocument/2006/relationships/image" Target="../media/image139.png"/><Relationship Id="rId8" Type="http://schemas.openxmlformats.org/officeDocument/2006/relationships/image" Target="../media/image117.png"/><Relationship Id="rId11" Type="http://schemas.openxmlformats.org/officeDocument/2006/relationships/image" Target="../media/image140.png"/><Relationship Id="rId10" Type="http://schemas.openxmlformats.org/officeDocument/2006/relationships/image" Target="../media/image152.png"/><Relationship Id="rId13" Type="http://schemas.openxmlformats.org/officeDocument/2006/relationships/image" Target="../media/image148.png"/><Relationship Id="rId12" Type="http://schemas.openxmlformats.org/officeDocument/2006/relationships/image" Target="../media/image141.png"/><Relationship Id="rId15" Type="http://schemas.openxmlformats.org/officeDocument/2006/relationships/image" Target="../media/image131.png"/><Relationship Id="rId14" Type="http://schemas.openxmlformats.org/officeDocument/2006/relationships/image" Target="../media/image126.png"/><Relationship Id="rId17" Type="http://schemas.openxmlformats.org/officeDocument/2006/relationships/image" Target="../media/image125.png"/><Relationship Id="rId16" Type="http://schemas.openxmlformats.org/officeDocument/2006/relationships/image" Target="../media/image129.png"/><Relationship Id="rId19" Type="http://schemas.openxmlformats.org/officeDocument/2006/relationships/image" Target="../media/image138.png"/><Relationship Id="rId18" Type="http://schemas.openxmlformats.org/officeDocument/2006/relationships/image" Target="../media/image12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43.png"/><Relationship Id="rId4" Type="http://schemas.openxmlformats.org/officeDocument/2006/relationships/image" Target="../media/image127.png"/><Relationship Id="rId5" Type="http://schemas.openxmlformats.org/officeDocument/2006/relationships/image" Target="../media/image142.png"/><Relationship Id="rId6" Type="http://schemas.openxmlformats.org/officeDocument/2006/relationships/image" Target="../media/image128.png"/><Relationship Id="rId7"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20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16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34.png"/><Relationship Id="rId5" Type="http://schemas.openxmlformats.org/officeDocument/2006/relationships/image" Target="../media/image149.png"/><Relationship Id="rId6" Type="http://schemas.openxmlformats.org/officeDocument/2006/relationships/image" Target="../media/image13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25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44.png"/><Relationship Id="rId6" Type="http://schemas.openxmlformats.org/officeDocument/2006/relationships/image" Target="../media/image147.png"/><Relationship Id="rId7" Type="http://schemas.openxmlformats.org/officeDocument/2006/relationships/image" Target="../media/image158.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24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4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45.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75.jpg"/><Relationship Id="rId8" Type="http://schemas.openxmlformats.org/officeDocument/2006/relationships/image" Target="../media/image173.jpg"/><Relationship Id="rId11" Type="http://schemas.openxmlformats.org/officeDocument/2006/relationships/hyperlink" Target="http://support.lfenergy.org" TargetMode="External"/><Relationship Id="rId10" Type="http://schemas.openxmlformats.org/officeDocument/2006/relationships/image" Target="../media/image25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221.png"/><Relationship Id="rId7" Type="http://schemas.openxmlformats.org/officeDocument/2006/relationships/image" Target="../media/image25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20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57.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59.png"/><Relationship Id="rId6" Type="http://schemas.openxmlformats.org/officeDocument/2006/relationships/image" Target="../media/image18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53.png"/><Relationship Id="rId9" Type="http://schemas.openxmlformats.org/officeDocument/2006/relationships/image" Target="../media/image155.png"/><Relationship Id="rId5" Type="http://schemas.openxmlformats.org/officeDocument/2006/relationships/image" Target="../media/image163.png"/><Relationship Id="rId6" Type="http://schemas.openxmlformats.org/officeDocument/2006/relationships/image" Target="../media/image151.png"/><Relationship Id="rId7" Type="http://schemas.openxmlformats.org/officeDocument/2006/relationships/image" Target="../media/image154.png"/><Relationship Id="rId8" Type="http://schemas.openxmlformats.org/officeDocument/2006/relationships/image" Target="../media/image15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60.png"/><Relationship Id="rId5" Type="http://schemas.openxmlformats.org/officeDocument/2006/relationships/hyperlink" Target="mailto:membership@lfenergy.org" TargetMode="External"/><Relationship Id="rId6" Type="http://schemas.openxmlformats.org/officeDocument/2006/relationships/image" Target="../media/image170.png"/><Relationship Id="rId7" Type="http://schemas.openxmlformats.org/officeDocument/2006/relationships/image" Target="../media/image164.png"/><Relationship Id="rId8" Type="http://schemas.openxmlformats.org/officeDocument/2006/relationships/image" Target="../media/image17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2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62.png"/><Relationship Id="rId4" Type="http://schemas.openxmlformats.org/officeDocument/2006/relationships/image" Target="../media/image279.png"/><Relationship Id="rId9" Type="http://schemas.openxmlformats.org/officeDocument/2006/relationships/image" Target="../media/image167.png"/><Relationship Id="rId5" Type="http://schemas.openxmlformats.org/officeDocument/2006/relationships/image" Target="../media/image114.png"/><Relationship Id="rId6" Type="http://schemas.openxmlformats.org/officeDocument/2006/relationships/image" Target="../media/image139.png"/><Relationship Id="rId7" Type="http://schemas.openxmlformats.org/officeDocument/2006/relationships/image" Target="../media/image120.png"/><Relationship Id="rId8" Type="http://schemas.openxmlformats.org/officeDocument/2006/relationships/image" Target="../media/image168.png"/><Relationship Id="rId11" Type="http://schemas.openxmlformats.org/officeDocument/2006/relationships/image" Target="../media/image183.png"/><Relationship Id="rId10" Type="http://schemas.openxmlformats.org/officeDocument/2006/relationships/image" Target="../media/image184.png"/><Relationship Id="rId13" Type="http://schemas.openxmlformats.org/officeDocument/2006/relationships/image" Target="../media/image186.png"/><Relationship Id="rId12" Type="http://schemas.openxmlformats.org/officeDocument/2006/relationships/image" Target="../media/image171.png"/><Relationship Id="rId14" Type="http://schemas.openxmlformats.org/officeDocument/2006/relationships/image" Target="../media/image17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88.png"/><Relationship Id="rId4" Type="http://schemas.openxmlformats.org/officeDocument/2006/relationships/image" Target="../media/image178.png"/><Relationship Id="rId5" Type="http://schemas.openxmlformats.org/officeDocument/2006/relationships/image" Target="../media/image206.png"/><Relationship Id="rId6" Type="http://schemas.openxmlformats.org/officeDocument/2006/relationships/image" Target="../media/image177.png"/><Relationship Id="rId7" Type="http://schemas.openxmlformats.org/officeDocument/2006/relationships/image" Target="../media/image18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179.png"/><Relationship Id="rId4" Type="http://schemas.openxmlformats.org/officeDocument/2006/relationships/image" Target="../media/image180.png"/><Relationship Id="rId5" Type="http://schemas.openxmlformats.org/officeDocument/2006/relationships/image" Target="../media/image197.png"/><Relationship Id="rId6" Type="http://schemas.openxmlformats.org/officeDocument/2006/relationships/image" Target="../media/image182.png"/><Relationship Id="rId7" Type="http://schemas.openxmlformats.org/officeDocument/2006/relationships/image" Target="../media/image185.png"/><Relationship Id="rId8" Type="http://schemas.openxmlformats.org/officeDocument/2006/relationships/image" Target="../media/image20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204.png"/><Relationship Id="rId4" Type="http://schemas.openxmlformats.org/officeDocument/2006/relationships/image" Target="../media/image190.png"/><Relationship Id="rId5" Type="http://schemas.openxmlformats.org/officeDocument/2006/relationships/image" Target="../media/image191.png"/><Relationship Id="rId6" Type="http://schemas.openxmlformats.org/officeDocument/2006/relationships/image" Target="../media/image187.png"/><Relationship Id="rId7" Type="http://schemas.openxmlformats.org/officeDocument/2006/relationships/image" Target="../media/image193.png"/><Relationship Id="rId8" Type="http://schemas.openxmlformats.org/officeDocument/2006/relationships/image" Target="../media/image23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194.png"/><Relationship Id="rId4" Type="http://schemas.openxmlformats.org/officeDocument/2006/relationships/image" Target="../media/image192.png"/><Relationship Id="rId5" Type="http://schemas.openxmlformats.org/officeDocument/2006/relationships/image" Target="../media/image19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214.png"/><Relationship Id="rId4" Type="http://schemas.openxmlformats.org/officeDocument/2006/relationships/image" Target="../media/image198.png"/><Relationship Id="rId5" Type="http://schemas.openxmlformats.org/officeDocument/2006/relationships/image" Target="../media/image196.png"/><Relationship Id="rId6" Type="http://schemas.openxmlformats.org/officeDocument/2006/relationships/image" Target="../media/image199.png"/><Relationship Id="rId7" Type="http://schemas.openxmlformats.org/officeDocument/2006/relationships/image" Target="../media/image20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03.png"/><Relationship Id="rId4" Type="http://schemas.openxmlformats.org/officeDocument/2006/relationships/image" Target="../media/image211.png"/><Relationship Id="rId9" Type="http://schemas.openxmlformats.org/officeDocument/2006/relationships/image" Target="../media/image296.png"/><Relationship Id="rId5" Type="http://schemas.openxmlformats.org/officeDocument/2006/relationships/image" Target="../media/image208.png"/><Relationship Id="rId6" Type="http://schemas.openxmlformats.org/officeDocument/2006/relationships/image" Target="../media/image202.png"/><Relationship Id="rId7" Type="http://schemas.openxmlformats.org/officeDocument/2006/relationships/image" Target="../media/image210.png"/><Relationship Id="rId8" Type="http://schemas.openxmlformats.org/officeDocument/2006/relationships/image" Target="../media/image207.png"/><Relationship Id="rId10" Type="http://schemas.openxmlformats.org/officeDocument/2006/relationships/image" Target="../media/image22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15.png"/><Relationship Id="rId4" Type="http://schemas.openxmlformats.org/officeDocument/2006/relationships/image" Target="../media/image262.png"/><Relationship Id="rId5" Type="http://schemas.openxmlformats.org/officeDocument/2006/relationships/image" Target="../media/image212.png"/><Relationship Id="rId6" Type="http://schemas.openxmlformats.org/officeDocument/2006/relationships/image" Target="../media/image186.png"/><Relationship Id="rId7" Type="http://schemas.openxmlformats.org/officeDocument/2006/relationships/image" Target="../media/image217.png"/><Relationship Id="rId8" Type="http://schemas.openxmlformats.org/officeDocument/2006/relationships/image" Target="../media/image17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16.png"/><Relationship Id="rId4" Type="http://schemas.openxmlformats.org/officeDocument/2006/relationships/image" Target="../media/image218.png"/><Relationship Id="rId5" Type="http://schemas.openxmlformats.org/officeDocument/2006/relationships/image" Target="../media/image152.png"/><Relationship Id="rId6" Type="http://schemas.openxmlformats.org/officeDocument/2006/relationships/image" Target="../media/image140.png"/><Relationship Id="rId7" Type="http://schemas.openxmlformats.org/officeDocument/2006/relationships/image" Target="../media/image220.png"/><Relationship Id="rId8" Type="http://schemas.openxmlformats.org/officeDocument/2006/relationships/image" Target="../media/image2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25.png"/><Relationship Id="rId4" Type="http://schemas.openxmlformats.org/officeDocument/2006/relationships/image" Target="../media/image239.png"/><Relationship Id="rId5" Type="http://schemas.openxmlformats.org/officeDocument/2006/relationships/image" Target="../media/image241.png"/><Relationship Id="rId6" Type="http://schemas.openxmlformats.org/officeDocument/2006/relationships/image" Target="../media/image231.png"/><Relationship Id="rId7" Type="http://schemas.openxmlformats.org/officeDocument/2006/relationships/image" Target="../media/image222.png"/><Relationship Id="rId8" Type="http://schemas.openxmlformats.org/officeDocument/2006/relationships/image" Target="../media/image2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24.png"/><Relationship Id="rId4" Type="http://schemas.openxmlformats.org/officeDocument/2006/relationships/image" Target="../media/image243.png"/><Relationship Id="rId5" Type="http://schemas.openxmlformats.org/officeDocument/2006/relationships/image" Target="../media/image18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34.png"/><Relationship Id="rId4" Type="http://schemas.openxmlformats.org/officeDocument/2006/relationships/image" Target="../media/image197.png"/><Relationship Id="rId5" Type="http://schemas.openxmlformats.org/officeDocument/2006/relationships/image" Target="../media/image249.png"/><Relationship Id="rId6" Type="http://schemas.openxmlformats.org/officeDocument/2006/relationships/image" Target="../media/image180.png"/><Relationship Id="rId7" Type="http://schemas.openxmlformats.org/officeDocument/2006/relationships/image" Target="../media/image22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26.png"/><Relationship Id="rId4" Type="http://schemas.openxmlformats.org/officeDocument/2006/relationships/image" Target="../media/image230.png"/><Relationship Id="rId5" Type="http://schemas.openxmlformats.org/officeDocument/2006/relationships/image" Target="../media/image238.png"/><Relationship Id="rId6" Type="http://schemas.openxmlformats.org/officeDocument/2006/relationships/image" Target="../media/image235.png"/><Relationship Id="rId7" Type="http://schemas.openxmlformats.org/officeDocument/2006/relationships/image" Target="../media/image2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65.png"/><Relationship Id="rId4" Type="http://schemas.openxmlformats.org/officeDocument/2006/relationships/image" Target="../media/image237.png"/><Relationship Id="rId5" Type="http://schemas.openxmlformats.org/officeDocument/2006/relationships/image" Target="../media/image2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40.png"/><Relationship Id="rId4" Type="http://schemas.openxmlformats.org/officeDocument/2006/relationships/image" Target="../media/image266.png"/><Relationship Id="rId5" Type="http://schemas.openxmlformats.org/officeDocument/2006/relationships/image" Target="../media/image300.png"/><Relationship Id="rId6" Type="http://schemas.openxmlformats.org/officeDocument/2006/relationships/image" Target="../media/image180.png"/><Relationship Id="rId7" Type="http://schemas.openxmlformats.org/officeDocument/2006/relationships/image" Target="../media/image242.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45.png"/><Relationship Id="rId4" Type="http://schemas.openxmlformats.org/officeDocument/2006/relationships/image" Target="../media/image275.png"/><Relationship Id="rId5" Type="http://schemas.openxmlformats.org/officeDocument/2006/relationships/image" Target="../media/image24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76.png"/><Relationship Id="rId4" Type="http://schemas.openxmlformats.org/officeDocument/2006/relationships/image" Target="../media/image246.png"/><Relationship Id="rId9" Type="http://schemas.openxmlformats.org/officeDocument/2006/relationships/image" Target="../media/image254.png"/><Relationship Id="rId5" Type="http://schemas.openxmlformats.org/officeDocument/2006/relationships/image" Target="../media/image291.png"/><Relationship Id="rId6" Type="http://schemas.openxmlformats.org/officeDocument/2006/relationships/image" Target="../media/image251.png"/><Relationship Id="rId7" Type="http://schemas.openxmlformats.org/officeDocument/2006/relationships/image" Target="../media/image263.png"/><Relationship Id="rId8" Type="http://schemas.openxmlformats.org/officeDocument/2006/relationships/image" Target="../media/image250.png"/><Relationship Id="rId11" Type="http://schemas.openxmlformats.org/officeDocument/2006/relationships/image" Target="../media/image257.png"/><Relationship Id="rId10" Type="http://schemas.openxmlformats.org/officeDocument/2006/relationships/image" Target="../media/image25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55.png"/><Relationship Id="rId4" Type="http://schemas.openxmlformats.org/officeDocument/2006/relationships/image" Target="../media/image298.png"/><Relationship Id="rId5" Type="http://schemas.openxmlformats.org/officeDocument/2006/relationships/image" Target="../media/image27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59.png"/><Relationship Id="rId4" Type="http://schemas.openxmlformats.org/officeDocument/2006/relationships/image" Target="../media/image260.png"/><Relationship Id="rId5" Type="http://schemas.openxmlformats.org/officeDocument/2006/relationships/image" Target="../media/image267.png"/><Relationship Id="rId6" Type="http://schemas.openxmlformats.org/officeDocument/2006/relationships/image" Target="../media/image27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271.png"/><Relationship Id="rId4" Type="http://schemas.openxmlformats.org/officeDocument/2006/relationships/image" Target="../media/image270.png"/><Relationship Id="rId5" Type="http://schemas.openxmlformats.org/officeDocument/2006/relationships/image" Target="../media/image26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64.png"/><Relationship Id="rId4" Type="http://schemas.openxmlformats.org/officeDocument/2006/relationships/image" Target="../media/image273.png"/><Relationship Id="rId9" Type="http://schemas.openxmlformats.org/officeDocument/2006/relationships/image" Target="../media/image314.png"/><Relationship Id="rId5" Type="http://schemas.openxmlformats.org/officeDocument/2006/relationships/image" Target="../media/image197.png"/><Relationship Id="rId6" Type="http://schemas.openxmlformats.org/officeDocument/2006/relationships/image" Target="../media/image304.png"/><Relationship Id="rId7" Type="http://schemas.openxmlformats.org/officeDocument/2006/relationships/image" Target="../media/image269.png"/><Relationship Id="rId8" Type="http://schemas.openxmlformats.org/officeDocument/2006/relationships/image" Target="../media/image268.png"/><Relationship Id="rId11" Type="http://schemas.openxmlformats.org/officeDocument/2006/relationships/image" Target="../media/image274.png"/><Relationship Id="rId10" Type="http://schemas.openxmlformats.org/officeDocument/2006/relationships/image" Target="../media/image28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92.png"/><Relationship Id="rId4" Type="http://schemas.openxmlformats.org/officeDocument/2006/relationships/image" Target="../media/image285.png"/><Relationship Id="rId5" Type="http://schemas.openxmlformats.org/officeDocument/2006/relationships/image" Target="../media/image19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83.png"/><Relationship Id="rId4" Type="http://schemas.openxmlformats.org/officeDocument/2006/relationships/image" Target="../media/image277.png"/><Relationship Id="rId9" Type="http://schemas.openxmlformats.org/officeDocument/2006/relationships/image" Target="../media/image280.png"/><Relationship Id="rId5" Type="http://schemas.openxmlformats.org/officeDocument/2006/relationships/image" Target="../media/image177.png"/><Relationship Id="rId6" Type="http://schemas.openxmlformats.org/officeDocument/2006/relationships/image" Target="../media/image284.png"/><Relationship Id="rId7" Type="http://schemas.openxmlformats.org/officeDocument/2006/relationships/image" Target="../media/image206.png"/><Relationship Id="rId8" Type="http://schemas.openxmlformats.org/officeDocument/2006/relationships/image" Target="../media/image27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282.png"/><Relationship Id="rId4" Type="http://schemas.openxmlformats.org/officeDocument/2006/relationships/image" Target="../media/image308.png"/><Relationship Id="rId9" Type="http://schemas.openxmlformats.org/officeDocument/2006/relationships/image" Target="../media/image287.png"/><Relationship Id="rId5" Type="http://schemas.openxmlformats.org/officeDocument/2006/relationships/image" Target="../media/image180.png"/><Relationship Id="rId6" Type="http://schemas.openxmlformats.org/officeDocument/2006/relationships/image" Target="../media/image288.png"/><Relationship Id="rId7" Type="http://schemas.openxmlformats.org/officeDocument/2006/relationships/image" Target="../media/image286.png"/><Relationship Id="rId8" Type="http://schemas.openxmlformats.org/officeDocument/2006/relationships/image" Target="../media/image302.png"/><Relationship Id="rId11" Type="http://schemas.openxmlformats.org/officeDocument/2006/relationships/image" Target="../media/image290.png"/><Relationship Id="rId10" Type="http://schemas.openxmlformats.org/officeDocument/2006/relationships/image" Target="../media/image31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289.png"/><Relationship Id="rId4" Type="http://schemas.openxmlformats.org/officeDocument/2006/relationships/image" Target="../media/image297.png"/><Relationship Id="rId9" Type="http://schemas.openxmlformats.org/officeDocument/2006/relationships/image" Target="../media/image294.png"/><Relationship Id="rId5" Type="http://schemas.openxmlformats.org/officeDocument/2006/relationships/image" Target="../media/image199.png"/><Relationship Id="rId6" Type="http://schemas.openxmlformats.org/officeDocument/2006/relationships/image" Target="../media/image295.png"/><Relationship Id="rId7" Type="http://schemas.openxmlformats.org/officeDocument/2006/relationships/image" Target="../media/image309.png"/><Relationship Id="rId8" Type="http://schemas.openxmlformats.org/officeDocument/2006/relationships/image" Target="../media/image29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301.png"/><Relationship Id="rId4" Type="http://schemas.openxmlformats.org/officeDocument/2006/relationships/image" Target="../media/image199.png"/><Relationship Id="rId5" Type="http://schemas.openxmlformats.org/officeDocument/2006/relationships/image" Target="../media/image295.png"/><Relationship Id="rId6" Type="http://schemas.openxmlformats.org/officeDocument/2006/relationships/image" Target="../media/image30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311.png"/><Relationship Id="rId4" Type="http://schemas.openxmlformats.org/officeDocument/2006/relationships/image" Target="../media/image24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299.png"/><Relationship Id="rId4" Type="http://schemas.openxmlformats.org/officeDocument/2006/relationships/image" Target="../media/image313.png"/><Relationship Id="rId5" Type="http://schemas.openxmlformats.org/officeDocument/2006/relationships/image" Target="../media/image20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306.png"/><Relationship Id="rId4" Type="http://schemas.openxmlformats.org/officeDocument/2006/relationships/image" Target="../media/image312.png"/><Relationship Id="rId5" Type="http://schemas.openxmlformats.org/officeDocument/2006/relationships/image" Target="../media/image171.png"/><Relationship Id="rId6" Type="http://schemas.openxmlformats.org/officeDocument/2006/relationships/image" Target="../media/image303.png"/><Relationship Id="rId7" Type="http://schemas.openxmlformats.org/officeDocument/2006/relationships/image" Target="../media/image30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