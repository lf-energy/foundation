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2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 Id="rId3" Type="http://schemas.openxmlformats.org/officeDocument/2006/relationships/image" Target="../media/image3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66.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6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60.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66.png"/><Relationship Id="rId4" Type="http://schemas.openxmlformats.org/officeDocument/2006/relationships/image" Target="../media/image6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6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60.png"/><Relationship Id="rId4" Type="http://schemas.openxmlformats.org/officeDocument/2006/relationships/image" Target="../media/image7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6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9.png"/><Relationship Id="rId3" Type="http://schemas.openxmlformats.org/officeDocument/2006/relationships/image" Target="../media/image66.png"/><Relationship Id="rId4" Type="http://schemas.openxmlformats.org/officeDocument/2006/relationships/image" Target="../media/image8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60.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 Id="rId3" Type="http://schemas.openxmlformats.org/officeDocument/2006/relationships/image" Target="../media/image95.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2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6.png"/><Relationship Id="rId3" Type="http://schemas.openxmlformats.org/officeDocument/2006/relationships/image" Target="../media/image3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5.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2.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8.png"/><Relationship Id="rId3" Type="http://schemas.openxmlformats.org/officeDocument/2006/relationships/image" Target="../media/image128.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2.png"/><Relationship Id="rId3" Type="http://schemas.openxmlformats.org/officeDocument/2006/relationships/image" Target="../media/image95.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6.png"/><Relationship Id="rId3" Type="http://schemas.openxmlformats.org/officeDocument/2006/relationships/image" Target="../media/image37.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2.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3.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1.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4.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07.png"/><Relationship Id="rId4" Type="http://schemas.openxmlformats.org/officeDocument/2006/relationships/image" Target="../media/image110.png"/><Relationship Id="rId9" Type="http://schemas.openxmlformats.org/officeDocument/2006/relationships/image" Target="../media/image115.png"/><Relationship Id="rId5" Type="http://schemas.openxmlformats.org/officeDocument/2006/relationships/image" Target="../media/image111.png"/><Relationship Id="rId6" Type="http://schemas.openxmlformats.org/officeDocument/2006/relationships/image" Target="../media/image113.png"/><Relationship Id="rId7" Type="http://schemas.openxmlformats.org/officeDocument/2006/relationships/image" Target="../media/image120.png"/><Relationship Id="rId8" Type="http://schemas.openxmlformats.org/officeDocument/2006/relationships/image" Target="../media/image152.png"/><Relationship Id="rId11" Type="http://schemas.openxmlformats.org/officeDocument/2006/relationships/image" Target="../media/image123.png"/><Relationship Id="rId10" Type="http://schemas.openxmlformats.org/officeDocument/2006/relationships/image" Target="../media/image118.png"/><Relationship Id="rId13" Type="http://schemas.openxmlformats.org/officeDocument/2006/relationships/image" Target="../media/image125.png"/><Relationship Id="rId12" Type="http://schemas.openxmlformats.org/officeDocument/2006/relationships/image" Target="../media/image122.png"/><Relationship Id="rId15" Type="http://schemas.openxmlformats.org/officeDocument/2006/relationships/image" Target="../media/image130.png"/><Relationship Id="rId14" Type="http://schemas.openxmlformats.org/officeDocument/2006/relationships/image" Target="../media/image121.png"/><Relationship Id="rId17" Type="http://schemas.openxmlformats.org/officeDocument/2006/relationships/image" Target="../media/image133.png"/><Relationship Id="rId16" Type="http://schemas.openxmlformats.org/officeDocument/2006/relationships/image" Target="../media/image180.png"/><Relationship Id="rId19" Type="http://schemas.openxmlformats.org/officeDocument/2006/relationships/image" Target="../media/image136.png"/><Relationship Id="rId18" Type="http://schemas.openxmlformats.org/officeDocument/2006/relationships/image" Target="../media/image13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38.png"/><Relationship Id="rId4" Type="http://schemas.openxmlformats.org/officeDocument/2006/relationships/image" Target="../media/image134.png"/><Relationship Id="rId5" Type="http://schemas.openxmlformats.org/officeDocument/2006/relationships/image" Target="../media/image139.png"/><Relationship Id="rId6" Type="http://schemas.openxmlformats.org/officeDocument/2006/relationships/image" Target="../media/image137.png"/><Relationship Id="rId7"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30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40.png"/><Relationship Id="rId5" Type="http://schemas.openxmlformats.org/officeDocument/2006/relationships/image" Target="../media/image145.png"/><Relationship Id="rId6" Type="http://schemas.openxmlformats.org/officeDocument/2006/relationships/image" Target="../media/image14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9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62.png"/><Relationship Id="rId6" Type="http://schemas.openxmlformats.org/officeDocument/2006/relationships/image" Target="../media/image151.png"/><Relationship Id="rId7" Type="http://schemas.openxmlformats.org/officeDocument/2006/relationships/image" Target="../media/image14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25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4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211.jpg"/><Relationship Id="rId8" Type="http://schemas.openxmlformats.org/officeDocument/2006/relationships/image" Target="../media/image146.jpg"/><Relationship Id="rId11" Type="http://schemas.openxmlformats.org/officeDocument/2006/relationships/hyperlink" Target="http://support.lfenergy.org" TargetMode="External"/><Relationship Id="rId10" Type="http://schemas.openxmlformats.org/officeDocument/2006/relationships/image" Target="../media/image31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242.png"/><Relationship Id="rId7" Type="http://schemas.openxmlformats.org/officeDocument/2006/relationships/image" Target="../media/image30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30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0.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47.png"/><Relationship Id="rId6" Type="http://schemas.openxmlformats.org/officeDocument/2006/relationships/image" Target="../media/image20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8.png"/><Relationship Id="rId9" Type="http://schemas.openxmlformats.org/officeDocument/2006/relationships/image" Target="../media/image157.png"/><Relationship Id="rId5" Type="http://schemas.openxmlformats.org/officeDocument/2006/relationships/image" Target="../media/image153.png"/><Relationship Id="rId6" Type="http://schemas.openxmlformats.org/officeDocument/2006/relationships/image" Target="../media/image154.png"/><Relationship Id="rId7" Type="http://schemas.openxmlformats.org/officeDocument/2006/relationships/image" Target="../media/image156.png"/><Relationship Id="rId8" Type="http://schemas.openxmlformats.org/officeDocument/2006/relationships/image" Target="../media/image16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5.png"/><Relationship Id="rId5" Type="http://schemas.openxmlformats.org/officeDocument/2006/relationships/hyperlink" Target="mailto:membership@lfenergy.org" TargetMode="External"/><Relationship Id="rId6" Type="http://schemas.openxmlformats.org/officeDocument/2006/relationships/image" Target="../media/image159.png"/><Relationship Id="rId7" Type="http://schemas.openxmlformats.org/officeDocument/2006/relationships/image" Target="../media/image163.png"/><Relationship Id="rId8" Type="http://schemas.openxmlformats.org/officeDocument/2006/relationships/image" Target="../media/image16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5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7.png"/><Relationship Id="rId4" Type="http://schemas.openxmlformats.org/officeDocument/2006/relationships/image" Target="../media/image311.png"/><Relationship Id="rId9" Type="http://schemas.openxmlformats.org/officeDocument/2006/relationships/image" Target="../media/image194.png"/><Relationship Id="rId5" Type="http://schemas.openxmlformats.org/officeDocument/2006/relationships/image" Target="../media/image113.png"/><Relationship Id="rId6" Type="http://schemas.openxmlformats.org/officeDocument/2006/relationships/image" Target="../media/image120.png"/><Relationship Id="rId7" Type="http://schemas.openxmlformats.org/officeDocument/2006/relationships/image" Target="../media/image110.png"/><Relationship Id="rId8" Type="http://schemas.openxmlformats.org/officeDocument/2006/relationships/image" Target="../media/image168.png"/><Relationship Id="rId11" Type="http://schemas.openxmlformats.org/officeDocument/2006/relationships/image" Target="../media/image171.png"/><Relationship Id="rId10" Type="http://schemas.openxmlformats.org/officeDocument/2006/relationships/image" Target="../media/image172.png"/><Relationship Id="rId13" Type="http://schemas.openxmlformats.org/officeDocument/2006/relationships/image" Target="../media/image176.png"/><Relationship Id="rId12" Type="http://schemas.openxmlformats.org/officeDocument/2006/relationships/image" Target="../media/image173.png"/><Relationship Id="rId14" Type="http://schemas.openxmlformats.org/officeDocument/2006/relationships/image" Target="../media/image1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4.png"/><Relationship Id="rId4" Type="http://schemas.openxmlformats.org/officeDocument/2006/relationships/image" Target="../media/image179.png"/><Relationship Id="rId5" Type="http://schemas.openxmlformats.org/officeDocument/2006/relationships/image" Target="../media/image178.png"/><Relationship Id="rId6" Type="http://schemas.openxmlformats.org/officeDocument/2006/relationships/image" Target="../media/image177.png"/><Relationship Id="rId7" Type="http://schemas.openxmlformats.org/officeDocument/2006/relationships/image" Target="../media/image1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85.png"/><Relationship Id="rId4" Type="http://schemas.openxmlformats.org/officeDocument/2006/relationships/image" Target="../media/image182.png"/><Relationship Id="rId5" Type="http://schemas.openxmlformats.org/officeDocument/2006/relationships/image" Target="../media/image181.png"/><Relationship Id="rId6" Type="http://schemas.openxmlformats.org/officeDocument/2006/relationships/image" Target="../media/image183.png"/><Relationship Id="rId7" Type="http://schemas.openxmlformats.org/officeDocument/2006/relationships/image" Target="../media/image186.png"/><Relationship Id="rId8" Type="http://schemas.openxmlformats.org/officeDocument/2006/relationships/image" Target="../media/image19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90.png"/><Relationship Id="rId6" Type="http://schemas.openxmlformats.org/officeDocument/2006/relationships/image" Target="../media/image191.png"/><Relationship Id="rId7" Type="http://schemas.openxmlformats.org/officeDocument/2006/relationships/image" Target="../media/image189.png"/><Relationship Id="rId8" Type="http://schemas.openxmlformats.org/officeDocument/2006/relationships/image" Target="../media/image19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97.png"/><Relationship Id="rId4" Type="http://schemas.openxmlformats.org/officeDocument/2006/relationships/image" Target="../media/image195.png"/><Relationship Id="rId5" Type="http://schemas.openxmlformats.org/officeDocument/2006/relationships/image" Target="../media/image19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9.png"/><Relationship Id="rId4" Type="http://schemas.openxmlformats.org/officeDocument/2006/relationships/image" Target="../media/image198.png"/><Relationship Id="rId5" Type="http://schemas.openxmlformats.org/officeDocument/2006/relationships/image" Target="../media/image200.png"/><Relationship Id="rId6" Type="http://schemas.openxmlformats.org/officeDocument/2006/relationships/image" Target="../media/image203.png"/><Relationship Id="rId7" Type="http://schemas.openxmlformats.org/officeDocument/2006/relationships/image" Target="../media/image20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5.png"/><Relationship Id="rId4" Type="http://schemas.openxmlformats.org/officeDocument/2006/relationships/image" Target="../media/image218.png"/><Relationship Id="rId9" Type="http://schemas.openxmlformats.org/officeDocument/2006/relationships/image" Target="../media/image217.png"/><Relationship Id="rId5" Type="http://schemas.openxmlformats.org/officeDocument/2006/relationships/image" Target="../media/image204.png"/><Relationship Id="rId6" Type="http://schemas.openxmlformats.org/officeDocument/2006/relationships/image" Target="../media/image208.png"/><Relationship Id="rId7" Type="http://schemas.openxmlformats.org/officeDocument/2006/relationships/image" Target="../media/image209.png"/><Relationship Id="rId8" Type="http://schemas.openxmlformats.org/officeDocument/2006/relationships/image" Target="../media/image206.png"/><Relationship Id="rId10" Type="http://schemas.openxmlformats.org/officeDocument/2006/relationships/image" Target="../media/image21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07.png"/><Relationship Id="rId4" Type="http://schemas.openxmlformats.org/officeDocument/2006/relationships/image" Target="../media/image266.png"/><Relationship Id="rId5" Type="http://schemas.openxmlformats.org/officeDocument/2006/relationships/image" Target="../media/image212.png"/><Relationship Id="rId6" Type="http://schemas.openxmlformats.org/officeDocument/2006/relationships/image" Target="../media/image176.png"/><Relationship Id="rId7" Type="http://schemas.openxmlformats.org/officeDocument/2006/relationships/image" Target="../media/image215.png"/><Relationship Id="rId8" Type="http://schemas.openxmlformats.org/officeDocument/2006/relationships/image" Target="../media/image17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3.png"/><Relationship Id="rId4" Type="http://schemas.openxmlformats.org/officeDocument/2006/relationships/image" Target="../media/image226.png"/><Relationship Id="rId5" Type="http://schemas.openxmlformats.org/officeDocument/2006/relationships/image" Target="../media/image118.png"/><Relationship Id="rId6" Type="http://schemas.openxmlformats.org/officeDocument/2006/relationships/image" Target="../media/image123.png"/><Relationship Id="rId7" Type="http://schemas.openxmlformats.org/officeDocument/2006/relationships/image" Target="../media/image221.png"/><Relationship Id="rId8" Type="http://schemas.openxmlformats.org/officeDocument/2006/relationships/image" Target="../media/image2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5.png"/><Relationship Id="rId4" Type="http://schemas.openxmlformats.org/officeDocument/2006/relationships/image" Target="../media/image222.png"/><Relationship Id="rId5" Type="http://schemas.openxmlformats.org/officeDocument/2006/relationships/image" Target="../media/image224.png"/><Relationship Id="rId6" Type="http://schemas.openxmlformats.org/officeDocument/2006/relationships/image" Target="../media/image219.png"/><Relationship Id="rId7" Type="http://schemas.openxmlformats.org/officeDocument/2006/relationships/image" Target="../media/image228.png"/><Relationship Id="rId8" Type="http://schemas.openxmlformats.org/officeDocument/2006/relationships/image" Target="../media/image2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7.png"/><Relationship Id="rId4" Type="http://schemas.openxmlformats.org/officeDocument/2006/relationships/image" Target="../media/image230.png"/><Relationship Id="rId5" Type="http://schemas.openxmlformats.org/officeDocument/2006/relationships/image" Target="../media/image18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29.png"/><Relationship Id="rId4" Type="http://schemas.openxmlformats.org/officeDocument/2006/relationships/image" Target="../media/image181.png"/><Relationship Id="rId5" Type="http://schemas.openxmlformats.org/officeDocument/2006/relationships/image" Target="../media/image231.png"/><Relationship Id="rId6" Type="http://schemas.openxmlformats.org/officeDocument/2006/relationships/image" Target="../media/image182.png"/><Relationship Id="rId7" Type="http://schemas.openxmlformats.org/officeDocument/2006/relationships/image" Target="../media/image25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2.png"/><Relationship Id="rId4" Type="http://schemas.openxmlformats.org/officeDocument/2006/relationships/image" Target="../media/image234.png"/><Relationship Id="rId5" Type="http://schemas.openxmlformats.org/officeDocument/2006/relationships/image" Target="../media/image240.png"/><Relationship Id="rId6" Type="http://schemas.openxmlformats.org/officeDocument/2006/relationships/image" Target="../media/image233.png"/><Relationship Id="rId7" Type="http://schemas.openxmlformats.org/officeDocument/2006/relationships/image" Target="../media/image2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9.png"/><Relationship Id="rId4" Type="http://schemas.openxmlformats.org/officeDocument/2006/relationships/image" Target="../media/image243.png"/><Relationship Id="rId5" Type="http://schemas.openxmlformats.org/officeDocument/2006/relationships/image" Target="../media/image23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36.png"/><Relationship Id="rId4" Type="http://schemas.openxmlformats.org/officeDocument/2006/relationships/image" Target="../media/image238.png"/><Relationship Id="rId5" Type="http://schemas.openxmlformats.org/officeDocument/2006/relationships/image" Target="../media/image241.png"/><Relationship Id="rId6" Type="http://schemas.openxmlformats.org/officeDocument/2006/relationships/image" Target="../media/image182.png"/><Relationship Id="rId7" Type="http://schemas.openxmlformats.org/officeDocument/2006/relationships/image" Target="../media/image244.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9.png"/><Relationship Id="rId4" Type="http://schemas.openxmlformats.org/officeDocument/2006/relationships/image" Target="../media/image245.png"/><Relationship Id="rId5" Type="http://schemas.openxmlformats.org/officeDocument/2006/relationships/image" Target="../media/image2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7.png"/><Relationship Id="rId4" Type="http://schemas.openxmlformats.org/officeDocument/2006/relationships/image" Target="../media/image286.png"/><Relationship Id="rId9" Type="http://schemas.openxmlformats.org/officeDocument/2006/relationships/image" Target="../media/image255.png"/><Relationship Id="rId5" Type="http://schemas.openxmlformats.org/officeDocument/2006/relationships/image" Target="../media/image254.png"/><Relationship Id="rId6" Type="http://schemas.openxmlformats.org/officeDocument/2006/relationships/image" Target="../media/image265.png"/><Relationship Id="rId7" Type="http://schemas.openxmlformats.org/officeDocument/2006/relationships/image" Target="../media/image251.png"/><Relationship Id="rId8" Type="http://schemas.openxmlformats.org/officeDocument/2006/relationships/image" Target="../media/image252.png"/><Relationship Id="rId11" Type="http://schemas.openxmlformats.org/officeDocument/2006/relationships/image" Target="../media/image263.png"/><Relationship Id="rId10" Type="http://schemas.openxmlformats.org/officeDocument/2006/relationships/image" Target="../media/image2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60.png"/><Relationship Id="rId4" Type="http://schemas.openxmlformats.org/officeDocument/2006/relationships/image" Target="../media/image257.png"/><Relationship Id="rId5" Type="http://schemas.openxmlformats.org/officeDocument/2006/relationships/image" Target="../media/image26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59.png"/><Relationship Id="rId4" Type="http://schemas.openxmlformats.org/officeDocument/2006/relationships/image" Target="../media/image261.png"/><Relationship Id="rId5" Type="http://schemas.openxmlformats.org/officeDocument/2006/relationships/image" Target="../media/image264.png"/><Relationship Id="rId6" Type="http://schemas.openxmlformats.org/officeDocument/2006/relationships/image" Target="../media/image26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7.png"/><Relationship Id="rId4" Type="http://schemas.openxmlformats.org/officeDocument/2006/relationships/image" Target="../media/image268.png"/><Relationship Id="rId5" Type="http://schemas.openxmlformats.org/officeDocument/2006/relationships/image" Target="../media/image26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71.png"/><Relationship Id="rId4" Type="http://schemas.openxmlformats.org/officeDocument/2006/relationships/image" Target="../media/image272.png"/><Relationship Id="rId9" Type="http://schemas.openxmlformats.org/officeDocument/2006/relationships/image" Target="../media/image294.png"/><Relationship Id="rId5" Type="http://schemas.openxmlformats.org/officeDocument/2006/relationships/image" Target="../media/image181.png"/><Relationship Id="rId6" Type="http://schemas.openxmlformats.org/officeDocument/2006/relationships/image" Target="../media/image270.png"/><Relationship Id="rId7" Type="http://schemas.openxmlformats.org/officeDocument/2006/relationships/image" Target="../media/image278.png"/><Relationship Id="rId8" Type="http://schemas.openxmlformats.org/officeDocument/2006/relationships/image" Target="../media/image284.png"/><Relationship Id="rId11" Type="http://schemas.openxmlformats.org/officeDocument/2006/relationships/image" Target="../media/image275.png"/><Relationship Id="rId10" Type="http://schemas.openxmlformats.org/officeDocument/2006/relationships/image" Target="../media/image27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74.png"/><Relationship Id="rId4" Type="http://schemas.openxmlformats.org/officeDocument/2006/relationships/image" Target="../media/image292.png"/><Relationship Id="rId5" Type="http://schemas.openxmlformats.org/officeDocument/2006/relationships/image" Target="../media/image1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0.png"/><Relationship Id="rId4" Type="http://schemas.openxmlformats.org/officeDocument/2006/relationships/image" Target="../media/image279.png"/><Relationship Id="rId9" Type="http://schemas.openxmlformats.org/officeDocument/2006/relationships/image" Target="../media/image277.png"/><Relationship Id="rId5" Type="http://schemas.openxmlformats.org/officeDocument/2006/relationships/image" Target="../media/image177.png"/><Relationship Id="rId6" Type="http://schemas.openxmlformats.org/officeDocument/2006/relationships/image" Target="../media/image281.png"/><Relationship Id="rId7" Type="http://schemas.openxmlformats.org/officeDocument/2006/relationships/image" Target="../media/image178.png"/><Relationship Id="rId8" Type="http://schemas.openxmlformats.org/officeDocument/2006/relationships/image" Target="../media/image27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3.png"/><Relationship Id="rId4" Type="http://schemas.openxmlformats.org/officeDocument/2006/relationships/image" Target="../media/image282.png"/><Relationship Id="rId9" Type="http://schemas.openxmlformats.org/officeDocument/2006/relationships/image" Target="../media/image287.png"/><Relationship Id="rId5" Type="http://schemas.openxmlformats.org/officeDocument/2006/relationships/image" Target="../media/image182.png"/><Relationship Id="rId6" Type="http://schemas.openxmlformats.org/officeDocument/2006/relationships/image" Target="../media/image298.png"/><Relationship Id="rId7" Type="http://schemas.openxmlformats.org/officeDocument/2006/relationships/image" Target="../media/image288.png"/><Relationship Id="rId8" Type="http://schemas.openxmlformats.org/officeDocument/2006/relationships/image" Target="../media/image285.png"/><Relationship Id="rId11" Type="http://schemas.openxmlformats.org/officeDocument/2006/relationships/image" Target="../media/image301.png"/><Relationship Id="rId10" Type="http://schemas.openxmlformats.org/officeDocument/2006/relationships/image" Target="../media/image30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89.png"/><Relationship Id="rId4" Type="http://schemas.openxmlformats.org/officeDocument/2006/relationships/image" Target="../media/image293.png"/><Relationship Id="rId9" Type="http://schemas.openxmlformats.org/officeDocument/2006/relationships/image" Target="../media/image296.png"/><Relationship Id="rId5" Type="http://schemas.openxmlformats.org/officeDocument/2006/relationships/image" Target="../media/image203.png"/><Relationship Id="rId6" Type="http://schemas.openxmlformats.org/officeDocument/2006/relationships/image" Target="../media/image291.png"/><Relationship Id="rId7" Type="http://schemas.openxmlformats.org/officeDocument/2006/relationships/image" Target="../media/image295.png"/><Relationship Id="rId8" Type="http://schemas.openxmlformats.org/officeDocument/2006/relationships/image" Target="../media/image29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10.png"/><Relationship Id="rId4" Type="http://schemas.openxmlformats.org/officeDocument/2006/relationships/image" Target="../media/image203.png"/><Relationship Id="rId5" Type="http://schemas.openxmlformats.org/officeDocument/2006/relationships/image" Target="../media/image291.png"/><Relationship Id="rId6" Type="http://schemas.openxmlformats.org/officeDocument/2006/relationships/image" Target="../media/image29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03.png"/><Relationship Id="rId4" Type="http://schemas.openxmlformats.org/officeDocument/2006/relationships/image" Target="../media/image24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0.png"/><Relationship Id="rId4" Type="http://schemas.openxmlformats.org/officeDocument/2006/relationships/image" Target="../media/image314.png"/><Relationship Id="rId5" Type="http://schemas.openxmlformats.org/officeDocument/2006/relationships/image" Target="../media/image17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9.png"/><Relationship Id="rId4" Type="http://schemas.openxmlformats.org/officeDocument/2006/relationships/image" Target="../media/image312.png"/><Relationship Id="rId5" Type="http://schemas.openxmlformats.org/officeDocument/2006/relationships/image" Target="../media/image173.png"/><Relationship Id="rId6" Type="http://schemas.openxmlformats.org/officeDocument/2006/relationships/image" Target="../media/image302.png"/><Relationship Id="rId7" Type="http://schemas.openxmlformats.org/officeDocument/2006/relationships/image" Target="../media/image30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