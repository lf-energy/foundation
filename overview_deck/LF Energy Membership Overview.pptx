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4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3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4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4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9.png"/><Relationship Id="rId3" Type="http://schemas.openxmlformats.org/officeDocument/2006/relationships/image" Target="../media/image5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6.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4.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4.png"/><Relationship Id="rId3" Type="http://schemas.openxmlformats.org/officeDocument/2006/relationships/image" Target="../media/image78.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5.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7.png"/><Relationship Id="rId3" Type="http://schemas.openxmlformats.org/officeDocument/2006/relationships/image" Target="../media/image6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7.png"/><Relationship Id="rId3" Type="http://schemas.openxmlformats.org/officeDocument/2006/relationships/image" Target="../media/image66.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4.png"/><Relationship Id="rId3" Type="http://schemas.openxmlformats.org/officeDocument/2006/relationships/image" Target="../media/image78.png"/><Relationship Id="rId4" Type="http://schemas.openxmlformats.org/officeDocument/2006/relationships/image" Target="../media/image66.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6.png"/><Relationship Id="rId3" Type="http://schemas.openxmlformats.org/officeDocument/2006/relationships/image" Target="../media/image66.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6.png"/><Relationship Id="rId3" Type="http://schemas.openxmlformats.org/officeDocument/2006/relationships/image" Target="../media/image66.png"/><Relationship Id="rId4" Type="http://schemas.openxmlformats.org/officeDocument/2006/relationships/image" Target="../media/image67.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7.png"/><Relationship Id="rId3" Type="http://schemas.openxmlformats.org/officeDocument/2006/relationships/image" Target="../media/image66.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4.png"/><Relationship Id="rId3" Type="http://schemas.openxmlformats.org/officeDocument/2006/relationships/image" Target="../media/image78.png"/><Relationship Id="rId4" Type="http://schemas.openxmlformats.org/officeDocument/2006/relationships/image" Target="../media/image95.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7.png"/><Relationship Id="rId3" Type="http://schemas.openxmlformats.org/officeDocument/2006/relationships/image" Target="../media/image66.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6.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 Id="rId3" Type="http://schemas.openxmlformats.org/officeDocument/2006/relationships/image" Target="../media/image6.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89.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58.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 Id="rId3" Type="http://schemas.openxmlformats.org/officeDocument/2006/relationships/image" Target="../media/image40.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9.png"/><Relationship Id="rId3" Type="http://schemas.openxmlformats.org/officeDocument/2006/relationships/image" Target="../media/image58.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6.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7.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 Id="rId3" Type="http://schemas.openxmlformats.org/officeDocument/2006/relationships/image" Target="../media/image6.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6.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4.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6.png"/><Relationship Id="rId3" Type="http://schemas.openxmlformats.org/officeDocument/2006/relationships/image" Target="../media/image134.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58.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89.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9.png"/><Relationship Id="rId3" Type="http://schemas.openxmlformats.org/officeDocument/2006/relationships/image" Target="../media/image58.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5.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1.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3.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6.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2.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11.png"/><Relationship Id="rId4" Type="http://schemas.openxmlformats.org/officeDocument/2006/relationships/image" Target="../media/image110.png"/><Relationship Id="rId9" Type="http://schemas.openxmlformats.org/officeDocument/2006/relationships/image" Target="../media/image118.png"/><Relationship Id="rId5" Type="http://schemas.openxmlformats.org/officeDocument/2006/relationships/image" Target="../media/image114.png"/><Relationship Id="rId6" Type="http://schemas.openxmlformats.org/officeDocument/2006/relationships/image" Target="../media/image121.png"/><Relationship Id="rId7" Type="http://schemas.openxmlformats.org/officeDocument/2006/relationships/image" Target="../media/image113.png"/><Relationship Id="rId8" Type="http://schemas.openxmlformats.org/officeDocument/2006/relationships/image" Target="../media/image128.png"/><Relationship Id="rId11" Type="http://schemas.openxmlformats.org/officeDocument/2006/relationships/image" Target="../media/image147.png"/><Relationship Id="rId10" Type="http://schemas.openxmlformats.org/officeDocument/2006/relationships/image" Target="../media/image117.png"/><Relationship Id="rId13" Type="http://schemas.openxmlformats.org/officeDocument/2006/relationships/image" Target="../media/image124.png"/><Relationship Id="rId12" Type="http://schemas.openxmlformats.org/officeDocument/2006/relationships/image" Target="../media/image136.png"/><Relationship Id="rId15" Type="http://schemas.openxmlformats.org/officeDocument/2006/relationships/image" Target="../media/image142.png"/><Relationship Id="rId14" Type="http://schemas.openxmlformats.org/officeDocument/2006/relationships/image" Target="../media/image130.png"/><Relationship Id="rId17" Type="http://schemas.openxmlformats.org/officeDocument/2006/relationships/image" Target="../media/image125.png"/><Relationship Id="rId16" Type="http://schemas.openxmlformats.org/officeDocument/2006/relationships/image" Target="../media/image126.png"/><Relationship Id="rId19" Type="http://schemas.openxmlformats.org/officeDocument/2006/relationships/image" Target="../media/image154.png"/><Relationship Id="rId18" Type="http://schemas.openxmlformats.org/officeDocument/2006/relationships/image" Target="../media/image12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27.png"/><Relationship Id="rId4" Type="http://schemas.openxmlformats.org/officeDocument/2006/relationships/image" Target="../media/image133.png"/><Relationship Id="rId5" Type="http://schemas.openxmlformats.org/officeDocument/2006/relationships/image" Target="../media/image129.png"/><Relationship Id="rId6" Type="http://schemas.openxmlformats.org/officeDocument/2006/relationships/image" Target="../media/image131.png"/><Relationship Id="rId7"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17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20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44.png"/><Relationship Id="rId5" Type="http://schemas.openxmlformats.org/officeDocument/2006/relationships/image" Target="../media/image146.png"/><Relationship Id="rId6" Type="http://schemas.openxmlformats.org/officeDocument/2006/relationships/image" Target="../media/image15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1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48.png"/><Relationship Id="rId6" Type="http://schemas.openxmlformats.org/officeDocument/2006/relationships/image" Target="../media/image143.png"/><Relationship Id="rId7" Type="http://schemas.openxmlformats.org/officeDocument/2006/relationships/image" Target="../media/image16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2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5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3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68.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210.jpg"/><Relationship Id="rId8" Type="http://schemas.openxmlformats.org/officeDocument/2006/relationships/image" Target="../media/image140.jpg"/><Relationship Id="rId11" Type="http://schemas.openxmlformats.org/officeDocument/2006/relationships/hyperlink" Target="http://support.lfenergy.org" TargetMode="External"/><Relationship Id="rId10" Type="http://schemas.openxmlformats.org/officeDocument/2006/relationships/image" Target="../media/image30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195.png"/><Relationship Id="rId7" Type="http://schemas.openxmlformats.org/officeDocument/2006/relationships/image" Target="../media/image24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2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52.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60.png"/><Relationship Id="rId6" Type="http://schemas.openxmlformats.org/officeDocument/2006/relationships/image" Target="../media/image18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49.png"/><Relationship Id="rId9" Type="http://schemas.openxmlformats.org/officeDocument/2006/relationships/image" Target="../media/image165.png"/><Relationship Id="rId5" Type="http://schemas.openxmlformats.org/officeDocument/2006/relationships/image" Target="../media/image164.png"/><Relationship Id="rId6" Type="http://schemas.openxmlformats.org/officeDocument/2006/relationships/image" Target="../media/image163.png"/><Relationship Id="rId7" Type="http://schemas.openxmlformats.org/officeDocument/2006/relationships/image" Target="../media/image153.png"/><Relationship Id="rId8" Type="http://schemas.openxmlformats.org/officeDocument/2006/relationships/image" Target="../media/image15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58.png"/><Relationship Id="rId5" Type="http://schemas.openxmlformats.org/officeDocument/2006/relationships/hyperlink" Target="mailto:membership@lfenergy.org" TargetMode="External"/><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7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2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62.png"/><Relationship Id="rId4" Type="http://schemas.openxmlformats.org/officeDocument/2006/relationships/image" Target="../media/image304.png"/><Relationship Id="rId9" Type="http://schemas.openxmlformats.org/officeDocument/2006/relationships/image" Target="../media/image170.png"/><Relationship Id="rId5" Type="http://schemas.openxmlformats.org/officeDocument/2006/relationships/image" Target="../media/image121.png"/><Relationship Id="rId6" Type="http://schemas.openxmlformats.org/officeDocument/2006/relationships/image" Target="../media/image113.png"/><Relationship Id="rId7" Type="http://schemas.openxmlformats.org/officeDocument/2006/relationships/image" Target="../media/image110.png"/><Relationship Id="rId8" Type="http://schemas.openxmlformats.org/officeDocument/2006/relationships/image" Target="../media/image173.png"/><Relationship Id="rId11" Type="http://schemas.openxmlformats.org/officeDocument/2006/relationships/image" Target="../media/image187.png"/><Relationship Id="rId10" Type="http://schemas.openxmlformats.org/officeDocument/2006/relationships/image" Target="../media/image172.png"/><Relationship Id="rId13" Type="http://schemas.openxmlformats.org/officeDocument/2006/relationships/image" Target="../media/image174.png"/><Relationship Id="rId12" Type="http://schemas.openxmlformats.org/officeDocument/2006/relationships/image" Target="../media/image171.png"/><Relationship Id="rId14" Type="http://schemas.openxmlformats.org/officeDocument/2006/relationships/image" Target="../media/image18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201.png"/><Relationship Id="rId4" Type="http://schemas.openxmlformats.org/officeDocument/2006/relationships/image" Target="../media/image190.png"/><Relationship Id="rId5" Type="http://schemas.openxmlformats.org/officeDocument/2006/relationships/image" Target="../media/image175.png"/><Relationship Id="rId6" Type="http://schemas.openxmlformats.org/officeDocument/2006/relationships/image" Target="../media/image181.png"/><Relationship Id="rId7" Type="http://schemas.openxmlformats.org/officeDocument/2006/relationships/image" Target="../media/image17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186.png"/><Relationship Id="rId4" Type="http://schemas.openxmlformats.org/officeDocument/2006/relationships/image" Target="../media/image188.png"/><Relationship Id="rId5" Type="http://schemas.openxmlformats.org/officeDocument/2006/relationships/image" Target="../media/image182.png"/><Relationship Id="rId6" Type="http://schemas.openxmlformats.org/officeDocument/2006/relationships/image" Target="../media/image183.png"/><Relationship Id="rId7" Type="http://schemas.openxmlformats.org/officeDocument/2006/relationships/image" Target="../media/image192.png"/><Relationship Id="rId8" Type="http://schemas.openxmlformats.org/officeDocument/2006/relationships/image" Target="../media/image2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184.png"/><Relationship Id="rId4" Type="http://schemas.openxmlformats.org/officeDocument/2006/relationships/image" Target="../media/image198.png"/><Relationship Id="rId5" Type="http://schemas.openxmlformats.org/officeDocument/2006/relationships/image" Target="../media/image196.png"/><Relationship Id="rId6" Type="http://schemas.openxmlformats.org/officeDocument/2006/relationships/image" Target="../media/image189.png"/><Relationship Id="rId7" Type="http://schemas.openxmlformats.org/officeDocument/2006/relationships/image" Target="../media/image194.png"/><Relationship Id="rId8" Type="http://schemas.openxmlformats.org/officeDocument/2006/relationships/image" Target="../media/image19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207.png"/><Relationship Id="rId4" Type="http://schemas.openxmlformats.org/officeDocument/2006/relationships/image" Target="../media/image240.png"/><Relationship Id="rId5" Type="http://schemas.openxmlformats.org/officeDocument/2006/relationships/image" Target="../media/image19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197.png"/><Relationship Id="rId4" Type="http://schemas.openxmlformats.org/officeDocument/2006/relationships/image" Target="../media/image205.png"/><Relationship Id="rId5" Type="http://schemas.openxmlformats.org/officeDocument/2006/relationships/image" Target="../media/image212.png"/><Relationship Id="rId6" Type="http://schemas.openxmlformats.org/officeDocument/2006/relationships/image" Target="../media/image200.png"/><Relationship Id="rId7" Type="http://schemas.openxmlformats.org/officeDocument/2006/relationships/image" Target="../media/image20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06.png"/><Relationship Id="rId4" Type="http://schemas.openxmlformats.org/officeDocument/2006/relationships/image" Target="../media/image238.png"/><Relationship Id="rId9" Type="http://schemas.openxmlformats.org/officeDocument/2006/relationships/image" Target="../media/image208.png"/><Relationship Id="rId5" Type="http://schemas.openxmlformats.org/officeDocument/2006/relationships/image" Target="../media/image199.png"/><Relationship Id="rId6" Type="http://schemas.openxmlformats.org/officeDocument/2006/relationships/image" Target="../media/image203.png"/><Relationship Id="rId7" Type="http://schemas.openxmlformats.org/officeDocument/2006/relationships/image" Target="../media/image209.png"/><Relationship Id="rId8" Type="http://schemas.openxmlformats.org/officeDocument/2006/relationships/image" Target="../media/image231.png"/><Relationship Id="rId10" Type="http://schemas.openxmlformats.org/officeDocument/2006/relationships/image" Target="../media/image21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13.png"/><Relationship Id="rId4" Type="http://schemas.openxmlformats.org/officeDocument/2006/relationships/image" Target="../media/image263.png"/><Relationship Id="rId5" Type="http://schemas.openxmlformats.org/officeDocument/2006/relationships/image" Target="../media/image215.png"/><Relationship Id="rId6" Type="http://schemas.openxmlformats.org/officeDocument/2006/relationships/image" Target="../media/image174.png"/><Relationship Id="rId7" Type="http://schemas.openxmlformats.org/officeDocument/2006/relationships/image" Target="../media/image222.png"/><Relationship Id="rId8" Type="http://schemas.openxmlformats.org/officeDocument/2006/relationships/image" Target="../media/image17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17.png"/><Relationship Id="rId4" Type="http://schemas.openxmlformats.org/officeDocument/2006/relationships/image" Target="../media/image220.png"/><Relationship Id="rId5" Type="http://schemas.openxmlformats.org/officeDocument/2006/relationships/image" Target="../media/image117.png"/><Relationship Id="rId6" Type="http://schemas.openxmlformats.org/officeDocument/2006/relationships/image" Target="../media/image147.png"/><Relationship Id="rId7" Type="http://schemas.openxmlformats.org/officeDocument/2006/relationships/image" Target="../media/image224.png"/><Relationship Id="rId8" Type="http://schemas.openxmlformats.org/officeDocument/2006/relationships/image" Target="../media/image22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28.png"/><Relationship Id="rId4" Type="http://schemas.openxmlformats.org/officeDocument/2006/relationships/image" Target="../media/image226.png"/><Relationship Id="rId5" Type="http://schemas.openxmlformats.org/officeDocument/2006/relationships/image" Target="../media/image227.png"/><Relationship Id="rId6" Type="http://schemas.openxmlformats.org/officeDocument/2006/relationships/image" Target="../media/image256.png"/><Relationship Id="rId7" Type="http://schemas.openxmlformats.org/officeDocument/2006/relationships/image" Target="../media/image232.png"/><Relationship Id="rId8" Type="http://schemas.openxmlformats.org/officeDocument/2006/relationships/image" Target="../media/image30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30.png"/><Relationship Id="rId4" Type="http://schemas.openxmlformats.org/officeDocument/2006/relationships/image" Target="../media/image264.png"/><Relationship Id="rId5" Type="http://schemas.openxmlformats.org/officeDocument/2006/relationships/image" Target="../media/image18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37.png"/><Relationship Id="rId4" Type="http://schemas.openxmlformats.org/officeDocument/2006/relationships/image" Target="../media/image182.png"/><Relationship Id="rId5" Type="http://schemas.openxmlformats.org/officeDocument/2006/relationships/image" Target="../media/image229.png"/><Relationship Id="rId6" Type="http://schemas.openxmlformats.org/officeDocument/2006/relationships/image" Target="../media/image188.png"/><Relationship Id="rId7" Type="http://schemas.openxmlformats.org/officeDocument/2006/relationships/image" Target="../media/image24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35.png"/><Relationship Id="rId4" Type="http://schemas.openxmlformats.org/officeDocument/2006/relationships/image" Target="../media/image236.png"/><Relationship Id="rId5" Type="http://schemas.openxmlformats.org/officeDocument/2006/relationships/image" Target="../media/image234.png"/><Relationship Id="rId6" Type="http://schemas.openxmlformats.org/officeDocument/2006/relationships/image" Target="../media/image233.png"/><Relationship Id="rId7" Type="http://schemas.openxmlformats.org/officeDocument/2006/relationships/image" Target="../media/image25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92.png"/><Relationship Id="rId4" Type="http://schemas.openxmlformats.org/officeDocument/2006/relationships/image" Target="../media/image239.png"/><Relationship Id="rId5" Type="http://schemas.openxmlformats.org/officeDocument/2006/relationships/image" Target="../media/image24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44.png"/><Relationship Id="rId4" Type="http://schemas.openxmlformats.org/officeDocument/2006/relationships/image" Target="../media/image245.png"/><Relationship Id="rId5" Type="http://schemas.openxmlformats.org/officeDocument/2006/relationships/image" Target="../media/image246.png"/><Relationship Id="rId6" Type="http://schemas.openxmlformats.org/officeDocument/2006/relationships/image" Target="../media/image188.png"/><Relationship Id="rId7" Type="http://schemas.openxmlformats.org/officeDocument/2006/relationships/image" Target="../media/image247.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53.png"/><Relationship Id="rId4" Type="http://schemas.openxmlformats.org/officeDocument/2006/relationships/image" Target="../media/image311.png"/><Relationship Id="rId5" Type="http://schemas.openxmlformats.org/officeDocument/2006/relationships/image" Target="../media/image24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49.png"/><Relationship Id="rId4" Type="http://schemas.openxmlformats.org/officeDocument/2006/relationships/image" Target="../media/image271.png"/><Relationship Id="rId9" Type="http://schemas.openxmlformats.org/officeDocument/2006/relationships/image" Target="../media/image254.png"/><Relationship Id="rId5" Type="http://schemas.openxmlformats.org/officeDocument/2006/relationships/image" Target="../media/image251.png"/><Relationship Id="rId6" Type="http://schemas.openxmlformats.org/officeDocument/2006/relationships/image" Target="../media/image250.png"/><Relationship Id="rId7" Type="http://schemas.openxmlformats.org/officeDocument/2006/relationships/image" Target="../media/image260.png"/><Relationship Id="rId8" Type="http://schemas.openxmlformats.org/officeDocument/2006/relationships/image" Target="../media/image255.png"/><Relationship Id="rId11" Type="http://schemas.openxmlformats.org/officeDocument/2006/relationships/image" Target="../media/image258.png"/><Relationship Id="rId10" Type="http://schemas.openxmlformats.org/officeDocument/2006/relationships/image" Target="../media/image25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62.png"/><Relationship Id="rId4" Type="http://schemas.openxmlformats.org/officeDocument/2006/relationships/image" Target="../media/image261.png"/><Relationship Id="rId5" Type="http://schemas.openxmlformats.org/officeDocument/2006/relationships/image" Target="../media/image2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77.png"/><Relationship Id="rId4" Type="http://schemas.openxmlformats.org/officeDocument/2006/relationships/image" Target="../media/image275.png"/><Relationship Id="rId5" Type="http://schemas.openxmlformats.org/officeDocument/2006/relationships/image" Target="../media/image266.png"/><Relationship Id="rId6" Type="http://schemas.openxmlformats.org/officeDocument/2006/relationships/image" Target="../media/image25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267.png"/><Relationship Id="rId4" Type="http://schemas.openxmlformats.org/officeDocument/2006/relationships/image" Target="../media/image269.png"/><Relationship Id="rId5" Type="http://schemas.openxmlformats.org/officeDocument/2006/relationships/image" Target="../media/image26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68.png"/><Relationship Id="rId4" Type="http://schemas.openxmlformats.org/officeDocument/2006/relationships/image" Target="../media/image273.png"/><Relationship Id="rId9" Type="http://schemas.openxmlformats.org/officeDocument/2006/relationships/image" Target="../media/image270.png"/><Relationship Id="rId5" Type="http://schemas.openxmlformats.org/officeDocument/2006/relationships/image" Target="../media/image182.png"/><Relationship Id="rId6" Type="http://schemas.openxmlformats.org/officeDocument/2006/relationships/image" Target="../media/image309.png"/><Relationship Id="rId7" Type="http://schemas.openxmlformats.org/officeDocument/2006/relationships/image" Target="../media/image289.png"/><Relationship Id="rId8" Type="http://schemas.openxmlformats.org/officeDocument/2006/relationships/image" Target="../media/image282.png"/><Relationship Id="rId11" Type="http://schemas.openxmlformats.org/officeDocument/2006/relationships/image" Target="../media/image272.png"/><Relationship Id="rId10" Type="http://schemas.openxmlformats.org/officeDocument/2006/relationships/image" Target="../media/image28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274.png"/><Relationship Id="rId4" Type="http://schemas.openxmlformats.org/officeDocument/2006/relationships/image" Target="../media/image276.png"/><Relationship Id="rId5" Type="http://schemas.openxmlformats.org/officeDocument/2006/relationships/image" Target="../media/image18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85.png"/><Relationship Id="rId4" Type="http://schemas.openxmlformats.org/officeDocument/2006/relationships/image" Target="../media/image280.png"/><Relationship Id="rId9" Type="http://schemas.openxmlformats.org/officeDocument/2006/relationships/image" Target="../media/image291.png"/><Relationship Id="rId5" Type="http://schemas.openxmlformats.org/officeDocument/2006/relationships/image" Target="../media/image181.png"/><Relationship Id="rId6" Type="http://schemas.openxmlformats.org/officeDocument/2006/relationships/image" Target="../media/image279.png"/><Relationship Id="rId7" Type="http://schemas.openxmlformats.org/officeDocument/2006/relationships/image" Target="../media/image175.png"/><Relationship Id="rId8" Type="http://schemas.openxmlformats.org/officeDocument/2006/relationships/image" Target="../media/image27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300.png"/><Relationship Id="rId4" Type="http://schemas.openxmlformats.org/officeDocument/2006/relationships/image" Target="../media/image287.png"/><Relationship Id="rId9" Type="http://schemas.openxmlformats.org/officeDocument/2006/relationships/image" Target="../media/image286.png"/><Relationship Id="rId5" Type="http://schemas.openxmlformats.org/officeDocument/2006/relationships/image" Target="../media/image188.png"/><Relationship Id="rId6" Type="http://schemas.openxmlformats.org/officeDocument/2006/relationships/image" Target="../media/image281.png"/><Relationship Id="rId7" Type="http://schemas.openxmlformats.org/officeDocument/2006/relationships/image" Target="../media/image290.png"/><Relationship Id="rId8" Type="http://schemas.openxmlformats.org/officeDocument/2006/relationships/image" Target="../media/image306.png"/><Relationship Id="rId11" Type="http://schemas.openxmlformats.org/officeDocument/2006/relationships/image" Target="../media/image308.png"/><Relationship Id="rId10" Type="http://schemas.openxmlformats.org/officeDocument/2006/relationships/image" Target="../media/image28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288.png"/><Relationship Id="rId4" Type="http://schemas.openxmlformats.org/officeDocument/2006/relationships/image" Target="../media/image294.png"/><Relationship Id="rId9" Type="http://schemas.openxmlformats.org/officeDocument/2006/relationships/image" Target="../media/image303.png"/><Relationship Id="rId5" Type="http://schemas.openxmlformats.org/officeDocument/2006/relationships/image" Target="../media/image200.png"/><Relationship Id="rId6" Type="http://schemas.openxmlformats.org/officeDocument/2006/relationships/image" Target="../media/image301.png"/><Relationship Id="rId7" Type="http://schemas.openxmlformats.org/officeDocument/2006/relationships/image" Target="../media/image293.png"/><Relationship Id="rId8" Type="http://schemas.openxmlformats.org/officeDocument/2006/relationships/image" Target="../media/image29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297.png"/><Relationship Id="rId4" Type="http://schemas.openxmlformats.org/officeDocument/2006/relationships/image" Target="../media/image200.png"/><Relationship Id="rId5" Type="http://schemas.openxmlformats.org/officeDocument/2006/relationships/image" Target="../media/image301.png"/><Relationship Id="rId6" Type="http://schemas.openxmlformats.org/officeDocument/2006/relationships/image" Target="../media/image31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313.png"/><Relationship Id="rId4" Type="http://schemas.openxmlformats.org/officeDocument/2006/relationships/image" Target="../media/image24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296.png"/><Relationship Id="rId4" Type="http://schemas.openxmlformats.org/officeDocument/2006/relationships/image" Target="../media/image314.png"/><Relationship Id="rId5" Type="http://schemas.openxmlformats.org/officeDocument/2006/relationships/image" Target="../media/image17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307.png"/><Relationship Id="rId4" Type="http://schemas.openxmlformats.org/officeDocument/2006/relationships/image" Target="../media/image312.png"/><Relationship Id="rId5" Type="http://schemas.openxmlformats.org/officeDocument/2006/relationships/image" Target="../media/image171.png"/><Relationship Id="rId6" Type="http://schemas.openxmlformats.org/officeDocument/2006/relationships/image" Target="../media/image298.png"/><Relationship Id="rId7" Type="http://schemas.openxmlformats.org/officeDocument/2006/relationships/image" Target="../media/image29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