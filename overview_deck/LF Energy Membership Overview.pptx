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 Id="rId3" Type="http://schemas.openxmlformats.org/officeDocument/2006/relationships/image" Target="../media/image3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7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7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7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73.png"/><Relationship Id="rId4" Type="http://schemas.openxmlformats.org/officeDocument/2006/relationships/image" Target="../media/image7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7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76.png"/><Relationship Id="rId4" Type="http://schemas.openxmlformats.org/officeDocument/2006/relationships/image" Target="../media/image6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7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8.png"/><Relationship Id="rId3" Type="http://schemas.openxmlformats.org/officeDocument/2006/relationships/image" Target="../media/image73.png"/><Relationship Id="rId4" Type="http://schemas.openxmlformats.org/officeDocument/2006/relationships/image" Target="../media/image9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76.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9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8.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7.png"/><Relationship Id="rId3" Type="http://schemas.openxmlformats.org/officeDocument/2006/relationships/image" Target="../media/image1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png"/><Relationship Id="rId3" Type="http://schemas.openxmlformats.org/officeDocument/2006/relationships/image" Target="../media/image3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9.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6.png"/><Relationship Id="rId3" Type="http://schemas.openxmlformats.org/officeDocument/2006/relationships/image" Target="../media/image102.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38.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96.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3.png"/><Relationship Id="rId3" Type="http://schemas.openxmlformats.org/officeDocument/2006/relationships/image" Target="../media/image38.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6.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2.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4.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3.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32.png"/><Relationship Id="rId4" Type="http://schemas.openxmlformats.org/officeDocument/2006/relationships/image" Target="../media/image113.png"/><Relationship Id="rId9" Type="http://schemas.openxmlformats.org/officeDocument/2006/relationships/image" Target="../media/image137.png"/><Relationship Id="rId5" Type="http://schemas.openxmlformats.org/officeDocument/2006/relationships/image" Target="../media/image114.png"/><Relationship Id="rId6" Type="http://schemas.openxmlformats.org/officeDocument/2006/relationships/image" Target="../media/image112.png"/><Relationship Id="rId7" Type="http://schemas.openxmlformats.org/officeDocument/2006/relationships/image" Target="../media/image127.png"/><Relationship Id="rId8" Type="http://schemas.openxmlformats.org/officeDocument/2006/relationships/image" Target="../media/image119.png"/><Relationship Id="rId11" Type="http://schemas.openxmlformats.org/officeDocument/2006/relationships/image" Target="../media/image134.png"/><Relationship Id="rId10" Type="http://schemas.openxmlformats.org/officeDocument/2006/relationships/image" Target="../media/image123.png"/><Relationship Id="rId13" Type="http://schemas.openxmlformats.org/officeDocument/2006/relationships/image" Target="../media/image141.png"/><Relationship Id="rId12" Type="http://schemas.openxmlformats.org/officeDocument/2006/relationships/image" Target="../media/image135.png"/><Relationship Id="rId15" Type="http://schemas.openxmlformats.org/officeDocument/2006/relationships/image" Target="../media/image126.png"/><Relationship Id="rId14" Type="http://schemas.openxmlformats.org/officeDocument/2006/relationships/image" Target="../media/image122.png"/><Relationship Id="rId17" Type="http://schemas.openxmlformats.org/officeDocument/2006/relationships/image" Target="../media/image143.png"/><Relationship Id="rId16" Type="http://schemas.openxmlformats.org/officeDocument/2006/relationships/image" Target="../media/image130.png"/><Relationship Id="rId19" Type="http://schemas.openxmlformats.org/officeDocument/2006/relationships/image" Target="../media/image124.png"/><Relationship Id="rId18" Type="http://schemas.openxmlformats.org/officeDocument/2006/relationships/image" Target="../media/image1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8.png"/><Relationship Id="rId4" Type="http://schemas.openxmlformats.org/officeDocument/2006/relationships/image" Target="../media/image133.png"/><Relationship Id="rId5" Type="http://schemas.openxmlformats.org/officeDocument/2006/relationships/image" Target="../media/image136.png"/><Relationship Id="rId6" Type="http://schemas.openxmlformats.org/officeDocument/2006/relationships/image" Target="../media/image144.png"/><Relationship Id="rId7"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6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2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8.png"/><Relationship Id="rId5" Type="http://schemas.openxmlformats.org/officeDocument/2006/relationships/image" Target="../media/image140.png"/><Relationship Id="rId6" Type="http://schemas.openxmlformats.org/officeDocument/2006/relationships/image" Target="../media/image1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2.png"/><Relationship Id="rId6" Type="http://schemas.openxmlformats.org/officeDocument/2006/relationships/image" Target="../media/image147.png"/><Relationship Id="rId7" Type="http://schemas.openxmlformats.org/officeDocument/2006/relationships/image" Target="../media/image14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5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6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63.jpg"/><Relationship Id="rId8" Type="http://schemas.openxmlformats.org/officeDocument/2006/relationships/image" Target="../media/image156.jpg"/><Relationship Id="rId11" Type="http://schemas.openxmlformats.org/officeDocument/2006/relationships/hyperlink" Target="http://support.lfenergy.org" TargetMode="External"/><Relationship Id="rId10" Type="http://schemas.openxmlformats.org/officeDocument/2006/relationships/image" Target="../media/image24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99.png"/><Relationship Id="rId7" Type="http://schemas.openxmlformats.org/officeDocument/2006/relationships/image" Target="../media/image19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0.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7.png"/><Relationship Id="rId6" Type="http://schemas.openxmlformats.org/officeDocument/2006/relationships/image" Target="../media/image1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5.png"/><Relationship Id="rId9" Type="http://schemas.openxmlformats.org/officeDocument/2006/relationships/image" Target="../media/image207.png"/><Relationship Id="rId5" Type="http://schemas.openxmlformats.org/officeDocument/2006/relationships/image" Target="../media/image154.png"/><Relationship Id="rId6" Type="http://schemas.openxmlformats.org/officeDocument/2006/relationships/image" Target="../media/image175.png"/><Relationship Id="rId7" Type="http://schemas.openxmlformats.org/officeDocument/2006/relationships/image" Target="../media/image171.png"/><Relationship Id="rId8" Type="http://schemas.openxmlformats.org/officeDocument/2006/relationships/image" Target="../media/image15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59.png"/><Relationship Id="rId5" Type="http://schemas.openxmlformats.org/officeDocument/2006/relationships/hyperlink" Target="mailto:membership@lfenergy.org" TargetMode="External"/><Relationship Id="rId6" Type="http://schemas.openxmlformats.org/officeDocument/2006/relationships/image" Target="../media/image170.png"/><Relationship Id="rId7" Type="http://schemas.openxmlformats.org/officeDocument/2006/relationships/image" Target="../media/image160.png"/><Relationship Id="rId8" Type="http://schemas.openxmlformats.org/officeDocument/2006/relationships/image" Target="../media/image1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0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2.png"/><Relationship Id="rId4" Type="http://schemas.openxmlformats.org/officeDocument/2006/relationships/image" Target="../media/image253.png"/><Relationship Id="rId9" Type="http://schemas.openxmlformats.org/officeDocument/2006/relationships/image" Target="../media/image182.png"/><Relationship Id="rId5" Type="http://schemas.openxmlformats.org/officeDocument/2006/relationships/image" Target="../media/image112.png"/><Relationship Id="rId6" Type="http://schemas.openxmlformats.org/officeDocument/2006/relationships/image" Target="../media/image127.png"/><Relationship Id="rId7" Type="http://schemas.openxmlformats.org/officeDocument/2006/relationships/image" Target="../media/image113.png"/><Relationship Id="rId8" Type="http://schemas.openxmlformats.org/officeDocument/2006/relationships/image" Target="../media/image176.png"/><Relationship Id="rId11" Type="http://schemas.openxmlformats.org/officeDocument/2006/relationships/image" Target="../media/image169.png"/><Relationship Id="rId10" Type="http://schemas.openxmlformats.org/officeDocument/2006/relationships/image" Target="../media/image183.png"/><Relationship Id="rId13" Type="http://schemas.openxmlformats.org/officeDocument/2006/relationships/image" Target="../media/image180.png"/><Relationship Id="rId12" Type="http://schemas.openxmlformats.org/officeDocument/2006/relationships/image" Target="../media/image172.png"/><Relationship Id="rId14" Type="http://schemas.openxmlformats.org/officeDocument/2006/relationships/image" Target="../media/image17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4.png"/><Relationship Id="rId4" Type="http://schemas.openxmlformats.org/officeDocument/2006/relationships/image" Target="../media/image178.png"/><Relationship Id="rId5" Type="http://schemas.openxmlformats.org/officeDocument/2006/relationships/image" Target="../media/image185.png"/><Relationship Id="rId6" Type="http://schemas.openxmlformats.org/officeDocument/2006/relationships/image" Target="../media/image188.png"/><Relationship Id="rId7" Type="http://schemas.openxmlformats.org/officeDocument/2006/relationships/image" Target="../media/image1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77.png"/><Relationship Id="rId4" Type="http://schemas.openxmlformats.org/officeDocument/2006/relationships/image" Target="../media/image181.png"/><Relationship Id="rId5" Type="http://schemas.openxmlformats.org/officeDocument/2006/relationships/image" Target="../media/image191.png"/><Relationship Id="rId6" Type="http://schemas.openxmlformats.org/officeDocument/2006/relationships/image" Target="../media/image215.png"/><Relationship Id="rId7" Type="http://schemas.openxmlformats.org/officeDocument/2006/relationships/image" Target="../media/image193.png"/><Relationship Id="rId8" Type="http://schemas.openxmlformats.org/officeDocument/2006/relationships/image" Target="../media/image19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5.png"/><Relationship Id="rId4" Type="http://schemas.openxmlformats.org/officeDocument/2006/relationships/image" Target="../media/image186.png"/><Relationship Id="rId5" Type="http://schemas.openxmlformats.org/officeDocument/2006/relationships/image" Target="../media/image189.png"/><Relationship Id="rId6" Type="http://schemas.openxmlformats.org/officeDocument/2006/relationships/image" Target="../media/image192.png"/><Relationship Id="rId7" Type="http://schemas.openxmlformats.org/officeDocument/2006/relationships/image" Target="../media/image187.png"/><Relationship Id="rId8" Type="http://schemas.openxmlformats.org/officeDocument/2006/relationships/image" Target="../media/image20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31.png"/><Relationship Id="rId4" Type="http://schemas.openxmlformats.org/officeDocument/2006/relationships/image" Target="../media/image248.png"/><Relationship Id="rId5" Type="http://schemas.openxmlformats.org/officeDocument/2006/relationships/image" Target="../media/image19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01.png"/><Relationship Id="rId4" Type="http://schemas.openxmlformats.org/officeDocument/2006/relationships/image" Target="../media/image197.png"/><Relationship Id="rId5" Type="http://schemas.openxmlformats.org/officeDocument/2006/relationships/image" Target="../media/image198.png"/><Relationship Id="rId6" Type="http://schemas.openxmlformats.org/officeDocument/2006/relationships/image" Target="../media/image204.png"/><Relationship Id="rId7" Type="http://schemas.openxmlformats.org/officeDocument/2006/relationships/image" Target="../media/image2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18.png"/><Relationship Id="rId4" Type="http://schemas.openxmlformats.org/officeDocument/2006/relationships/image" Target="../media/image216.png"/><Relationship Id="rId9" Type="http://schemas.openxmlformats.org/officeDocument/2006/relationships/image" Target="../media/image208.png"/><Relationship Id="rId5" Type="http://schemas.openxmlformats.org/officeDocument/2006/relationships/image" Target="../media/image202.png"/><Relationship Id="rId6" Type="http://schemas.openxmlformats.org/officeDocument/2006/relationships/image" Target="../media/image203.png"/><Relationship Id="rId7" Type="http://schemas.openxmlformats.org/officeDocument/2006/relationships/image" Target="../media/image206.png"/><Relationship Id="rId8" Type="http://schemas.openxmlformats.org/officeDocument/2006/relationships/image" Target="../media/image205.png"/><Relationship Id="rId10" Type="http://schemas.openxmlformats.org/officeDocument/2006/relationships/image" Target="../media/image2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2.png"/><Relationship Id="rId4" Type="http://schemas.openxmlformats.org/officeDocument/2006/relationships/image" Target="../media/image245.png"/><Relationship Id="rId5" Type="http://schemas.openxmlformats.org/officeDocument/2006/relationships/image" Target="../media/image214.png"/><Relationship Id="rId6" Type="http://schemas.openxmlformats.org/officeDocument/2006/relationships/image" Target="../media/image180.png"/><Relationship Id="rId7" Type="http://schemas.openxmlformats.org/officeDocument/2006/relationships/image" Target="../media/image226.png"/><Relationship Id="rId8" Type="http://schemas.openxmlformats.org/officeDocument/2006/relationships/image" Target="../media/image17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0.png"/><Relationship Id="rId4" Type="http://schemas.openxmlformats.org/officeDocument/2006/relationships/image" Target="../media/image217.png"/><Relationship Id="rId5" Type="http://schemas.openxmlformats.org/officeDocument/2006/relationships/image" Target="../media/image123.png"/><Relationship Id="rId6" Type="http://schemas.openxmlformats.org/officeDocument/2006/relationships/image" Target="../media/image134.png"/><Relationship Id="rId7" Type="http://schemas.openxmlformats.org/officeDocument/2006/relationships/image" Target="../media/image221.png"/><Relationship Id="rId8" Type="http://schemas.openxmlformats.org/officeDocument/2006/relationships/image" Target="../media/image2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4.png"/><Relationship Id="rId4" Type="http://schemas.openxmlformats.org/officeDocument/2006/relationships/image" Target="../media/image241.png"/><Relationship Id="rId5" Type="http://schemas.openxmlformats.org/officeDocument/2006/relationships/image" Target="../media/image239.png"/><Relationship Id="rId6" Type="http://schemas.openxmlformats.org/officeDocument/2006/relationships/image" Target="../media/image228.png"/><Relationship Id="rId7" Type="http://schemas.openxmlformats.org/officeDocument/2006/relationships/image" Target="../media/image232.png"/><Relationship Id="rId8" Type="http://schemas.openxmlformats.org/officeDocument/2006/relationships/image" Target="../media/image2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3.png"/><Relationship Id="rId4" Type="http://schemas.openxmlformats.org/officeDocument/2006/relationships/image" Target="../media/image272.png"/><Relationship Id="rId5" Type="http://schemas.openxmlformats.org/officeDocument/2006/relationships/image" Target="../media/image18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35.png"/><Relationship Id="rId4" Type="http://schemas.openxmlformats.org/officeDocument/2006/relationships/image" Target="../media/image191.png"/><Relationship Id="rId5" Type="http://schemas.openxmlformats.org/officeDocument/2006/relationships/image" Target="../media/image252.png"/><Relationship Id="rId6" Type="http://schemas.openxmlformats.org/officeDocument/2006/relationships/image" Target="../media/image181.png"/><Relationship Id="rId7" Type="http://schemas.openxmlformats.org/officeDocument/2006/relationships/image" Target="../media/image2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43.png"/><Relationship Id="rId4" Type="http://schemas.openxmlformats.org/officeDocument/2006/relationships/image" Target="../media/image234.png"/><Relationship Id="rId5" Type="http://schemas.openxmlformats.org/officeDocument/2006/relationships/image" Target="../media/image246.png"/><Relationship Id="rId6" Type="http://schemas.openxmlformats.org/officeDocument/2006/relationships/image" Target="../media/image236.png"/><Relationship Id="rId7" Type="http://schemas.openxmlformats.org/officeDocument/2006/relationships/image" Target="../media/image2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64.png"/><Relationship Id="rId4" Type="http://schemas.openxmlformats.org/officeDocument/2006/relationships/image" Target="../media/image237.png"/><Relationship Id="rId5" Type="http://schemas.openxmlformats.org/officeDocument/2006/relationships/image" Target="../media/image2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4.png"/><Relationship Id="rId4" Type="http://schemas.openxmlformats.org/officeDocument/2006/relationships/image" Target="../media/image267.png"/><Relationship Id="rId5" Type="http://schemas.openxmlformats.org/officeDocument/2006/relationships/image" Target="../media/image261.png"/><Relationship Id="rId6" Type="http://schemas.openxmlformats.org/officeDocument/2006/relationships/image" Target="../media/image181.png"/><Relationship Id="rId7" Type="http://schemas.openxmlformats.org/officeDocument/2006/relationships/image" Target="../media/image242.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1.png"/><Relationship Id="rId4" Type="http://schemas.openxmlformats.org/officeDocument/2006/relationships/image" Target="../media/image273.png"/><Relationship Id="rId5" Type="http://schemas.openxmlformats.org/officeDocument/2006/relationships/image" Target="../media/image26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9.png"/><Relationship Id="rId4" Type="http://schemas.openxmlformats.org/officeDocument/2006/relationships/image" Target="../media/image304.png"/><Relationship Id="rId9" Type="http://schemas.openxmlformats.org/officeDocument/2006/relationships/image" Target="../media/image256.png"/><Relationship Id="rId5" Type="http://schemas.openxmlformats.org/officeDocument/2006/relationships/image" Target="../media/image282.png"/><Relationship Id="rId6" Type="http://schemas.openxmlformats.org/officeDocument/2006/relationships/image" Target="../media/image250.png"/><Relationship Id="rId7" Type="http://schemas.openxmlformats.org/officeDocument/2006/relationships/image" Target="../media/image257.png"/><Relationship Id="rId8" Type="http://schemas.openxmlformats.org/officeDocument/2006/relationships/image" Target="../media/image306.png"/><Relationship Id="rId11" Type="http://schemas.openxmlformats.org/officeDocument/2006/relationships/image" Target="../media/image255.png"/><Relationship Id="rId10" Type="http://schemas.openxmlformats.org/officeDocument/2006/relationships/image" Target="../media/image27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8.png"/><Relationship Id="rId4" Type="http://schemas.openxmlformats.org/officeDocument/2006/relationships/image" Target="../media/image288.png"/><Relationship Id="rId5" Type="http://schemas.openxmlformats.org/officeDocument/2006/relationships/image" Target="../media/image2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2.png"/><Relationship Id="rId4" Type="http://schemas.openxmlformats.org/officeDocument/2006/relationships/image" Target="../media/image259.png"/><Relationship Id="rId5" Type="http://schemas.openxmlformats.org/officeDocument/2006/relationships/image" Target="../media/image266.png"/><Relationship Id="rId6" Type="http://schemas.openxmlformats.org/officeDocument/2006/relationships/image" Target="../media/image26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8.png"/><Relationship Id="rId4" Type="http://schemas.openxmlformats.org/officeDocument/2006/relationships/image" Target="../media/image263.png"/><Relationship Id="rId5" Type="http://schemas.openxmlformats.org/officeDocument/2006/relationships/image" Target="../media/image26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8.png"/><Relationship Id="rId4" Type="http://schemas.openxmlformats.org/officeDocument/2006/relationships/image" Target="../media/image276.png"/><Relationship Id="rId9" Type="http://schemas.openxmlformats.org/officeDocument/2006/relationships/image" Target="../media/image314.png"/><Relationship Id="rId5" Type="http://schemas.openxmlformats.org/officeDocument/2006/relationships/image" Target="../media/image191.png"/><Relationship Id="rId6" Type="http://schemas.openxmlformats.org/officeDocument/2006/relationships/image" Target="../media/image298.png"/><Relationship Id="rId7" Type="http://schemas.openxmlformats.org/officeDocument/2006/relationships/image" Target="../media/image271.png"/><Relationship Id="rId8" Type="http://schemas.openxmlformats.org/officeDocument/2006/relationships/image" Target="../media/image275.png"/><Relationship Id="rId11" Type="http://schemas.openxmlformats.org/officeDocument/2006/relationships/image" Target="../media/image277.png"/><Relationship Id="rId10" Type="http://schemas.openxmlformats.org/officeDocument/2006/relationships/image" Target="../media/image28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0.png"/><Relationship Id="rId4" Type="http://schemas.openxmlformats.org/officeDocument/2006/relationships/image" Target="../media/image279.png"/><Relationship Id="rId5" Type="http://schemas.openxmlformats.org/officeDocument/2006/relationships/image" Target="../media/image19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9.png"/><Relationship Id="rId4" Type="http://schemas.openxmlformats.org/officeDocument/2006/relationships/image" Target="../media/image280.png"/><Relationship Id="rId9" Type="http://schemas.openxmlformats.org/officeDocument/2006/relationships/image" Target="../media/image291.png"/><Relationship Id="rId5" Type="http://schemas.openxmlformats.org/officeDocument/2006/relationships/image" Target="../media/image188.png"/><Relationship Id="rId6" Type="http://schemas.openxmlformats.org/officeDocument/2006/relationships/image" Target="../media/image281.png"/><Relationship Id="rId7" Type="http://schemas.openxmlformats.org/officeDocument/2006/relationships/image" Target="../media/image185.png"/><Relationship Id="rId8" Type="http://schemas.openxmlformats.org/officeDocument/2006/relationships/image" Target="../media/image31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311.png"/><Relationship Id="rId4" Type="http://schemas.openxmlformats.org/officeDocument/2006/relationships/image" Target="../media/image295.png"/><Relationship Id="rId9" Type="http://schemas.openxmlformats.org/officeDocument/2006/relationships/image" Target="../media/image283.png"/><Relationship Id="rId5" Type="http://schemas.openxmlformats.org/officeDocument/2006/relationships/image" Target="../media/image181.png"/><Relationship Id="rId6" Type="http://schemas.openxmlformats.org/officeDocument/2006/relationships/image" Target="../media/image297.png"/><Relationship Id="rId7" Type="http://schemas.openxmlformats.org/officeDocument/2006/relationships/image" Target="../media/image284.png"/><Relationship Id="rId8" Type="http://schemas.openxmlformats.org/officeDocument/2006/relationships/image" Target="../media/image294.png"/><Relationship Id="rId11" Type="http://schemas.openxmlformats.org/officeDocument/2006/relationships/image" Target="../media/image285.png"/><Relationship Id="rId10" Type="http://schemas.openxmlformats.org/officeDocument/2006/relationships/image" Target="../media/image30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7.png"/><Relationship Id="rId4" Type="http://schemas.openxmlformats.org/officeDocument/2006/relationships/image" Target="../media/image290.png"/><Relationship Id="rId9" Type="http://schemas.openxmlformats.org/officeDocument/2006/relationships/image" Target="../media/image299.png"/><Relationship Id="rId5" Type="http://schemas.openxmlformats.org/officeDocument/2006/relationships/image" Target="../media/image204.png"/><Relationship Id="rId6" Type="http://schemas.openxmlformats.org/officeDocument/2006/relationships/image" Target="../media/image292.png"/><Relationship Id="rId7" Type="http://schemas.openxmlformats.org/officeDocument/2006/relationships/image" Target="../media/image293.png"/><Relationship Id="rId8" Type="http://schemas.openxmlformats.org/officeDocument/2006/relationships/image" Target="../media/image29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1.png"/><Relationship Id="rId4" Type="http://schemas.openxmlformats.org/officeDocument/2006/relationships/image" Target="../media/image204.png"/><Relationship Id="rId5" Type="http://schemas.openxmlformats.org/officeDocument/2006/relationships/image" Target="../media/image292.png"/><Relationship Id="rId6" Type="http://schemas.openxmlformats.org/officeDocument/2006/relationships/image" Target="../media/image30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8.png"/><Relationship Id="rId4" Type="http://schemas.openxmlformats.org/officeDocument/2006/relationships/image" Target="../media/image26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5.png"/><Relationship Id="rId4" Type="http://schemas.openxmlformats.org/officeDocument/2006/relationships/image" Target="../media/image313.png"/><Relationship Id="rId5" Type="http://schemas.openxmlformats.org/officeDocument/2006/relationships/image" Target="../media/image18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2.png"/><Relationship Id="rId4" Type="http://schemas.openxmlformats.org/officeDocument/2006/relationships/image" Target="../media/image312.png"/><Relationship Id="rId5" Type="http://schemas.openxmlformats.org/officeDocument/2006/relationships/image" Target="../media/image172.png"/><Relationship Id="rId6" Type="http://schemas.openxmlformats.org/officeDocument/2006/relationships/image" Target="../media/image307.png"/><Relationship Id="rId7" Type="http://schemas.openxmlformats.org/officeDocument/2006/relationships/image" Target="../media/image30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