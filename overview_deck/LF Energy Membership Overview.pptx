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3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7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5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5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77.png"/><Relationship Id="rId4" Type="http://schemas.openxmlformats.org/officeDocument/2006/relationships/image" Target="../media/image5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1.png"/><Relationship Id="rId4" Type="http://schemas.openxmlformats.org/officeDocument/2006/relationships/image" Target="../media/image7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5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7.png"/><Relationship Id="rId4" Type="http://schemas.openxmlformats.org/officeDocument/2006/relationships/image" Target="../media/image6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51.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88.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4.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6.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 Id="rId3" Type="http://schemas.openxmlformats.org/officeDocument/2006/relationships/image" Target="../media/image1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5.png"/><Relationship Id="rId3" Type="http://schemas.openxmlformats.org/officeDocument/2006/relationships/image" Target="../media/image3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6.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1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4.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88.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5.png"/><Relationship Id="rId3" Type="http://schemas.openxmlformats.org/officeDocument/2006/relationships/image" Target="../media/image34.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2.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5.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3.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1.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6.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5.png"/><Relationship Id="rId4" Type="http://schemas.openxmlformats.org/officeDocument/2006/relationships/image" Target="../media/image121.png"/><Relationship Id="rId9"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16.png"/><Relationship Id="rId7" Type="http://schemas.openxmlformats.org/officeDocument/2006/relationships/image" Target="../media/image118.png"/><Relationship Id="rId8" Type="http://schemas.openxmlformats.org/officeDocument/2006/relationships/image" Target="../media/image124.png"/><Relationship Id="rId11" Type="http://schemas.openxmlformats.org/officeDocument/2006/relationships/image" Target="../media/image135.png"/><Relationship Id="rId10" Type="http://schemas.openxmlformats.org/officeDocument/2006/relationships/image" Target="../media/image119.png"/><Relationship Id="rId13" Type="http://schemas.openxmlformats.org/officeDocument/2006/relationships/image" Target="../media/image122.png"/><Relationship Id="rId12" Type="http://schemas.openxmlformats.org/officeDocument/2006/relationships/image" Target="../media/image136.png"/><Relationship Id="rId15" Type="http://schemas.openxmlformats.org/officeDocument/2006/relationships/image" Target="../media/image128.png"/><Relationship Id="rId14" Type="http://schemas.openxmlformats.org/officeDocument/2006/relationships/image" Target="../media/image125.png"/><Relationship Id="rId17" Type="http://schemas.openxmlformats.org/officeDocument/2006/relationships/image" Target="../media/image123.png"/><Relationship Id="rId16" Type="http://schemas.openxmlformats.org/officeDocument/2006/relationships/image" Target="../media/image130.png"/><Relationship Id="rId19" Type="http://schemas.openxmlformats.org/officeDocument/2006/relationships/image" Target="../media/image131.png"/><Relationship Id="rId18" Type="http://schemas.openxmlformats.org/officeDocument/2006/relationships/image" Target="../media/image15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44.png"/><Relationship Id="rId4" Type="http://schemas.openxmlformats.org/officeDocument/2006/relationships/image" Target="../media/image134.png"/><Relationship Id="rId5" Type="http://schemas.openxmlformats.org/officeDocument/2006/relationships/image" Target="../media/image133.png"/><Relationship Id="rId6" Type="http://schemas.openxmlformats.org/officeDocument/2006/relationships/image" Target="../media/image132.png"/><Relationship Id="rId7"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9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1.png"/><Relationship Id="rId5" Type="http://schemas.openxmlformats.org/officeDocument/2006/relationships/image" Target="../media/image138.png"/><Relationship Id="rId6" Type="http://schemas.openxmlformats.org/officeDocument/2006/relationships/image" Target="../media/image14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8.png"/><Relationship Id="rId6" Type="http://schemas.openxmlformats.org/officeDocument/2006/relationships/image" Target="../media/image152.png"/><Relationship Id="rId7" Type="http://schemas.openxmlformats.org/officeDocument/2006/relationships/image" Target="../media/image14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85.jpg"/><Relationship Id="rId8" Type="http://schemas.openxmlformats.org/officeDocument/2006/relationships/image" Target="../media/image143.jpg"/><Relationship Id="rId11" Type="http://schemas.openxmlformats.org/officeDocument/2006/relationships/hyperlink" Target="http://support.lfenergy.org" TargetMode="External"/><Relationship Id="rId10" Type="http://schemas.openxmlformats.org/officeDocument/2006/relationships/image" Target="../media/image3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26.png"/><Relationship Id="rId7" Type="http://schemas.openxmlformats.org/officeDocument/2006/relationships/image" Target="../media/image30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48.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3.png"/><Relationship Id="rId6" Type="http://schemas.openxmlformats.org/officeDocument/2006/relationships/image" Target="../media/image1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7.png"/><Relationship Id="rId9" Type="http://schemas.openxmlformats.org/officeDocument/2006/relationships/image" Target="../media/image160.png"/><Relationship Id="rId5" Type="http://schemas.openxmlformats.org/officeDocument/2006/relationships/image" Target="../media/image155.png"/><Relationship Id="rId6" Type="http://schemas.openxmlformats.org/officeDocument/2006/relationships/image" Target="../media/image154.png"/><Relationship Id="rId7" Type="http://schemas.openxmlformats.org/officeDocument/2006/relationships/image" Target="../media/image163.png"/><Relationship Id="rId8" Type="http://schemas.openxmlformats.org/officeDocument/2006/relationships/image" Target="../media/image1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4.png"/><Relationship Id="rId5" Type="http://schemas.openxmlformats.org/officeDocument/2006/relationships/hyperlink" Target="mailto:membership@lfenergy.org" TargetMode="External"/><Relationship Id="rId6" Type="http://schemas.openxmlformats.org/officeDocument/2006/relationships/image" Target="../media/image162.png"/><Relationship Id="rId7" Type="http://schemas.openxmlformats.org/officeDocument/2006/relationships/image" Target="../media/image159.png"/><Relationship Id="rId8" Type="http://schemas.openxmlformats.org/officeDocument/2006/relationships/image" Target="../media/image1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7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73.png"/><Relationship Id="rId4" Type="http://schemas.openxmlformats.org/officeDocument/2006/relationships/image" Target="../media/image308.png"/><Relationship Id="rId9" Type="http://schemas.openxmlformats.org/officeDocument/2006/relationships/image" Target="../media/image167.png"/><Relationship Id="rId5" Type="http://schemas.openxmlformats.org/officeDocument/2006/relationships/image" Target="../media/image116.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166.png"/><Relationship Id="rId11" Type="http://schemas.openxmlformats.org/officeDocument/2006/relationships/image" Target="../media/image172.png"/><Relationship Id="rId10" Type="http://schemas.openxmlformats.org/officeDocument/2006/relationships/image" Target="../media/image168.png"/><Relationship Id="rId13" Type="http://schemas.openxmlformats.org/officeDocument/2006/relationships/image" Target="../media/image171.png"/><Relationship Id="rId12" Type="http://schemas.openxmlformats.org/officeDocument/2006/relationships/image" Target="../media/image170.png"/><Relationship Id="rId14" Type="http://schemas.openxmlformats.org/officeDocument/2006/relationships/image" Target="../media/image1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5.png"/><Relationship Id="rId4" Type="http://schemas.openxmlformats.org/officeDocument/2006/relationships/image" Target="../media/image180.png"/><Relationship Id="rId5" Type="http://schemas.openxmlformats.org/officeDocument/2006/relationships/image" Target="../media/image176.png"/><Relationship Id="rId6" Type="http://schemas.openxmlformats.org/officeDocument/2006/relationships/image" Target="../media/image178.png"/><Relationship Id="rId7" Type="http://schemas.openxmlformats.org/officeDocument/2006/relationships/image" Target="../media/image1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90.png"/><Relationship Id="rId4" Type="http://schemas.openxmlformats.org/officeDocument/2006/relationships/image" Target="../media/image182.png"/><Relationship Id="rId5" Type="http://schemas.openxmlformats.org/officeDocument/2006/relationships/image" Target="../media/image181.png"/><Relationship Id="rId6" Type="http://schemas.openxmlformats.org/officeDocument/2006/relationships/image" Target="../media/image183.png"/><Relationship Id="rId7" Type="http://schemas.openxmlformats.org/officeDocument/2006/relationships/image" Target="../media/image184.png"/><Relationship Id="rId8" Type="http://schemas.openxmlformats.org/officeDocument/2006/relationships/image" Target="../media/image1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6.png"/><Relationship Id="rId4" Type="http://schemas.openxmlformats.org/officeDocument/2006/relationships/image" Target="../media/image188.png"/><Relationship Id="rId5" Type="http://schemas.openxmlformats.org/officeDocument/2006/relationships/image" Target="../media/image201.png"/><Relationship Id="rId6" Type="http://schemas.openxmlformats.org/officeDocument/2006/relationships/image" Target="../media/image193.png"/><Relationship Id="rId7" Type="http://schemas.openxmlformats.org/officeDocument/2006/relationships/image" Target="../media/image189.png"/><Relationship Id="rId8" Type="http://schemas.openxmlformats.org/officeDocument/2006/relationships/image" Target="../media/image19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4.png"/><Relationship Id="rId4" Type="http://schemas.openxmlformats.org/officeDocument/2006/relationships/image" Target="../media/image200.png"/><Relationship Id="rId5" Type="http://schemas.openxmlformats.org/officeDocument/2006/relationships/image" Target="../media/image20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195.png"/><Relationship Id="rId5" Type="http://schemas.openxmlformats.org/officeDocument/2006/relationships/image" Target="../media/image196.png"/><Relationship Id="rId6" Type="http://schemas.openxmlformats.org/officeDocument/2006/relationships/image" Target="../media/image198.png"/><Relationship Id="rId7" Type="http://schemas.openxmlformats.org/officeDocument/2006/relationships/image" Target="../media/image20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3.png"/><Relationship Id="rId4" Type="http://schemas.openxmlformats.org/officeDocument/2006/relationships/image" Target="../media/image215.png"/><Relationship Id="rId9" Type="http://schemas.openxmlformats.org/officeDocument/2006/relationships/image" Target="../media/image210.png"/><Relationship Id="rId5" Type="http://schemas.openxmlformats.org/officeDocument/2006/relationships/image" Target="../media/image207.png"/><Relationship Id="rId6" Type="http://schemas.openxmlformats.org/officeDocument/2006/relationships/image" Target="../media/image205.png"/><Relationship Id="rId7" Type="http://schemas.openxmlformats.org/officeDocument/2006/relationships/image" Target="../media/image204.png"/><Relationship Id="rId8" Type="http://schemas.openxmlformats.org/officeDocument/2006/relationships/image" Target="../media/image225.png"/><Relationship Id="rId10" Type="http://schemas.openxmlformats.org/officeDocument/2006/relationships/image" Target="../media/image2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1.png"/><Relationship Id="rId4" Type="http://schemas.openxmlformats.org/officeDocument/2006/relationships/image" Target="../media/image259.png"/><Relationship Id="rId5" Type="http://schemas.openxmlformats.org/officeDocument/2006/relationships/image" Target="../media/image209.png"/><Relationship Id="rId6" Type="http://schemas.openxmlformats.org/officeDocument/2006/relationships/image" Target="../media/image171.png"/><Relationship Id="rId7" Type="http://schemas.openxmlformats.org/officeDocument/2006/relationships/image" Target="../media/image213.png"/><Relationship Id="rId8" Type="http://schemas.openxmlformats.org/officeDocument/2006/relationships/image" Target="../media/image17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31.png"/><Relationship Id="rId4" Type="http://schemas.openxmlformats.org/officeDocument/2006/relationships/image" Target="../media/image217.png"/><Relationship Id="rId5" Type="http://schemas.openxmlformats.org/officeDocument/2006/relationships/image" Target="../media/image119.png"/><Relationship Id="rId6" Type="http://schemas.openxmlformats.org/officeDocument/2006/relationships/image" Target="../media/image135.png"/><Relationship Id="rId7" Type="http://schemas.openxmlformats.org/officeDocument/2006/relationships/image" Target="../media/image216.png"/><Relationship Id="rId8" Type="http://schemas.openxmlformats.org/officeDocument/2006/relationships/image" Target="../media/image2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42.png"/><Relationship Id="rId4" Type="http://schemas.openxmlformats.org/officeDocument/2006/relationships/image" Target="../media/image220.png"/><Relationship Id="rId5" Type="http://schemas.openxmlformats.org/officeDocument/2006/relationships/image" Target="../media/image221.png"/><Relationship Id="rId6" Type="http://schemas.openxmlformats.org/officeDocument/2006/relationships/image" Target="../media/image224.png"/><Relationship Id="rId7" Type="http://schemas.openxmlformats.org/officeDocument/2006/relationships/image" Target="../media/image222.png"/><Relationship Id="rId8" Type="http://schemas.openxmlformats.org/officeDocument/2006/relationships/image" Target="../media/image2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0.png"/><Relationship Id="rId4" Type="http://schemas.openxmlformats.org/officeDocument/2006/relationships/image" Target="../media/image228.png"/><Relationship Id="rId5" Type="http://schemas.openxmlformats.org/officeDocument/2006/relationships/image" Target="../media/image18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9.png"/><Relationship Id="rId4" Type="http://schemas.openxmlformats.org/officeDocument/2006/relationships/image" Target="../media/image181.png"/><Relationship Id="rId5" Type="http://schemas.openxmlformats.org/officeDocument/2006/relationships/image" Target="../media/image233.png"/><Relationship Id="rId6" Type="http://schemas.openxmlformats.org/officeDocument/2006/relationships/image" Target="../media/image182.png"/><Relationship Id="rId7" Type="http://schemas.openxmlformats.org/officeDocument/2006/relationships/image" Target="../media/image22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29.png"/><Relationship Id="rId4" Type="http://schemas.openxmlformats.org/officeDocument/2006/relationships/image" Target="../media/image244.png"/><Relationship Id="rId5" Type="http://schemas.openxmlformats.org/officeDocument/2006/relationships/image" Target="../media/image234.png"/><Relationship Id="rId6" Type="http://schemas.openxmlformats.org/officeDocument/2006/relationships/image" Target="../media/image232.png"/><Relationship Id="rId7" Type="http://schemas.openxmlformats.org/officeDocument/2006/relationships/image" Target="../media/image2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9.png"/><Relationship Id="rId4" Type="http://schemas.openxmlformats.org/officeDocument/2006/relationships/image" Target="../media/image238.png"/><Relationship Id="rId5" Type="http://schemas.openxmlformats.org/officeDocument/2006/relationships/image" Target="../media/image2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60.png"/><Relationship Id="rId4" Type="http://schemas.openxmlformats.org/officeDocument/2006/relationships/image" Target="../media/image253.png"/><Relationship Id="rId5" Type="http://schemas.openxmlformats.org/officeDocument/2006/relationships/image" Target="../media/image245.png"/><Relationship Id="rId6" Type="http://schemas.openxmlformats.org/officeDocument/2006/relationships/image" Target="../media/image182.png"/><Relationship Id="rId7" Type="http://schemas.openxmlformats.org/officeDocument/2006/relationships/image" Target="../media/image24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6.png"/><Relationship Id="rId4" Type="http://schemas.openxmlformats.org/officeDocument/2006/relationships/image" Target="../media/image248.png"/><Relationship Id="rId5" Type="http://schemas.openxmlformats.org/officeDocument/2006/relationships/image" Target="../media/image25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6.png"/><Relationship Id="rId4" Type="http://schemas.openxmlformats.org/officeDocument/2006/relationships/image" Target="../media/image251.png"/><Relationship Id="rId9" Type="http://schemas.openxmlformats.org/officeDocument/2006/relationships/image" Target="../media/image273.png"/><Relationship Id="rId5" Type="http://schemas.openxmlformats.org/officeDocument/2006/relationships/image" Target="../media/image250.png"/><Relationship Id="rId6" Type="http://schemas.openxmlformats.org/officeDocument/2006/relationships/image" Target="../media/image252.png"/><Relationship Id="rId7" Type="http://schemas.openxmlformats.org/officeDocument/2006/relationships/image" Target="../media/image255.png"/><Relationship Id="rId8" Type="http://schemas.openxmlformats.org/officeDocument/2006/relationships/image" Target="../media/image254.png"/><Relationship Id="rId11" Type="http://schemas.openxmlformats.org/officeDocument/2006/relationships/image" Target="../media/image293.png"/><Relationship Id="rId10" Type="http://schemas.openxmlformats.org/officeDocument/2006/relationships/image" Target="../media/image26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8.png"/><Relationship Id="rId4" Type="http://schemas.openxmlformats.org/officeDocument/2006/relationships/image" Target="../media/image261.png"/><Relationship Id="rId5" Type="http://schemas.openxmlformats.org/officeDocument/2006/relationships/image" Target="../media/image2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7.png"/><Relationship Id="rId4" Type="http://schemas.openxmlformats.org/officeDocument/2006/relationships/image" Target="../media/image269.png"/><Relationship Id="rId5" Type="http://schemas.openxmlformats.org/officeDocument/2006/relationships/image" Target="../media/image268.png"/><Relationship Id="rId6" Type="http://schemas.openxmlformats.org/officeDocument/2006/relationships/image" Target="../media/image2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5.png"/><Relationship Id="rId4" Type="http://schemas.openxmlformats.org/officeDocument/2006/relationships/image" Target="../media/image264.png"/><Relationship Id="rId5" Type="http://schemas.openxmlformats.org/officeDocument/2006/relationships/image" Target="../media/image2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81.png"/><Relationship Id="rId4" Type="http://schemas.openxmlformats.org/officeDocument/2006/relationships/image" Target="../media/image303.png"/><Relationship Id="rId9" Type="http://schemas.openxmlformats.org/officeDocument/2006/relationships/image" Target="../media/image277.png"/><Relationship Id="rId5" Type="http://schemas.openxmlformats.org/officeDocument/2006/relationships/image" Target="../media/image181.png"/><Relationship Id="rId6" Type="http://schemas.openxmlformats.org/officeDocument/2006/relationships/image" Target="../media/image291.png"/><Relationship Id="rId7" Type="http://schemas.openxmlformats.org/officeDocument/2006/relationships/image" Target="../media/image271.png"/><Relationship Id="rId8" Type="http://schemas.openxmlformats.org/officeDocument/2006/relationships/image" Target="../media/image272.png"/><Relationship Id="rId11" Type="http://schemas.openxmlformats.org/officeDocument/2006/relationships/image" Target="../media/image285.png"/><Relationship Id="rId10" Type="http://schemas.openxmlformats.org/officeDocument/2006/relationships/image" Target="../media/image27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0.png"/><Relationship Id="rId4" Type="http://schemas.openxmlformats.org/officeDocument/2006/relationships/image" Target="../media/image278.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5.png"/><Relationship Id="rId4" Type="http://schemas.openxmlformats.org/officeDocument/2006/relationships/image" Target="../media/image279.png"/><Relationship Id="rId9" Type="http://schemas.openxmlformats.org/officeDocument/2006/relationships/image" Target="../media/image290.png"/><Relationship Id="rId5" Type="http://schemas.openxmlformats.org/officeDocument/2006/relationships/image" Target="../media/image178.png"/><Relationship Id="rId6" Type="http://schemas.openxmlformats.org/officeDocument/2006/relationships/image" Target="../media/image301.png"/><Relationship Id="rId7" Type="http://schemas.openxmlformats.org/officeDocument/2006/relationships/image" Target="../media/image176.png"/><Relationship Id="rId8" Type="http://schemas.openxmlformats.org/officeDocument/2006/relationships/image" Target="../media/image30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2.png"/><Relationship Id="rId4" Type="http://schemas.openxmlformats.org/officeDocument/2006/relationships/image" Target="../media/image284.png"/><Relationship Id="rId9" Type="http://schemas.openxmlformats.org/officeDocument/2006/relationships/image" Target="../media/image286.png"/><Relationship Id="rId5" Type="http://schemas.openxmlformats.org/officeDocument/2006/relationships/image" Target="../media/image182.png"/><Relationship Id="rId6" Type="http://schemas.openxmlformats.org/officeDocument/2006/relationships/image" Target="../media/image287.png"/><Relationship Id="rId7" Type="http://schemas.openxmlformats.org/officeDocument/2006/relationships/image" Target="../media/image283.png"/><Relationship Id="rId8" Type="http://schemas.openxmlformats.org/officeDocument/2006/relationships/image" Target="../media/image289.png"/><Relationship Id="rId11" Type="http://schemas.openxmlformats.org/officeDocument/2006/relationships/image" Target="../media/image288.png"/><Relationship Id="rId10" Type="http://schemas.openxmlformats.org/officeDocument/2006/relationships/image" Target="../media/image29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6.png"/><Relationship Id="rId4" Type="http://schemas.openxmlformats.org/officeDocument/2006/relationships/image" Target="../media/image311.png"/><Relationship Id="rId9" Type="http://schemas.openxmlformats.org/officeDocument/2006/relationships/image" Target="../media/image294.png"/><Relationship Id="rId5" Type="http://schemas.openxmlformats.org/officeDocument/2006/relationships/image" Target="../media/image198.png"/><Relationship Id="rId6" Type="http://schemas.openxmlformats.org/officeDocument/2006/relationships/image" Target="../media/image305.png"/><Relationship Id="rId7" Type="http://schemas.openxmlformats.org/officeDocument/2006/relationships/image" Target="../media/image297.png"/><Relationship Id="rId8" Type="http://schemas.openxmlformats.org/officeDocument/2006/relationships/image" Target="../media/image29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6.png"/><Relationship Id="rId4" Type="http://schemas.openxmlformats.org/officeDocument/2006/relationships/image" Target="../media/image198.png"/><Relationship Id="rId5" Type="http://schemas.openxmlformats.org/officeDocument/2006/relationships/image" Target="../media/image305.png"/><Relationship Id="rId6" Type="http://schemas.openxmlformats.org/officeDocument/2006/relationships/image" Target="../media/image29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0.png"/><Relationship Id="rId4" Type="http://schemas.openxmlformats.org/officeDocument/2006/relationships/image" Target="../media/image25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4.png"/><Relationship Id="rId4" Type="http://schemas.openxmlformats.org/officeDocument/2006/relationships/image" Target="../media/image314.png"/><Relationship Id="rId5" Type="http://schemas.openxmlformats.org/officeDocument/2006/relationships/image" Target="../media/image17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10.png"/><Relationship Id="rId4" Type="http://schemas.openxmlformats.org/officeDocument/2006/relationships/image" Target="../media/image313.png"/><Relationship Id="rId5" Type="http://schemas.openxmlformats.org/officeDocument/2006/relationships/image" Target="../media/image170.png"/><Relationship Id="rId6" Type="http://schemas.openxmlformats.org/officeDocument/2006/relationships/image" Target="../media/image299.png"/><Relationship Id="rId7" Type="http://schemas.openxmlformats.org/officeDocument/2006/relationships/image" Target="../media/image30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