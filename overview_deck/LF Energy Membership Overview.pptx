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4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2.png"/><Relationship Id="rId3" Type="http://schemas.openxmlformats.org/officeDocument/2006/relationships/image" Target="../media/image3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8.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 Id="rId3" Type="http://schemas.openxmlformats.org/officeDocument/2006/relationships/image" Target="../media/image7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61.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6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 Id="rId3" Type="http://schemas.openxmlformats.org/officeDocument/2006/relationships/image" Target="../media/image72.png"/><Relationship Id="rId4" Type="http://schemas.openxmlformats.org/officeDocument/2006/relationships/image" Target="../media/image6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3.png"/><Relationship Id="rId3" Type="http://schemas.openxmlformats.org/officeDocument/2006/relationships/image" Target="../media/image6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3.png"/><Relationship Id="rId3" Type="http://schemas.openxmlformats.org/officeDocument/2006/relationships/image" Target="../media/image61.png"/><Relationship Id="rId4" Type="http://schemas.openxmlformats.org/officeDocument/2006/relationships/image" Target="../media/image9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6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72.png"/><Relationship Id="rId4" Type="http://schemas.openxmlformats.org/officeDocument/2006/relationships/image" Target="../media/image9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61.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8.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8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36.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5.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2.png"/><Relationship Id="rId3" Type="http://schemas.openxmlformats.org/officeDocument/2006/relationships/image" Target="../media/image36.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6.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8.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7.png"/><Relationship Id="rId3" Type="http://schemas.openxmlformats.org/officeDocument/2006/relationships/image" Target="../media/image109.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36.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81.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2.png"/><Relationship Id="rId3" Type="http://schemas.openxmlformats.org/officeDocument/2006/relationships/image" Target="../media/image36.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5.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6.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2.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1.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14.png"/><Relationship Id="rId4" Type="http://schemas.openxmlformats.org/officeDocument/2006/relationships/image" Target="../media/image134.png"/><Relationship Id="rId9" Type="http://schemas.openxmlformats.org/officeDocument/2006/relationships/image" Target="../media/image146.png"/><Relationship Id="rId5" Type="http://schemas.openxmlformats.org/officeDocument/2006/relationships/image" Target="../media/image137.png"/><Relationship Id="rId6" Type="http://schemas.openxmlformats.org/officeDocument/2006/relationships/image" Target="../media/image132.png"/><Relationship Id="rId7" Type="http://schemas.openxmlformats.org/officeDocument/2006/relationships/image" Target="../media/image141.png"/><Relationship Id="rId8" Type="http://schemas.openxmlformats.org/officeDocument/2006/relationships/image" Target="../media/image122.png"/><Relationship Id="rId11" Type="http://schemas.openxmlformats.org/officeDocument/2006/relationships/image" Target="../media/image142.png"/><Relationship Id="rId10" Type="http://schemas.openxmlformats.org/officeDocument/2006/relationships/image" Target="../media/image128.png"/><Relationship Id="rId13" Type="http://schemas.openxmlformats.org/officeDocument/2006/relationships/image" Target="../media/image119.png"/><Relationship Id="rId12" Type="http://schemas.openxmlformats.org/officeDocument/2006/relationships/image" Target="../media/image127.png"/><Relationship Id="rId15" Type="http://schemas.openxmlformats.org/officeDocument/2006/relationships/image" Target="../media/image136.png"/><Relationship Id="rId14" Type="http://schemas.openxmlformats.org/officeDocument/2006/relationships/image" Target="../media/image131.png"/><Relationship Id="rId17" Type="http://schemas.openxmlformats.org/officeDocument/2006/relationships/image" Target="../media/image150.png"/><Relationship Id="rId16" Type="http://schemas.openxmlformats.org/officeDocument/2006/relationships/image" Target="../media/image158.png"/><Relationship Id="rId19" Type="http://schemas.openxmlformats.org/officeDocument/2006/relationships/image" Target="../media/image135.png"/><Relationship Id="rId18" Type="http://schemas.openxmlformats.org/officeDocument/2006/relationships/image" Target="../media/image13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25.png"/><Relationship Id="rId4" Type="http://schemas.openxmlformats.org/officeDocument/2006/relationships/image" Target="../media/image130.png"/><Relationship Id="rId5" Type="http://schemas.openxmlformats.org/officeDocument/2006/relationships/image" Target="../media/image129.png"/><Relationship Id="rId6" Type="http://schemas.openxmlformats.org/officeDocument/2006/relationships/image" Target="../media/image133.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7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17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39.png"/><Relationship Id="rId5" Type="http://schemas.openxmlformats.org/officeDocument/2006/relationships/image" Target="../media/image152.png"/><Relationship Id="rId6" Type="http://schemas.openxmlformats.org/officeDocument/2006/relationships/image" Target="../media/image14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18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51.png"/><Relationship Id="rId6" Type="http://schemas.openxmlformats.org/officeDocument/2006/relationships/image" Target="../media/image147.png"/><Relationship Id="rId7" Type="http://schemas.openxmlformats.org/officeDocument/2006/relationships/image" Target="../media/image14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17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48.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88.jpg"/><Relationship Id="rId8" Type="http://schemas.openxmlformats.org/officeDocument/2006/relationships/image" Target="../media/image154.jpg"/><Relationship Id="rId11" Type="http://schemas.openxmlformats.org/officeDocument/2006/relationships/hyperlink" Target="http://support.lfenergy.org" TargetMode="External"/><Relationship Id="rId10" Type="http://schemas.openxmlformats.org/officeDocument/2006/relationships/image" Target="../media/image20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77.png"/><Relationship Id="rId7" Type="http://schemas.openxmlformats.org/officeDocument/2006/relationships/image" Target="../media/image19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18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64.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5.png"/><Relationship Id="rId6" Type="http://schemas.openxmlformats.org/officeDocument/2006/relationships/image" Target="../media/image16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66.png"/><Relationship Id="rId9" Type="http://schemas.openxmlformats.org/officeDocument/2006/relationships/image" Target="../media/image157.png"/><Relationship Id="rId5" Type="http://schemas.openxmlformats.org/officeDocument/2006/relationships/image" Target="../media/image153.png"/><Relationship Id="rId6" Type="http://schemas.openxmlformats.org/officeDocument/2006/relationships/image" Target="../media/image162.png"/><Relationship Id="rId7" Type="http://schemas.openxmlformats.org/officeDocument/2006/relationships/image" Target="../media/image161.png"/><Relationship Id="rId8" Type="http://schemas.openxmlformats.org/officeDocument/2006/relationships/image" Target="../media/image17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0.png"/><Relationship Id="rId5" Type="http://schemas.openxmlformats.org/officeDocument/2006/relationships/hyperlink" Target="mailto:membership@lfenergy.org" TargetMode="External"/><Relationship Id="rId6" Type="http://schemas.openxmlformats.org/officeDocument/2006/relationships/image" Target="../media/image156.png"/><Relationship Id="rId7" Type="http://schemas.openxmlformats.org/officeDocument/2006/relationships/image" Target="../media/image159.png"/><Relationship Id="rId8" Type="http://schemas.openxmlformats.org/officeDocument/2006/relationships/image" Target="../media/image16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19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5.png"/><Relationship Id="rId4" Type="http://schemas.openxmlformats.org/officeDocument/2006/relationships/image" Target="../media/image224.png"/><Relationship Id="rId9" Type="http://schemas.openxmlformats.org/officeDocument/2006/relationships/image" Target="../media/image186.png"/><Relationship Id="rId5" Type="http://schemas.openxmlformats.org/officeDocument/2006/relationships/image" Target="../media/image132.png"/><Relationship Id="rId6" Type="http://schemas.openxmlformats.org/officeDocument/2006/relationships/image" Target="../media/image141.png"/><Relationship Id="rId7" Type="http://schemas.openxmlformats.org/officeDocument/2006/relationships/image" Target="../media/image134.png"/><Relationship Id="rId8" Type="http://schemas.openxmlformats.org/officeDocument/2006/relationships/image" Target="../media/image174.png"/><Relationship Id="rId11" Type="http://schemas.openxmlformats.org/officeDocument/2006/relationships/image" Target="../media/image171.png"/><Relationship Id="rId10" Type="http://schemas.openxmlformats.org/officeDocument/2006/relationships/image" Target="../media/image192.png"/><Relationship Id="rId13" Type="http://schemas.openxmlformats.org/officeDocument/2006/relationships/image" Target="../media/image189.png"/><Relationship Id="rId12" Type="http://schemas.openxmlformats.org/officeDocument/2006/relationships/image" Target="../media/image173.png"/><Relationship Id="rId14" Type="http://schemas.openxmlformats.org/officeDocument/2006/relationships/image" Target="../media/image19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79.png"/><Relationship Id="rId4" Type="http://schemas.openxmlformats.org/officeDocument/2006/relationships/image" Target="../media/image180.png"/><Relationship Id="rId5" Type="http://schemas.openxmlformats.org/officeDocument/2006/relationships/image" Target="../media/image182.png"/><Relationship Id="rId6" Type="http://schemas.openxmlformats.org/officeDocument/2006/relationships/image" Target="../media/image184.png"/><Relationship Id="rId7" Type="http://schemas.openxmlformats.org/officeDocument/2006/relationships/image" Target="../media/image19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85.png"/><Relationship Id="rId4" Type="http://schemas.openxmlformats.org/officeDocument/2006/relationships/image" Target="../media/image202.png"/><Relationship Id="rId5" Type="http://schemas.openxmlformats.org/officeDocument/2006/relationships/image" Target="../media/image181.png"/><Relationship Id="rId6" Type="http://schemas.openxmlformats.org/officeDocument/2006/relationships/image" Target="../media/image197.png"/><Relationship Id="rId7" Type="http://schemas.openxmlformats.org/officeDocument/2006/relationships/image" Target="../media/image203.png"/><Relationship Id="rId8" Type="http://schemas.openxmlformats.org/officeDocument/2006/relationships/image" Target="../media/image1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207.png"/><Relationship Id="rId4" Type="http://schemas.openxmlformats.org/officeDocument/2006/relationships/image" Target="../media/image210.png"/><Relationship Id="rId5" Type="http://schemas.openxmlformats.org/officeDocument/2006/relationships/image" Target="../media/image200.png"/><Relationship Id="rId6" Type="http://schemas.openxmlformats.org/officeDocument/2006/relationships/image" Target="../media/image259.png"/><Relationship Id="rId7" Type="http://schemas.openxmlformats.org/officeDocument/2006/relationships/image" Target="../media/image217.png"/><Relationship Id="rId8" Type="http://schemas.openxmlformats.org/officeDocument/2006/relationships/image" Target="../media/image19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195.png"/><Relationship Id="rId4" Type="http://schemas.openxmlformats.org/officeDocument/2006/relationships/image" Target="../media/image204.png"/><Relationship Id="rId5" Type="http://schemas.openxmlformats.org/officeDocument/2006/relationships/image" Target="../media/image20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4.png"/><Relationship Id="rId4" Type="http://schemas.openxmlformats.org/officeDocument/2006/relationships/image" Target="../media/image209.png"/><Relationship Id="rId5" Type="http://schemas.openxmlformats.org/officeDocument/2006/relationships/image" Target="../media/image211.png"/><Relationship Id="rId6" Type="http://schemas.openxmlformats.org/officeDocument/2006/relationships/image" Target="../media/image228.png"/><Relationship Id="rId7" Type="http://schemas.openxmlformats.org/officeDocument/2006/relationships/image" Target="../media/image20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6.png"/><Relationship Id="rId4" Type="http://schemas.openxmlformats.org/officeDocument/2006/relationships/image" Target="../media/image221.png"/><Relationship Id="rId9" Type="http://schemas.openxmlformats.org/officeDocument/2006/relationships/image" Target="../media/image254.png"/><Relationship Id="rId5" Type="http://schemas.openxmlformats.org/officeDocument/2006/relationships/image" Target="../media/image220.png"/><Relationship Id="rId6" Type="http://schemas.openxmlformats.org/officeDocument/2006/relationships/image" Target="../media/image250.png"/><Relationship Id="rId7" Type="http://schemas.openxmlformats.org/officeDocument/2006/relationships/image" Target="../media/image213.png"/><Relationship Id="rId8" Type="http://schemas.openxmlformats.org/officeDocument/2006/relationships/image" Target="../media/image212.png"/><Relationship Id="rId10" Type="http://schemas.openxmlformats.org/officeDocument/2006/relationships/image" Target="../media/image2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15.png"/><Relationship Id="rId4" Type="http://schemas.openxmlformats.org/officeDocument/2006/relationships/image" Target="../media/image244.png"/><Relationship Id="rId5" Type="http://schemas.openxmlformats.org/officeDocument/2006/relationships/image" Target="../media/image216.png"/><Relationship Id="rId6" Type="http://schemas.openxmlformats.org/officeDocument/2006/relationships/image" Target="../media/image189.png"/><Relationship Id="rId7" Type="http://schemas.openxmlformats.org/officeDocument/2006/relationships/image" Target="../media/image214.png"/><Relationship Id="rId8" Type="http://schemas.openxmlformats.org/officeDocument/2006/relationships/image" Target="../media/image17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22.png"/><Relationship Id="rId4" Type="http://schemas.openxmlformats.org/officeDocument/2006/relationships/image" Target="../media/image227.png"/><Relationship Id="rId5" Type="http://schemas.openxmlformats.org/officeDocument/2006/relationships/image" Target="../media/image128.png"/><Relationship Id="rId6" Type="http://schemas.openxmlformats.org/officeDocument/2006/relationships/image" Target="../media/image142.png"/><Relationship Id="rId7" Type="http://schemas.openxmlformats.org/officeDocument/2006/relationships/image" Target="../media/image219.png"/><Relationship Id="rId8" Type="http://schemas.openxmlformats.org/officeDocument/2006/relationships/image" Target="../media/image2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6.png"/><Relationship Id="rId4" Type="http://schemas.openxmlformats.org/officeDocument/2006/relationships/image" Target="../media/image231.png"/><Relationship Id="rId5" Type="http://schemas.openxmlformats.org/officeDocument/2006/relationships/image" Target="../media/image240.png"/><Relationship Id="rId6" Type="http://schemas.openxmlformats.org/officeDocument/2006/relationships/image" Target="../media/image246.png"/><Relationship Id="rId7" Type="http://schemas.openxmlformats.org/officeDocument/2006/relationships/image" Target="../media/image236.png"/><Relationship Id="rId8" Type="http://schemas.openxmlformats.org/officeDocument/2006/relationships/image" Target="../media/image23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30.png"/><Relationship Id="rId4" Type="http://schemas.openxmlformats.org/officeDocument/2006/relationships/image" Target="../media/image238.png"/><Relationship Id="rId5" Type="http://schemas.openxmlformats.org/officeDocument/2006/relationships/image" Target="../media/image20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33.png"/><Relationship Id="rId4" Type="http://schemas.openxmlformats.org/officeDocument/2006/relationships/image" Target="../media/image181.png"/><Relationship Id="rId5" Type="http://schemas.openxmlformats.org/officeDocument/2006/relationships/image" Target="../media/image229.png"/><Relationship Id="rId6" Type="http://schemas.openxmlformats.org/officeDocument/2006/relationships/image" Target="../media/image202.png"/><Relationship Id="rId7" Type="http://schemas.openxmlformats.org/officeDocument/2006/relationships/image" Target="../media/image2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39.png"/><Relationship Id="rId4" Type="http://schemas.openxmlformats.org/officeDocument/2006/relationships/image" Target="../media/image241.png"/><Relationship Id="rId5" Type="http://schemas.openxmlformats.org/officeDocument/2006/relationships/image" Target="../media/image271.png"/><Relationship Id="rId6" Type="http://schemas.openxmlformats.org/officeDocument/2006/relationships/image" Target="../media/image247.png"/><Relationship Id="rId7" Type="http://schemas.openxmlformats.org/officeDocument/2006/relationships/image" Target="../media/image2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56.png"/><Relationship Id="rId4" Type="http://schemas.openxmlformats.org/officeDocument/2006/relationships/image" Target="../media/image235.png"/><Relationship Id="rId5" Type="http://schemas.openxmlformats.org/officeDocument/2006/relationships/image" Target="../media/image25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48.png"/><Relationship Id="rId4" Type="http://schemas.openxmlformats.org/officeDocument/2006/relationships/image" Target="../media/image252.png"/><Relationship Id="rId5" Type="http://schemas.openxmlformats.org/officeDocument/2006/relationships/image" Target="../media/image242.png"/><Relationship Id="rId6" Type="http://schemas.openxmlformats.org/officeDocument/2006/relationships/image" Target="../media/image202.png"/><Relationship Id="rId7" Type="http://schemas.openxmlformats.org/officeDocument/2006/relationships/image" Target="../media/image258.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43.png"/><Relationship Id="rId4" Type="http://schemas.openxmlformats.org/officeDocument/2006/relationships/image" Target="../media/image257.png"/><Relationship Id="rId5" Type="http://schemas.openxmlformats.org/officeDocument/2006/relationships/image" Target="../media/image26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55.png"/><Relationship Id="rId4" Type="http://schemas.openxmlformats.org/officeDocument/2006/relationships/image" Target="../media/image260.png"/><Relationship Id="rId9" Type="http://schemas.openxmlformats.org/officeDocument/2006/relationships/image" Target="../media/image278.png"/><Relationship Id="rId5" Type="http://schemas.openxmlformats.org/officeDocument/2006/relationships/image" Target="../media/image249.png"/><Relationship Id="rId6" Type="http://schemas.openxmlformats.org/officeDocument/2006/relationships/image" Target="../media/image263.png"/><Relationship Id="rId7" Type="http://schemas.openxmlformats.org/officeDocument/2006/relationships/image" Target="../media/image275.png"/><Relationship Id="rId8" Type="http://schemas.openxmlformats.org/officeDocument/2006/relationships/image" Target="../media/image251.png"/><Relationship Id="rId11" Type="http://schemas.openxmlformats.org/officeDocument/2006/relationships/image" Target="../media/image289.png"/><Relationship Id="rId10" Type="http://schemas.openxmlformats.org/officeDocument/2006/relationships/image" Target="../media/image26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62.png"/><Relationship Id="rId4" Type="http://schemas.openxmlformats.org/officeDocument/2006/relationships/image" Target="../media/image272.png"/><Relationship Id="rId5" Type="http://schemas.openxmlformats.org/officeDocument/2006/relationships/image" Target="../media/image26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5.png"/><Relationship Id="rId4" Type="http://schemas.openxmlformats.org/officeDocument/2006/relationships/image" Target="../media/image270.png"/><Relationship Id="rId5" Type="http://schemas.openxmlformats.org/officeDocument/2006/relationships/image" Target="../media/image269.png"/><Relationship Id="rId6" Type="http://schemas.openxmlformats.org/officeDocument/2006/relationships/image" Target="../media/image26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302.png"/><Relationship Id="rId4" Type="http://schemas.openxmlformats.org/officeDocument/2006/relationships/image" Target="../media/image276.png"/><Relationship Id="rId5" Type="http://schemas.openxmlformats.org/officeDocument/2006/relationships/image" Target="../media/image30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82.png"/><Relationship Id="rId4" Type="http://schemas.openxmlformats.org/officeDocument/2006/relationships/image" Target="../media/image268.png"/><Relationship Id="rId9" Type="http://schemas.openxmlformats.org/officeDocument/2006/relationships/image" Target="../media/image309.png"/><Relationship Id="rId5" Type="http://schemas.openxmlformats.org/officeDocument/2006/relationships/image" Target="../media/image181.png"/><Relationship Id="rId6" Type="http://schemas.openxmlformats.org/officeDocument/2006/relationships/image" Target="../media/image267.png"/><Relationship Id="rId7" Type="http://schemas.openxmlformats.org/officeDocument/2006/relationships/image" Target="../media/image279.png"/><Relationship Id="rId8" Type="http://schemas.openxmlformats.org/officeDocument/2006/relationships/image" Target="../media/image273.png"/><Relationship Id="rId11" Type="http://schemas.openxmlformats.org/officeDocument/2006/relationships/image" Target="../media/image274.png"/><Relationship Id="rId10" Type="http://schemas.openxmlformats.org/officeDocument/2006/relationships/image" Target="../media/image28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95.png"/><Relationship Id="rId4" Type="http://schemas.openxmlformats.org/officeDocument/2006/relationships/image" Target="../media/image281.png"/><Relationship Id="rId5" Type="http://schemas.openxmlformats.org/officeDocument/2006/relationships/image" Target="../media/image18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84.png"/><Relationship Id="rId4" Type="http://schemas.openxmlformats.org/officeDocument/2006/relationships/image" Target="../media/image287.png"/><Relationship Id="rId9" Type="http://schemas.openxmlformats.org/officeDocument/2006/relationships/image" Target="../media/image285.png"/><Relationship Id="rId5" Type="http://schemas.openxmlformats.org/officeDocument/2006/relationships/image" Target="../media/image184.png"/><Relationship Id="rId6" Type="http://schemas.openxmlformats.org/officeDocument/2006/relationships/image" Target="../media/image288.png"/><Relationship Id="rId7" Type="http://schemas.openxmlformats.org/officeDocument/2006/relationships/image" Target="../media/image182.png"/><Relationship Id="rId8" Type="http://schemas.openxmlformats.org/officeDocument/2006/relationships/image" Target="../media/image27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97.png"/><Relationship Id="rId4" Type="http://schemas.openxmlformats.org/officeDocument/2006/relationships/image" Target="../media/image296.png"/><Relationship Id="rId9" Type="http://schemas.openxmlformats.org/officeDocument/2006/relationships/image" Target="../media/image291.png"/><Relationship Id="rId5" Type="http://schemas.openxmlformats.org/officeDocument/2006/relationships/image" Target="../media/image202.png"/><Relationship Id="rId6" Type="http://schemas.openxmlformats.org/officeDocument/2006/relationships/image" Target="../media/image313.png"/><Relationship Id="rId7" Type="http://schemas.openxmlformats.org/officeDocument/2006/relationships/image" Target="../media/image304.png"/><Relationship Id="rId8" Type="http://schemas.openxmlformats.org/officeDocument/2006/relationships/image" Target="../media/image280.png"/><Relationship Id="rId11" Type="http://schemas.openxmlformats.org/officeDocument/2006/relationships/image" Target="../media/image300.png"/><Relationship Id="rId10" Type="http://schemas.openxmlformats.org/officeDocument/2006/relationships/image" Target="../media/image29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93.png"/><Relationship Id="rId4" Type="http://schemas.openxmlformats.org/officeDocument/2006/relationships/image" Target="../media/image290.png"/><Relationship Id="rId9" Type="http://schemas.openxmlformats.org/officeDocument/2006/relationships/image" Target="../media/image306.png"/><Relationship Id="rId5" Type="http://schemas.openxmlformats.org/officeDocument/2006/relationships/image" Target="../media/image228.png"/><Relationship Id="rId6" Type="http://schemas.openxmlformats.org/officeDocument/2006/relationships/image" Target="../media/image299.png"/><Relationship Id="rId7" Type="http://schemas.openxmlformats.org/officeDocument/2006/relationships/image" Target="../media/image286.png"/><Relationship Id="rId8" Type="http://schemas.openxmlformats.org/officeDocument/2006/relationships/image" Target="../media/image29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08.png"/><Relationship Id="rId4" Type="http://schemas.openxmlformats.org/officeDocument/2006/relationships/image" Target="../media/image228.png"/><Relationship Id="rId5" Type="http://schemas.openxmlformats.org/officeDocument/2006/relationships/image" Target="../media/image299.png"/><Relationship Id="rId6" Type="http://schemas.openxmlformats.org/officeDocument/2006/relationships/image" Target="../media/image3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298.png"/><Relationship Id="rId4" Type="http://schemas.openxmlformats.org/officeDocument/2006/relationships/image" Target="../media/image26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05.png"/><Relationship Id="rId4" Type="http://schemas.openxmlformats.org/officeDocument/2006/relationships/image" Target="../media/image314.png"/><Relationship Id="rId5" Type="http://schemas.openxmlformats.org/officeDocument/2006/relationships/image" Target="../media/image18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10.png"/><Relationship Id="rId4" Type="http://schemas.openxmlformats.org/officeDocument/2006/relationships/image" Target="../media/image312.png"/><Relationship Id="rId5" Type="http://schemas.openxmlformats.org/officeDocument/2006/relationships/image" Target="../media/image173.png"/><Relationship Id="rId6" Type="http://schemas.openxmlformats.org/officeDocument/2006/relationships/image" Target="../media/image303.png"/><Relationship Id="rId7" Type="http://schemas.openxmlformats.org/officeDocument/2006/relationships/image" Target="../media/image30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