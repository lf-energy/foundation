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 Id="rId3" Type="http://schemas.openxmlformats.org/officeDocument/2006/relationships/image" Target="../media/image4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6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6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6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63.png"/><Relationship Id="rId4" Type="http://schemas.openxmlformats.org/officeDocument/2006/relationships/image" Target="../media/image6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6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66.png"/><Relationship Id="rId4" Type="http://schemas.openxmlformats.org/officeDocument/2006/relationships/image" Target="../media/image6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6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63.png"/><Relationship Id="rId4" Type="http://schemas.openxmlformats.org/officeDocument/2006/relationships/image" Target="../media/image8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66.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9.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png"/><Relationship Id="rId3" Type="http://schemas.openxmlformats.org/officeDocument/2006/relationships/image" Target="../media/image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87.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0.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10.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6.png"/><Relationship Id="rId3" Type="http://schemas.openxmlformats.org/officeDocument/2006/relationships/image" Target="../media/image4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4.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9.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5.png"/><Relationship Id="rId3" Type="http://schemas.openxmlformats.org/officeDocument/2006/relationships/image" Target="../media/image11.png"/><Relationship Id="rId4"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5.png"/><Relationship Id="rId3"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12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87.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6.png"/><Relationship Id="rId3" Type="http://schemas.openxmlformats.org/officeDocument/2006/relationships/image" Target="../media/image48.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5.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2.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3.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7.png"/><Relationship Id="rId4" Type="http://schemas.openxmlformats.org/officeDocument/2006/relationships/image" Target="../media/image125.png"/><Relationship Id="rId9" Type="http://schemas.openxmlformats.org/officeDocument/2006/relationships/image" Target="../media/image115.png"/><Relationship Id="rId5" Type="http://schemas.openxmlformats.org/officeDocument/2006/relationships/image" Target="../media/image140.png"/><Relationship Id="rId6" Type="http://schemas.openxmlformats.org/officeDocument/2006/relationships/image" Target="../media/image122.png"/><Relationship Id="rId7" Type="http://schemas.openxmlformats.org/officeDocument/2006/relationships/image" Target="../media/image137.png"/><Relationship Id="rId8" Type="http://schemas.openxmlformats.org/officeDocument/2006/relationships/image" Target="../media/image134.png"/><Relationship Id="rId11" Type="http://schemas.openxmlformats.org/officeDocument/2006/relationships/image" Target="../media/image133.png"/><Relationship Id="rId10" Type="http://schemas.openxmlformats.org/officeDocument/2006/relationships/image" Target="../media/image113.png"/><Relationship Id="rId13" Type="http://schemas.openxmlformats.org/officeDocument/2006/relationships/image" Target="../media/image131.png"/><Relationship Id="rId12" Type="http://schemas.openxmlformats.org/officeDocument/2006/relationships/image" Target="../media/image123.png"/><Relationship Id="rId15" Type="http://schemas.openxmlformats.org/officeDocument/2006/relationships/image" Target="../media/image136.png"/><Relationship Id="rId14" Type="http://schemas.openxmlformats.org/officeDocument/2006/relationships/image" Target="../media/image126.png"/><Relationship Id="rId17" Type="http://schemas.openxmlformats.org/officeDocument/2006/relationships/image" Target="../media/image138.png"/><Relationship Id="rId16" Type="http://schemas.openxmlformats.org/officeDocument/2006/relationships/image" Target="../media/image144.png"/><Relationship Id="rId19" Type="http://schemas.openxmlformats.org/officeDocument/2006/relationships/image" Target="../media/image142.png"/><Relationship Id="rId18" Type="http://schemas.openxmlformats.org/officeDocument/2006/relationships/image" Target="../media/image13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9.png"/><Relationship Id="rId4" Type="http://schemas.openxmlformats.org/officeDocument/2006/relationships/image" Target="../media/image141.png"/><Relationship Id="rId5" Type="http://schemas.openxmlformats.org/officeDocument/2006/relationships/image" Target="../media/image146.png"/><Relationship Id="rId6" Type="http://schemas.openxmlformats.org/officeDocument/2006/relationships/image" Target="../media/image128.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7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8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9.png"/><Relationship Id="rId5" Type="http://schemas.openxmlformats.org/officeDocument/2006/relationships/image" Target="../media/image162.png"/><Relationship Id="rId6" Type="http://schemas.openxmlformats.org/officeDocument/2006/relationships/image" Target="../media/image14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8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49.png"/><Relationship Id="rId6" Type="http://schemas.openxmlformats.org/officeDocument/2006/relationships/image" Target="../media/image152.png"/><Relationship Id="rId7" Type="http://schemas.openxmlformats.org/officeDocument/2006/relationships/image" Target="../media/image14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8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5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5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76.jpg"/><Relationship Id="rId8" Type="http://schemas.openxmlformats.org/officeDocument/2006/relationships/image" Target="../media/image143.jpg"/><Relationship Id="rId11" Type="http://schemas.openxmlformats.org/officeDocument/2006/relationships/hyperlink" Target="http://support.lfenergy.org" TargetMode="External"/><Relationship Id="rId10" Type="http://schemas.openxmlformats.org/officeDocument/2006/relationships/image" Target="../media/image19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84.png"/><Relationship Id="rId7" Type="http://schemas.openxmlformats.org/officeDocument/2006/relationships/image" Target="../media/image19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8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0.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3.png"/><Relationship Id="rId6" Type="http://schemas.openxmlformats.org/officeDocument/2006/relationships/image" Target="../media/image17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66.png"/><Relationship Id="rId9" Type="http://schemas.openxmlformats.org/officeDocument/2006/relationships/image" Target="../media/image161.png"/><Relationship Id="rId5" Type="http://schemas.openxmlformats.org/officeDocument/2006/relationships/image" Target="../media/image155.png"/><Relationship Id="rId6" Type="http://schemas.openxmlformats.org/officeDocument/2006/relationships/image" Target="../media/image164.png"/><Relationship Id="rId7" Type="http://schemas.openxmlformats.org/officeDocument/2006/relationships/image" Target="../media/image158.png"/><Relationship Id="rId8" Type="http://schemas.openxmlformats.org/officeDocument/2006/relationships/image" Target="../media/image16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70.png"/><Relationship Id="rId5" Type="http://schemas.openxmlformats.org/officeDocument/2006/relationships/hyperlink" Target="mailto:membership@lfenergy.org" TargetMode="External"/><Relationship Id="rId6" Type="http://schemas.openxmlformats.org/officeDocument/2006/relationships/image" Target="../media/image156.png"/><Relationship Id="rId7" Type="http://schemas.openxmlformats.org/officeDocument/2006/relationships/image" Target="../media/image159.png"/><Relationship Id="rId8" Type="http://schemas.openxmlformats.org/officeDocument/2006/relationships/image" Target="../media/image16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19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8.png"/><Relationship Id="rId4" Type="http://schemas.openxmlformats.org/officeDocument/2006/relationships/image" Target="../media/image237.png"/><Relationship Id="rId9" Type="http://schemas.openxmlformats.org/officeDocument/2006/relationships/image" Target="../media/image175.png"/><Relationship Id="rId5" Type="http://schemas.openxmlformats.org/officeDocument/2006/relationships/image" Target="../media/image122.png"/><Relationship Id="rId6" Type="http://schemas.openxmlformats.org/officeDocument/2006/relationships/image" Target="../media/image137.png"/><Relationship Id="rId7" Type="http://schemas.openxmlformats.org/officeDocument/2006/relationships/image" Target="../media/image125.png"/><Relationship Id="rId8" Type="http://schemas.openxmlformats.org/officeDocument/2006/relationships/image" Target="../media/image173.png"/><Relationship Id="rId11" Type="http://schemas.openxmlformats.org/officeDocument/2006/relationships/image" Target="../media/image177.png"/><Relationship Id="rId10" Type="http://schemas.openxmlformats.org/officeDocument/2006/relationships/image" Target="../media/image174.png"/><Relationship Id="rId13" Type="http://schemas.openxmlformats.org/officeDocument/2006/relationships/image" Target="../media/image189.png"/><Relationship Id="rId12" Type="http://schemas.openxmlformats.org/officeDocument/2006/relationships/image" Target="../media/image172.png"/><Relationship Id="rId14" Type="http://schemas.openxmlformats.org/officeDocument/2006/relationships/image" Target="../media/image18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96.png"/><Relationship Id="rId4" Type="http://schemas.openxmlformats.org/officeDocument/2006/relationships/image" Target="../media/image192.png"/><Relationship Id="rId5" Type="http://schemas.openxmlformats.org/officeDocument/2006/relationships/image" Target="../media/image183.png"/><Relationship Id="rId6" Type="http://schemas.openxmlformats.org/officeDocument/2006/relationships/image" Target="../media/image179.png"/><Relationship Id="rId7" Type="http://schemas.openxmlformats.org/officeDocument/2006/relationships/image" Target="../media/image19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90.png"/><Relationship Id="rId4" Type="http://schemas.openxmlformats.org/officeDocument/2006/relationships/image" Target="../media/image185.png"/><Relationship Id="rId5" Type="http://schemas.openxmlformats.org/officeDocument/2006/relationships/image" Target="../media/image181.png"/><Relationship Id="rId6" Type="http://schemas.openxmlformats.org/officeDocument/2006/relationships/image" Target="../media/image194.png"/><Relationship Id="rId7" Type="http://schemas.openxmlformats.org/officeDocument/2006/relationships/image" Target="../media/image199.png"/><Relationship Id="rId8" Type="http://schemas.openxmlformats.org/officeDocument/2006/relationships/image" Target="../media/image20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7.png"/><Relationship Id="rId4" Type="http://schemas.openxmlformats.org/officeDocument/2006/relationships/image" Target="../media/image206.png"/><Relationship Id="rId5" Type="http://schemas.openxmlformats.org/officeDocument/2006/relationships/image" Target="../media/image211.png"/><Relationship Id="rId6" Type="http://schemas.openxmlformats.org/officeDocument/2006/relationships/image" Target="../media/image217.png"/><Relationship Id="rId7" Type="http://schemas.openxmlformats.org/officeDocument/2006/relationships/image" Target="../media/image200.png"/><Relationship Id="rId8" Type="http://schemas.openxmlformats.org/officeDocument/2006/relationships/image" Target="../media/image20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02.png"/><Relationship Id="rId4" Type="http://schemas.openxmlformats.org/officeDocument/2006/relationships/image" Target="../media/image212.png"/><Relationship Id="rId5" Type="http://schemas.openxmlformats.org/officeDocument/2006/relationships/image" Target="../media/image20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207.png"/><Relationship Id="rId4" Type="http://schemas.openxmlformats.org/officeDocument/2006/relationships/image" Target="../media/image209.png"/><Relationship Id="rId5" Type="http://schemas.openxmlformats.org/officeDocument/2006/relationships/image" Target="../media/image210.png"/><Relationship Id="rId6" Type="http://schemas.openxmlformats.org/officeDocument/2006/relationships/image" Target="../media/image214.png"/><Relationship Id="rId7" Type="http://schemas.openxmlformats.org/officeDocument/2006/relationships/image" Target="../media/image20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4.png"/><Relationship Id="rId4" Type="http://schemas.openxmlformats.org/officeDocument/2006/relationships/image" Target="../media/image213.png"/><Relationship Id="rId9" Type="http://schemas.openxmlformats.org/officeDocument/2006/relationships/image" Target="../media/image240.png"/><Relationship Id="rId5" Type="http://schemas.openxmlformats.org/officeDocument/2006/relationships/image" Target="../media/image220.png"/><Relationship Id="rId6" Type="http://schemas.openxmlformats.org/officeDocument/2006/relationships/image" Target="../media/image226.png"/><Relationship Id="rId7" Type="http://schemas.openxmlformats.org/officeDocument/2006/relationships/image" Target="../media/image218.png"/><Relationship Id="rId8" Type="http://schemas.openxmlformats.org/officeDocument/2006/relationships/image" Target="../media/image227.png"/><Relationship Id="rId10" Type="http://schemas.openxmlformats.org/officeDocument/2006/relationships/image" Target="../media/image2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22.png"/><Relationship Id="rId4" Type="http://schemas.openxmlformats.org/officeDocument/2006/relationships/image" Target="../media/image239.png"/><Relationship Id="rId5" Type="http://schemas.openxmlformats.org/officeDocument/2006/relationships/image" Target="../media/image223.png"/><Relationship Id="rId6" Type="http://schemas.openxmlformats.org/officeDocument/2006/relationships/image" Target="../media/image189.png"/><Relationship Id="rId7" Type="http://schemas.openxmlformats.org/officeDocument/2006/relationships/image" Target="../media/image215.png"/><Relationship Id="rId8" Type="http://schemas.openxmlformats.org/officeDocument/2006/relationships/image" Target="../media/image17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9.png"/><Relationship Id="rId4" Type="http://schemas.openxmlformats.org/officeDocument/2006/relationships/image" Target="../media/image221.png"/><Relationship Id="rId5" Type="http://schemas.openxmlformats.org/officeDocument/2006/relationships/image" Target="../media/image113.png"/><Relationship Id="rId6" Type="http://schemas.openxmlformats.org/officeDocument/2006/relationships/image" Target="../media/image133.png"/><Relationship Id="rId7" Type="http://schemas.openxmlformats.org/officeDocument/2006/relationships/image" Target="../media/image216.png"/><Relationship Id="rId8" Type="http://schemas.openxmlformats.org/officeDocument/2006/relationships/image" Target="../media/image2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31.png"/><Relationship Id="rId4" Type="http://schemas.openxmlformats.org/officeDocument/2006/relationships/image" Target="../media/image233.png"/><Relationship Id="rId5" Type="http://schemas.openxmlformats.org/officeDocument/2006/relationships/image" Target="../media/image230.png"/><Relationship Id="rId6" Type="http://schemas.openxmlformats.org/officeDocument/2006/relationships/image" Target="../media/image259.png"/><Relationship Id="rId7" Type="http://schemas.openxmlformats.org/officeDocument/2006/relationships/image" Target="../media/image234.png"/><Relationship Id="rId8" Type="http://schemas.openxmlformats.org/officeDocument/2006/relationships/image" Target="../media/image2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8.png"/><Relationship Id="rId4" Type="http://schemas.openxmlformats.org/officeDocument/2006/relationships/image" Target="../media/image247.png"/><Relationship Id="rId5" Type="http://schemas.openxmlformats.org/officeDocument/2006/relationships/image" Target="../media/image18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49.png"/><Relationship Id="rId4" Type="http://schemas.openxmlformats.org/officeDocument/2006/relationships/image" Target="../media/image181.png"/><Relationship Id="rId5" Type="http://schemas.openxmlformats.org/officeDocument/2006/relationships/image" Target="../media/image236.png"/><Relationship Id="rId6" Type="http://schemas.openxmlformats.org/officeDocument/2006/relationships/image" Target="../media/image185.png"/><Relationship Id="rId7" Type="http://schemas.openxmlformats.org/officeDocument/2006/relationships/image" Target="../media/image24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29.png"/><Relationship Id="rId4" Type="http://schemas.openxmlformats.org/officeDocument/2006/relationships/image" Target="../media/image243.png"/><Relationship Id="rId5" Type="http://schemas.openxmlformats.org/officeDocument/2006/relationships/image" Target="../media/image258.png"/><Relationship Id="rId6" Type="http://schemas.openxmlformats.org/officeDocument/2006/relationships/image" Target="../media/image244.png"/><Relationship Id="rId7" Type="http://schemas.openxmlformats.org/officeDocument/2006/relationships/image" Target="../media/image24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56.png"/><Relationship Id="rId4" Type="http://schemas.openxmlformats.org/officeDocument/2006/relationships/image" Target="../media/image248.png"/><Relationship Id="rId5" Type="http://schemas.openxmlformats.org/officeDocument/2006/relationships/image" Target="../media/image25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38.png"/><Relationship Id="rId4" Type="http://schemas.openxmlformats.org/officeDocument/2006/relationships/image" Target="../media/image254.png"/><Relationship Id="rId5" Type="http://schemas.openxmlformats.org/officeDocument/2006/relationships/image" Target="../media/image252.png"/><Relationship Id="rId6" Type="http://schemas.openxmlformats.org/officeDocument/2006/relationships/image" Target="../media/image185.png"/><Relationship Id="rId7" Type="http://schemas.openxmlformats.org/officeDocument/2006/relationships/image" Target="../media/image265.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0.png"/><Relationship Id="rId4" Type="http://schemas.openxmlformats.org/officeDocument/2006/relationships/image" Target="../media/image253.png"/><Relationship Id="rId5" Type="http://schemas.openxmlformats.org/officeDocument/2006/relationships/image" Target="../media/image2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5.png"/><Relationship Id="rId4" Type="http://schemas.openxmlformats.org/officeDocument/2006/relationships/image" Target="../media/image272.png"/><Relationship Id="rId9" Type="http://schemas.openxmlformats.org/officeDocument/2006/relationships/image" Target="../media/image277.png"/><Relationship Id="rId5" Type="http://schemas.openxmlformats.org/officeDocument/2006/relationships/image" Target="../media/image257.png"/><Relationship Id="rId6" Type="http://schemas.openxmlformats.org/officeDocument/2006/relationships/image" Target="../media/image267.png"/><Relationship Id="rId7" Type="http://schemas.openxmlformats.org/officeDocument/2006/relationships/image" Target="../media/image284.png"/><Relationship Id="rId8" Type="http://schemas.openxmlformats.org/officeDocument/2006/relationships/image" Target="../media/image278.png"/><Relationship Id="rId11" Type="http://schemas.openxmlformats.org/officeDocument/2006/relationships/image" Target="../media/image281.png"/><Relationship Id="rId10" Type="http://schemas.openxmlformats.org/officeDocument/2006/relationships/image" Target="../media/image2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62.png"/><Relationship Id="rId4" Type="http://schemas.openxmlformats.org/officeDocument/2006/relationships/image" Target="../media/image275.png"/><Relationship Id="rId5" Type="http://schemas.openxmlformats.org/officeDocument/2006/relationships/image" Target="../media/image2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1.png"/><Relationship Id="rId4" Type="http://schemas.openxmlformats.org/officeDocument/2006/relationships/image" Target="../media/image270.png"/><Relationship Id="rId5" Type="http://schemas.openxmlformats.org/officeDocument/2006/relationships/image" Target="../media/image285.png"/><Relationship Id="rId6" Type="http://schemas.openxmlformats.org/officeDocument/2006/relationships/image" Target="../media/image26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312.png"/><Relationship Id="rId4" Type="http://schemas.openxmlformats.org/officeDocument/2006/relationships/image" Target="../media/image268.png"/><Relationship Id="rId5" Type="http://schemas.openxmlformats.org/officeDocument/2006/relationships/image" Target="../media/image27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74.png"/><Relationship Id="rId4" Type="http://schemas.openxmlformats.org/officeDocument/2006/relationships/image" Target="../media/image263.png"/><Relationship Id="rId9" Type="http://schemas.openxmlformats.org/officeDocument/2006/relationships/image" Target="../media/image292.png"/><Relationship Id="rId5" Type="http://schemas.openxmlformats.org/officeDocument/2006/relationships/image" Target="../media/image181.png"/><Relationship Id="rId6" Type="http://schemas.openxmlformats.org/officeDocument/2006/relationships/image" Target="../media/image266.png"/><Relationship Id="rId7" Type="http://schemas.openxmlformats.org/officeDocument/2006/relationships/image" Target="../media/image271.png"/><Relationship Id="rId8" Type="http://schemas.openxmlformats.org/officeDocument/2006/relationships/image" Target="../media/image269.png"/><Relationship Id="rId11" Type="http://schemas.openxmlformats.org/officeDocument/2006/relationships/image" Target="../media/image282.png"/><Relationship Id="rId10" Type="http://schemas.openxmlformats.org/officeDocument/2006/relationships/image" Target="../media/image27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300.png"/><Relationship Id="rId4" Type="http://schemas.openxmlformats.org/officeDocument/2006/relationships/image" Target="../media/image280.png"/><Relationship Id="rId5" Type="http://schemas.openxmlformats.org/officeDocument/2006/relationships/image" Target="../media/image18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3.png"/><Relationship Id="rId4" Type="http://schemas.openxmlformats.org/officeDocument/2006/relationships/image" Target="../media/image303.png"/><Relationship Id="rId9" Type="http://schemas.openxmlformats.org/officeDocument/2006/relationships/image" Target="../media/image290.png"/><Relationship Id="rId5" Type="http://schemas.openxmlformats.org/officeDocument/2006/relationships/image" Target="../media/image179.png"/><Relationship Id="rId6" Type="http://schemas.openxmlformats.org/officeDocument/2006/relationships/image" Target="../media/image288.png"/><Relationship Id="rId7" Type="http://schemas.openxmlformats.org/officeDocument/2006/relationships/image" Target="../media/image183.png"/><Relationship Id="rId8" Type="http://schemas.openxmlformats.org/officeDocument/2006/relationships/image" Target="../media/image27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309.png"/><Relationship Id="rId4" Type="http://schemas.openxmlformats.org/officeDocument/2006/relationships/image" Target="../media/image289.png"/><Relationship Id="rId9" Type="http://schemas.openxmlformats.org/officeDocument/2006/relationships/image" Target="../media/image291.png"/><Relationship Id="rId5" Type="http://schemas.openxmlformats.org/officeDocument/2006/relationships/image" Target="../media/image185.png"/><Relationship Id="rId6" Type="http://schemas.openxmlformats.org/officeDocument/2006/relationships/image" Target="../media/image311.png"/><Relationship Id="rId7" Type="http://schemas.openxmlformats.org/officeDocument/2006/relationships/image" Target="../media/image305.png"/><Relationship Id="rId8" Type="http://schemas.openxmlformats.org/officeDocument/2006/relationships/image" Target="../media/image293.png"/><Relationship Id="rId11" Type="http://schemas.openxmlformats.org/officeDocument/2006/relationships/image" Target="../media/image296.png"/><Relationship Id="rId10" Type="http://schemas.openxmlformats.org/officeDocument/2006/relationships/image" Target="../media/image29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302.png"/><Relationship Id="rId4" Type="http://schemas.openxmlformats.org/officeDocument/2006/relationships/image" Target="../media/image286.png"/><Relationship Id="rId9" Type="http://schemas.openxmlformats.org/officeDocument/2006/relationships/image" Target="../media/image306.png"/><Relationship Id="rId5" Type="http://schemas.openxmlformats.org/officeDocument/2006/relationships/image" Target="../media/image214.png"/><Relationship Id="rId6" Type="http://schemas.openxmlformats.org/officeDocument/2006/relationships/image" Target="../media/image295.png"/><Relationship Id="rId7" Type="http://schemas.openxmlformats.org/officeDocument/2006/relationships/image" Target="../media/image287.png"/><Relationship Id="rId8" Type="http://schemas.openxmlformats.org/officeDocument/2006/relationships/image" Target="../media/image30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7.png"/><Relationship Id="rId4" Type="http://schemas.openxmlformats.org/officeDocument/2006/relationships/image" Target="../media/image214.png"/><Relationship Id="rId5" Type="http://schemas.openxmlformats.org/officeDocument/2006/relationships/image" Target="../media/image295.png"/><Relationship Id="rId6" Type="http://schemas.openxmlformats.org/officeDocument/2006/relationships/image" Target="../media/image31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7.png"/><Relationship Id="rId4" Type="http://schemas.openxmlformats.org/officeDocument/2006/relationships/image" Target="../media/image24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299.png"/><Relationship Id="rId4" Type="http://schemas.openxmlformats.org/officeDocument/2006/relationships/image" Target="../media/image314.png"/><Relationship Id="rId5" Type="http://schemas.openxmlformats.org/officeDocument/2006/relationships/image" Target="../media/image18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8.png"/><Relationship Id="rId4" Type="http://schemas.openxmlformats.org/officeDocument/2006/relationships/image" Target="../media/image313.png"/><Relationship Id="rId5" Type="http://schemas.openxmlformats.org/officeDocument/2006/relationships/image" Target="../media/image172.png"/><Relationship Id="rId6" Type="http://schemas.openxmlformats.org/officeDocument/2006/relationships/image" Target="../media/image298.png"/><Relationship Id="rId7" Type="http://schemas.openxmlformats.org/officeDocument/2006/relationships/image" Target="../media/image30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